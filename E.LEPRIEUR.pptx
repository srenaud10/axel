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19" r:id="rId6"/>
  </p:sldIdLst>
  <p:sldSz cx="12192000" cy="6858000"/>
  <p:notesSz cx="6858000" cy="9144000"/>
  <p:embeddedFontLst>
    <p:embeddedFont>
      <p:font typeface="OM Marseille Light" pitchFamily="50" charset="0"/>
      <p:regular r:id="rId9"/>
    </p:embeddedFont>
    <p:embeddedFont>
      <p:font typeface="OM Marseille Medium" pitchFamily="50" charset="0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5073E-F9B6-B943-894E-EE46ED54A1DC}" v="3" dt="2026-08-06T07:31:44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ecouvreur" userId="eb6916c3-51ba-4176-b211-2d3af9ee51de" providerId="ADAL" clId="{C83E26FE-4162-4AA5-97C8-454BCC2C930F}"/>
    <pc:docChg chg="custSel modSld">
      <pc:chgData name="David Recouvreur" userId="eb6916c3-51ba-4176-b211-2d3af9ee51de" providerId="ADAL" clId="{C83E26FE-4162-4AA5-97C8-454BCC2C930F}" dt="2026-08-06T15:40:26.920" v="28" actId="1076"/>
      <pc:docMkLst>
        <pc:docMk/>
      </pc:docMkLst>
      <pc:sldChg chg="addSp delSp modSp mod">
        <pc:chgData name="David Recouvreur" userId="eb6916c3-51ba-4176-b211-2d3af9ee51de" providerId="ADAL" clId="{C83E26FE-4162-4AA5-97C8-454BCC2C930F}" dt="2026-08-06T15:40:26.920" v="28" actId="1076"/>
        <pc:sldMkLst>
          <pc:docMk/>
          <pc:sldMk cId="374968528" sldId="319"/>
        </pc:sldMkLst>
        <pc:spChg chg="mod">
          <ac:chgData name="David Recouvreur" userId="eb6916c3-51ba-4176-b211-2d3af9ee51de" providerId="ADAL" clId="{C83E26FE-4162-4AA5-97C8-454BCC2C930F}" dt="2026-08-06T07:47:59.540" v="0" actId="20577"/>
          <ac:spMkLst>
            <pc:docMk/>
            <pc:sldMk cId="374968528" sldId="319"/>
            <ac:spMk id="6" creationId="{A4A4E374-22DB-631A-415E-78D239A0CEFD}"/>
          </ac:spMkLst>
        </pc:spChg>
        <pc:spChg chg="add mod">
          <ac:chgData name="David Recouvreur" userId="eb6916c3-51ba-4176-b211-2d3af9ee51de" providerId="ADAL" clId="{C83E26FE-4162-4AA5-97C8-454BCC2C930F}" dt="2026-08-06T07:50:27.858" v="8" actId="1076"/>
          <ac:spMkLst>
            <pc:docMk/>
            <pc:sldMk cId="374968528" sldId="319"/>
            <ac:spMk id="9" creationId="{602923F4-510E-8DCA-3288-10438A553513}"/>
          </ac:spMkLst>
        </pc:spChg>
        <pc:spChg chg="add mod">
          <ac:chgData name="David Recouvreur" userId="eb6916c3-51ba-4176-b211-2d3af9ee51de" providerId="ADAL" clId="{C83E26FE-4162-4AA5-97C8-454BCC2C930F}" dt="2026-08-06T07:51:21.738" v="22" actId="1076"/>
          <ac:spMkLst>
            <pc:docMk/>
            <pc:sldMk cId="374968528" sldId="319"/>
            <ac:spMk id="19" creationId="{4497280A-90E0-300F-C237-9E4EDCC4E50A}"/>
          </ac:spMkLst>
        </pc:spChg>
        <pc:spChg chg="add mod">
          <ac:chgData name="David Recouvreur" userId="eb6916c3-51ba-4176-b211-2d3af9ee51de" providerId="ADAL" clId="{C83E26FE-4162-4AA5-97C8-454BCC2C930F}" dt="2026-08-06T07:51:11.698" v="20" actId="1076"/>
          <ac:spMkLst>
            <pc:docMk/>
            <pc:sldMk cId="374968528" sldId="319"/>
            <ac:spMk id="26" creationId="{894A3705-8D53-A229-D5EE-A3A12F51A6B7}"/>
          </ac:spMkLst>
        </pc:spChg>
        <pc:spChg chg="add mod">
          <ac:chgData name="David Recouvreur" userId="eb6916c3-51ba-4176-b211-2d3af9ee51de" providerId="ADAL" clId="{C83E26FE-4162-4AA5-97C8-454BCC2C930F}" dt="2026-08-06T07:51:11.698" v="20" actId="1076"/>
          <ac:spMkLst>
            <pc:docMk/>
            <pc:sldMk cId="374968528" sldId="319"/>
            <ac:spMk id="33" creationId="{1D7476A5-5A23-7436-D640-5DE17A36C651}"/>
          </ac:spMkLst>
        </pc:spChg>
        <pc:spChg chg="add mod">
          <ac:chgData name="David Recouvreur" userId="eb6916c3-51ba-4176-b211-2d3af9ee51de" providerId="ADAL" clId="{C83E26FE-4162-4AA5-97C8-454BCC2C930F}" dt="2026-08-06T07:51:11.698" v="20" actId="1076"/>
          <ac:spMkLst>
            <pc:docMk/>
            <pc:sldMk cId="374968528" sldId="319"/>
            <ac:spMk id="37" creationId="{6A2ABD05-4950-9EAC-0296-8BC1AAC3992B}"/>
          </ac:spMkLst>
        </pc:spChg>
        <pc:spChg chg="add mod">
          <ac:chgData name="David Recouvreur" userId="eb6916c3-51ba-4176-b211-2d3af9ee51de" providerId="ADAL" clId="{C83E26FE-4162-4AA5-97C8-454BCC2C930F}" dt="2026-08-06T07:51:11.698" v="20" actId="1076"/>
          <ac:spMkLst>
            <pc:docMk/>
            <pc:sldMk cId="374968528" sldId="319"/>
            <ac:spMk id="44" creationId="{AD686302-2D55-B383-BD9D-7A25952470E7}"/>
          </ac:spMkLst>
        </pc:spChg>
        <pc:spChg chg="add mod">
          <ac:chgData name="David Recouvreur" userId="eb6916c3-51ba-4176-b211-2d3af9ee51de" providerId="ADAL" clId="{C83E26FE-4162-4AA5-97C8-454BCC2C930F}" dt="2026-08-06T07:51:18.551" v="21" actId="1076"/>
          <ac:spMkLst>
            <pc:docMk/>
            <pc:sldMk cId="374968528" sldId="319"/>
            <ac:spMk id="46" creationId="{9395F91E-D3DF-B3B1-8B97-2AE802878337}"/>
          </ac:spMkLst>
        </pc:spChg>
        <pc:spChg chg="del">
          <ac:chgData name="David Recouvreur" userId="eb6916c3-51ba-4176-b211-2d3af9ee51de" providerId="ADAL" clId="{C83E26FE-4162-4AA5-97C8-454BCC2C930F}" dt="2026-08-06T07:50:18.558" v="5" actId="478"/>
          <ac:spMkLst>
            <pc:docMk/>
            <pc:sldMk cId="374968528" sldId="319"/>
            <ac:spMk id="180" creationId="{B58EA493-4D78-F995-3824-6D6AC9058828}"/>
          </ac:spMkLst>
        </pc:spChg>
        <pc:spChg chg="del">
          <ac:chgData name="David Recouvreur" userId="eb6916c3-51ba-4176-b211-2d3af9ee51de" providerId="ADAL" clId="{C83E26FE-4162-4AA5-97C8-454BCC2C930F}" dt="2026-08-06T07:50:36.428" v="11" actId="478"/>
          <ac:spMkLst>
            <pc:docMk/>
            <pc:sldMk cId="374968528" sldId="319"/>
            <ac:spMk id="185" creationId="{6EAEB72A-60EB-01D0-31A7-0396ED92E2F6}"/>
          </ac:spMkLst>
        </pc:spChg>
        <pc:spChg chg="del">
          <ac:chgData name="David Recouvreur" userId="eb6916c3-51ba-4176-b211-2d3af9ee51de" providerId="ADAL" clId="{C83E26FE-4162-4AA5-97C8-454BCC2C930F}" dt="2026-08-06T07:50:56.671" v="17" actId="478"/>
          <ac:spMkLst>
            <pc:docMk/>
            <pc:sldMk cId="374968528" sldId="319"/>
            <ac:spMk id="188" creationId="{E2F3CAB0-F75A-399F-42EF-9CFE0D4E2BA6}"/>
          </ac:spMkLst>
        </pc:spChg>
        <pc:spChg chg="del">
          <ac:chgData name="David Recouvreur" userId="eb6916c3-51ba-4176-b211-2d3af9ee51de" providerId="ADAL" clId="{C83E26FE-4162-4AA5-97C8-454BCC2C930F}" dt="2026-08-06T07:50:54.975" v="16" actId="478"/>
          <ac:spMkLst>
            <pc:docMk/>
            <pc:sldMk cId="374968528" sldId="319"/>
            <ac:spMk id="189" creationId="{2139AD8D-EE75-F11E-EE1F-3D4141781B63}"/>
          </ac:spMkLst>
        </pc:spChg>
        <pc:spChg chg="del mod">
          <ac:chgData name="David Recouvreur" userId="eb6916c3-51ba-4176-b211-2d3af9ee51de" providerId="ADAL" clId="{C83E26FE-4162-4AA5-97C8-454BCC2C930F}" dt="2026-08-06T07:50:40.953" v="13" actId="478"/>
          <ac:spMkLst>
            <pc:docMk/>
            <pc:sldMk cId="374968528" sldId="319"/>
            <ac:spMk id="190" creationId="{D4675EA4-CD21-4BDB-9DEC-3AC33DE2CBDB}"/>
          </ac:spMkLst>
        </pc:spChg>
        <pc:spChg chg="del">
          <ac:chgData name="David Recouvreur" userId="eb6916c3-51ba-4176-b211-2d3af9ee51de" providerId="ADAL" clId="{C83E26FE-4162-4AA5-97C8-454BCC2C930F}" dt="2026-08-06T07:50:34.816" v="10" actId="478"/>
          <ac:spMkLst>
            <pc:docMk/>
            <pc:sldMk cId="374968528" sldId="319"/>
            <ac:spMk id="191" creationId="{FCABA2CC-652D-966A-716C-A24BF6FECE6C}"/>
          </ac:spMkLst>
        </pc:spChg>
        <pc:spChg chg="del">
          <ac:chgData name="David Recouvreur" userId="eb6916c3-51ba-4176-b211-2d3af9ee51de" providerId="ADAL" clId="{C83E26FE-4162-4AA5-97C8-454BCC2C930F}" dt="2026-08-06T07:50:29.281" v="9" actId="478"/>
          <ac:spMkLst>
            <pc:docMk/>
            <pc:sldMk cId="374968528" sldId="319"/>
            <ac:spMk id="192" creationId="{8988B91D-C1FF-80BE-0D2C-F0C74D2385B3}"/>
          </ac:spMkLst>
        </pc:spChg>
        <pc:spChg chg="del">
          <ac:chgData name="David Recouvreur" userId="eb6916c3-51ba-4176-b211-2d3af9ee51de" providerId="ADAL" clId="{C83E26FE-4162-4AA5-97C8-454BCC2C930F}" dt="2026-08-06T07:50:58.982" v="18" actId="478"/>
          <ac:spMkLst>
            <pc:docMk/>
            <pc:sldMk cId="374968528" sldId="319"/>
            <ac:spMk id="193" creationId="{5AAB9014-54A7-9B48-CF33-4796BFB94DF4}"/>
          </ac:spMkLst>
        </pc:spChg>
        <pc:spChg chg="del">
          <ac:chgData name="David Recouvreur" userId="eb6916c3-51ba-4176-b211-2d3af9ee51de" providerId="ADAL" clId="{C83E26FE-4162-4AA5-97C8-454BCC2C930F}" dt="2026-08-06T07:50:18.558" v="5" actId="478"/>
          <ac:spMkLst>
            <pc:docMk/>
            <pc:sldMk cId="374968528" sldId="319"/>
            <ac:spMk id="194" creationId="{009962D9-F253-083F-1FA1-9086F7356F8E}"/>
          </ac:spMkLst>
        </pc:spChg>
        <pc:spChg chg="del">
          <ac:chgData name="David Recouvreur" userId="eb6916c3-51ba-4176-b211-2d3af9ee51de" providerId="ADAL" clId="{C83E26FE-4162-4AA5-97C8-454BCC2C930F}" dt="2026-08-06T07:50:20.900" v="6" actId="478"/>
          <ac:spMkLst>
            <pc:docMk/>
            <pc:sldMk cId="374968528" sldId="319"/>
            <ac:spMk id="195" creationId="{A0A6C1E7-75E0-3BAF-231F-91EB8FA5AC2A}"/>
          </ac:spMkLst>
        </pc:spChg>
        <pc:spChg chg="del">
          <ac:chgData name="David Recouvreur" userId="eb6916c3-51ba-4176-b211-2d3af9ee51de" providerId="ADAL" clId="{C83E26FE-4162-4AA5-97C8-454BCC2C930F}" dt="2026-08-06T07:50:18.558" v="5" actId="478"/>
          <ac:spMkLst>
            <pc:docMk/>
            <pc:sldMk cId="374968528" sldId="319"/>
            <ac:spMk id="196" creationId="{617EE9D5-A7A9-5918-2F57-44475536F631}"/>
          </ac:spMkLst>
        </pc:spChg>
        <pc:spChg chg="del">
          <ac:chgData name="David Recouvreur" userId="eb6916c3-51ba-4176-b211-2d3af9ee51de" providerId="ADAL" clId="{C83E26FE-4162-4AA5-97C8-454BCC2C930F}" dt="2026-08-06T07:50:18.558" v="5" actId="478"/>
          <ac:spMkLst>
            <pc:docMk/>
            <pc:sldMk cId="374968528" sldId="319"/>
            <ac:spMk id="197" creationId="{220D0D47-BF50-7EF9-A3C9-36DB2547AB57}"/>
          </ac:spMkLst>
        </pc:spChg>
        <pc:spChg chg="del">
          <ac:chgData name="David Recouvreur" userId="eb6916c3-51ba-4176-b211-2d3af9ee51de" providerId="ADAL" clId="{C83E26FE-4162-4AA5-97C8-454BCC2C930F}" dt="2026-08-06T07:50:18.558" v="5" actId="478"/>
          <ac:spMkLst>
            <pc:docMk/>
            <pc:sldMk cId="374968528" sldId="319"/>
            <ac:spMk id="198" creationId="{2EF68733-777A-99D6-B763-38EB02C5EE16}"/>
          </ac:spMkLst>
        </pc:spChg>
        <pc:spChg chg="del">
          <ac:chgData name="David Recouvreur" userId="eb6916c3-51ba-4176-b211-2d3af9ee51de" providerId="ADAL" clId="{C83E26FE-4162-4AA5-97C8-454BCC2C930F}" dt="2026-08-06T07:50:18.558" v="5" actId="478"/>
          <ac:spMkLst>
            <pc:docMk/>
            <pc:sldMk cId="374968528" sldId="319"/>
            <ac:spMk id="199" creationId="{E5F1B61C-0FD1-7391-8893-A7F4F479756E}"/>
          </ac:spMkLst>
        </pc:spChg>
        <pc:spChg chg="del">
          <ac:chgData name="David Recouvreur" userId="eb6916c3-51ba-4176-b211-2d3af9ee51de" providerId="ADAL" clId="{C83E26FE-4162-4AA5-97C8-454BCC2C930F}" dt="2026-08-06T07:50:01.679" v="1" actId="478"/>
          <ac:spMkLst>
            <pc:docMk/>
            <pc:sldMk cId="374968528" sldId="319"/>
            <ac:spMk id="200" creationId="{F7ADBFC9-480A-B4CD-C847-913714B1ECDC}"/>
          </ac:spMkLst>
        </pc:spChg>
        <pc:spChg chg="del">
          <ac:chgData name="David Recouvreur" userId="eb6916c3-51ba-4176-b211-2d3af9ee51de" providerId="ADAL" clId="{C83E26FE-4162-4AA5-97C8-454BCC2C930F}" dt="2026-08-06T07:50:05.054" v="2" actId="478"/>
          <ac:spMkLst>
            <pc:docMk/>
            <pc:sldMk cId="374968528" sldId="319"/>
            <ac:spMk id="201" creationId="{75E915A9-B0C0-4F3E-27BE-1B4897CD4917}"/>
          </ac:spMkLst>
        </pc:spChg>
        <pc:spChg chg="del">
          <ac:chgData name="David Recouvreur" userId="eb6916c3-51ba-4176-b211-2d3af9ee51de" providerId="ADAL" clId="{C83E26FE-4162-4AA5-97C8-454BCC2C930F}" dt="2026-08-06T07:50:07.562" v="3" actId="478"/>
          <ac:spMkLst>
            <pc:docMk/>
            <pc:sldMk cId="374968528" sldId="319"/>
            <ac:spMk id="202" creationId="{B6B14C5A-B83B-0312-A8DB-41CA3A460E18}"/>
          </ac:spMkLst>
        </pc:spChg>
        <pc:spChg chg="del">
          <ac:chgData name="David Recouvreur" userId="eb6916c3-51ba-4176-b211-2d3af9ee51de" providerId="ADAL" clId="{C83E26FE-4162-4AA5-97C8-454BCC2C930F}" dt="2026-08-06T07:50:09.440" v="4" actId="478"/>
          <ac:spMkLst>
            <pc:docMk/>
            <pc:sldMk cId="374968528" sldId="319"/>
            <ac:spMk id="203" creationId="{09170B06-9DD9-FD64-AE7E-CEE8EF5ED306}"/>
          </ac:spMkLst>
        </pc:spChg>
        <pc:picChg chg="add">
          <ac:chgData name="David Recouvreur" userId="eb6916c3-51ba-4176-b211-2d3af9ee51de" providerId="ADAL" clId="{C83E26FE-4162-4AA5-97C8-454BCC2C930F}" dt="2026-08-06T15:40:01.335" v="23" actId="22"/>
          <ac:picMkLst>
            <pc:docMk/>
            <pc:sldMk cId="374968528" sldId="319"/>
            <ac:picMk id="18" creationId="{624FBF86-7288-1FEA-5D73-DA24962C0D84}"/>
          </ac:picMkLst>
        </pc:picChg>
        <pc:picChg chg="add mod">
          <ac:chgData name="David Recouvreur" userId="eb6916c3-51ba-4176-b211-2d3af9ee51de" providerId="ADAL" clId="{C83E26FE-4162-4AA5-97C8-454BCC2C930F}" dt="2026-08-06T15:40:22.226" v="26" actId="1076"/>
          <ac:picMkLst>
            <pc:docMk/>
            <pc:sldMk cId="374968528" sldId="319"/>
            <ac:picMk id="29" creationId="{22401AB0-564B-EFEA-B1DE-D6B2209DECA7}"/>
          </ac:picMkLst>
        </pc:picChg>
        <pc:picChg chg="add mod">
          <ac:chgData name="David Recouvreur" userId="eb6916c3-51ba-4176-b211-2d3af9ee51de" providerId="ADAL" clId="{C83E26FE-4162-4AA5-97C8-454BCC2C930F}" dt="2026-08-06T15:40:26.920" v="28" actId="1076"/>
          <ac:picMkLst>
            <pc:docMk/>
            <pc:sldMk cId="374968528" sldId="319"/>
            <ac:picMk id="41" creationId="{A9DA6B60-0DAE-8D47-0D9A-29E76DE334ED}"/>
          </ac:picMkLst>
        </pc:picChg>
      </pc:sldChg>
    </pc:docChg>
  </pc:docChgLst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32:08.420" v="21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32:08.420" v="21" actId="20577"/>
        <pc:sldMkLst>
          <pc:docMk/>
          <pc:sldMk cId="374968528" sldId="319"/>
        </pc:sldMkLst>
        <pc:spChg chg="add mod">
          <ac:chgData name="Lucas Genty" userId="0ff89410-5e71-4be0-bd77-4c071ba329e4" providerId="ADAL" clId="{299A151C-5B74-5660-9229-42BC38DFE690}" dt="2026-08-06T07:31:20.117" v="4"/>
          <ac:spMkLst>
            <pc:docMk/>
            <pc:sldMk cId="374968528" sldId="319"/>
            <ac:spMk id="3" creationId="{AB99D899-41B8-743C-37D2-EE6C07A8B5E0}"/>
          </ac:spMkLst>
        </pc:spChg>
        <pc:spChg chg="add mod">
          <ac:chgData name="Lucas Genty" userId="0ff89410-5e71-4be0-bd77-4c071ba329e4" providerId="ADAL" clId="{299A151C-5B74-5660-9229-42BC38DFE690}" dt="2026-08-06T07:31:57.575" v="15" actId="20577"/>
          <ac:spMkLst>
            <pc:docMk/>
            <pc:sldMk cId="374968528" sldId="319"/>
            <ac:spMk id="4" creationId="{B75E52AC-8DF5-C9D2-F5EB-B6B59B2E1EA7}"/>
          </ac:spMkLst>
        </pc:spChg>
        <pc:spChg chg="add mod">
          <ac:chgData name="Lucas Genty" userId="0ff89410-5e71-4be0-bd77-4c071ba329e4" providerId="ADAL" clId="{299A151C-5B74-5660-9229-42BC38DFE690}" dt="2026-08-06T07:31:44.893" v="5"/>
          <ac:spMkLst>
            <pc:docMk/>
            <pc:sldMk cId="374968528" sldId="319"/>
            <ac:spMk id="6" creationId="{A4A4E374-22DB-631A-415E-78D239A0CEFD}"/>
          </ac:spMkLst>
        </pc:spChg>
        <pc:spChg chg="add mod">
          <ac:chgData name="Lucas Genty" userId="0ff89410-5e71-4be0-bd77-4c071ba329e4" providerId="ADAL" clId="{299A151C-5B74-5660-9229-42BC38DFE690}" dt="2026-08-06T07:32:03.999" v="17" actId="20577"/>
          <ac:spMkLst>
            <pc:docMk/>
            <pc:sldMk cId="374968528" sldId="319"/>
            <ac:spMk id="7" creationId="{8A5BC799-7B65-AFF7-0CBA-8AF8737DFBEC}"/>
          </ac:spMkLst>
        </pc:spChg>
        <pc:spChg chg="add mod">
          <ac:chgData name="Lucas Genty" userId="0ff89410-5e71-4be0-bd77-4c071ba329e4" providerId="ADAL" clId="{299A151C-5B74-5660-9229-42BC38DFE690}" dt="2026-08-06T07:32:08.420" v="21" actId="20577"/>
          <ac:spMkLst>
            <pc:docMk/>
            <pc:sldMk cId="374968528" sldId="319"/>
            <ac:spMk id="8" creationId="{28CC05A6-59FB-491E-AEF0-D0491FE3F1F1}"/>
          </ac:spMkLst>
        </pc:spChg>
        <pc:spChg chg="del">
          <ac:chgData name="Lucas Genty" userId="0ff89410-5e71-4be0-bd77-4c071ba329e4" providerId="ADAL" clId="{299A151C-5B74-5660-9229-42BC38DFE690}" dt="2026-08-06T07:31:14.790" v="1" actId="478"/>
          <ac:spMkLst>
            <pc:docMk/>
            <pc:sldMk cId="374968528" sldId="319"/>
            <ac:spMk id="36" creationId="{32E9F863-023C-0228-48A1-80E1F6971805}"/>
          </ac:spMkLst>
        </pc:spChg>
        <pc:spChg chg="del">
          <ac:chgData name="Lucas Genty" userId="0ff89410-5e71-4be0-bd77-4c071ba329e4" providerId="ADAL" clId="{299A151C-5B74-5660-9229-42BC38DFE690}" dt="2026-08-06T07:31:14.790" v="1" actId="478"/>
          <ac:spMkLst>
            <pc:docMk/>
            <pc:sldMk cId="374968528" sldId="319"/>
            <ac:spMk id="37" creationId="{22B628DB-5E89-17A6-BA2C-2325554B4023}"/>
          </ac:spMkLst>
        </pc:spChg>
        <pc:spChg chg="del">
          <ac:chgData name="Lucas Genty" userId="0ff89410-5e71-4be0-bd77-4c071ba329e4" providerId="ADAL" clId="{299A151C-5B74-5660-9229-42BC38DFE690}" dt="2026-08-06T07:31:18.538" v="2" actId="478"/>
          <ac:spMkLst>
            <pc:docMk/>
            <pc:sldMk cId="374968528" sldId="319"/>
            <ac:spMk id="41" creationId="{5850FD67-D5B6-5F59-75A4-84389277A5C5}"/>
          </ac:spMkLst>
        </pc:spChg>
        <pc:spChg chg="del">
          <ac:chgData name="Lucas Genty" userId="0ff89410-5e71-4be0-bd77-4c071ba329e4" providerId="ADAL" clId="{299A151C-5B74-5660-9229-42BC38DFE690}" dt="2026-08-06T07:31:19.741" v="3" actId="478"/>
          <ac:spMkLst>
            <pc:docMk/>
            <pc:sldMk cId="374968528" sldId="319"/>
            <ac:spMk id="44" creationId="{C70AC4AB-B34C-C656-2308-CAC6D619D307}"/>
          </ac:spMkLst>
        </pc:spChg>
        <pc:spChg chg="del">
          <ac:chgData name="Lucas Genty" userId="0ff89410-5e71-4be0-bd77-4c071ba329e4" providerId="ADAL" clId="{299A151C-5B74-5660-9229-42BC38DFE690}" dt="2026-08-06T07:31:14.790" v="1" actId="478"/>
          <ac:spMkLst>
            <pc:docMk/>
            <pc:sldMk cId="374968528" sldId="319"/>
            <ac:spMk id="87" creationId="{F534A99B-F6CF-3235-82C2-DFC329C3416A}"/>
          </ac:spMkLst>
        </pc:spChg>
        <pc:spChg chg="del">
          <ac:chgData name="Lucas Genty" userId="0ff89410-5e71-4be0-bd77-4c071ba329e4" providerId="ADAL" clId="{299A151C-5B74-5660-9229-42BC38DFE690}" dt="2026-08-06T07:31:10.158" v="0" actId="478"/>
          <ac:spMkLst>
            <pc:docMk/>
            <pc:sldMk cId="374968528" sldId="319"/>
            <ac:spMk id="88" creationId="{4188C815-694F-A0CF-79EE-87C0889AEFB0}"/>
          </ac:spMkLst>
        </pc:spChg>
        <pc:spChg chg="del">
          <ac:chgData name="Lucas Genty" userId="0ff89410-5e71-4be0-bd77-4c071ba329e4" providerId="ADAL" clId="{299A151C-5B74-5660-9229-42BC38DFE690}" dt="2026-08-06T07:31:14.790" v="1" actId="478"/>
          <ac:spMkLst>
            <pc:docMk/>
            <pc:sldMk cId="374968528" sldId="319"/>
            <ac:spMk id="89" creationId="{922D508C-7FD8-0309-42D2-B03AD0D2C3B9}"/>
          </ac:spMkLst>
        </pc:spChg>
        <pc:spChg chg="del">
          <ac:chgData name="Lucas Genty" userId="0ff89410-5e71-4be0-bd77-4c071ba329e4" providerId="ADAL" clId="{299A151C-5B74-5660-9229-42BC38DFE690}" dt="2026-08-06T07:31:18.538" v="2" actId="478"/>
          <ac:spMkLst>
            <pc:docMk/>
            <pc:sldMk cId="374968528" sldId="319"/>
            <ac:spMk id="90" creationId="{0AD00AC1-ED74-31E1-3F43-9FD8CC3AA7C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4FD3-3D40-B196-0EF7A16EB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ELIOT LEPRIEUR – 2010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182A-5C3D-94C7-35E8-7B35127B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1D03BAEF-727A-C5AC-5E86-C38897F6DC26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201D1877-AC5C-449C-F642-F3A3DF503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B74F632-5CC2-5E6B-A3D2-29F494CDF7FB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D4263EAD-5B18-B9F0-94F1-34A31CE0A3B2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0AEA34B-8960-CC51-C53D-4AF0BF89D9CB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E40B944-F4C3-5F6F-501F-725D57BD2903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58149975-3E6C-416E-C431-8687BF72E29F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43990712-7B4A-1931-727E-4C92C0B47FAC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3E062453-9831-7161-894D-53F24C968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EFC8CC9E-89BD-4DE7-1A21-26DEB00574F2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B16BD60-BFC3-B9B9-E3AA-7A08315AC039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593E9AB-7263-0D95-9640-9FD42B2E34A5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C70E8C4-AC69-69B4-5666-F784C4367AFB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C92F37D-7ADB-4B3A-3B6A-4CE6DB979770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662E03F-5263-C787-DA26-A74229C8509F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629E342-EC78-604D-3C6A-13BCFD497C63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FCBF0E2A-9C68-BDD7-B6CE-3400ABF4919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99BA487-852C-B2DE-CC8F-203932AE0B9F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933CEE9A-32A6-51DE-C52F-CD8A779B6985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BB446D71-DB6C-5C26-67B6-480664969131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3B503E2A-36E4-46CF-5CDC-BF69A6C306D9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3218D15-3869-3DAA-9F10-A4E13A02C466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0A6832-84B8-5A69-3CFF-CE45A6A061C6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EDD6B1-9D01-400C-55A7-FDF8546B458F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BC2541-B409-B589-BCC2-910C7A8DC65E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E2A8A9-A1BB-8712-0F2D-C302D843678A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4F1D836-62CD-F1AD-3ACF-D020CFBFFA39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C459982-CE7D-893B-40B3-4D651EF6D1CC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A05A609-63A6-B70D-FE97-6EFC03A661B3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6262885-2921-EFD0-C956-801FC14FC50A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BC5BC146-AD8C-3257-5129-1EF8A14C3701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0F2087B7-92EA-E3B0-DF40-00D5CCDF1F28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FCB06632-7BDA-B7CB-1B79-094ECD22FD7E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D1ACB7C-7DD2-2835-1E89-5C291B1641D4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9" name="Picture 2" descr="France • Fabio’s LifeTour">
            <a:extLst>
              <a:ext uri="{FF2B5EF4-FFF2-40B4-BE49-F238E27FC236}">
                <a16:creationId xmlns:a16="http://schemas.microsoft.com/office/drawing/2014/main" id="{5836FF43-923C-DB24-08B9-E04DAB80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7" y="2354795"/>
            <a:ext cx="290387" cy="19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DAB411AF-C59D-9D45-BF9E-9724751F09CC}"/>
              </a:ext>
            </a:extLst>
          </p:cNvPr>
          <p:cNvSpPr/>
          <p:nvPr/>
        </p:nvSpPr>
        <p:spPr>
          <a:xfrm>
            <a:off x="2732536" y="3181929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A98BCCE0-B171-81CF-F7FC-0C435312AD6B}"/>
              </a:ext>
            </a:extLst>
          </p:cNvPr>
          <p:cNvSpPr txBox="1"/>
          <p:nvPr/>
        </p:nvSpPr>
        <p:spPr>
          <a:xfrm>
            <a:off x="2768750" y="3201140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F1697A-710F-A609-403B-4B76B66A46CB}"/>
              </a:ext>
            </a:extLst>
          </p:cNvPr>
          <p:cNvSpPr/>
          <p:nvPr/>
        </p:nvSpPr>
        <p:spPr>
          <a:xfrm>
            <a:off x="5558032" y="3177956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62247B1-D5F9-959F-B3AA-D809F5316DD5}"/>
              </a:ext>
            </a:extLst>
          </p:cNvPr>
          <p:cNvSpPr/>
          <p:nvPr/>
        </p:nvSpPr>
        <p:spPr>
          <a:xfrm>
            <a:off x="8383528" y="3181929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8719E810-ECEE-3EB1-125E-9855E4C9EBF8}"/>
              </a:ext>
            </a:extLst>
          </p:cNvPr>
          <p:cNvSpPr txBox="1"/>
          <p:nvPr/>
        </p:nvSpPr>
        <p:spPr>
          <a:xfrm>
            <a:off x="5596129" y="3213332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C1444DE-8784-61A4-B754-E7C70E07C682}"/>
              </a:ext>
            </a:extLst>
          </p:cNvPr>
          <p:cNvSpPr txBox="1"/>
          <p:nvPr/>
        </p:nvSpPr>
        <p:spPr>
          <a:xfrm>
            <a:off x="8419742" y="3213332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883ACD68-9BB1-39F3-6A99-634240B2BE95}"/>
              </a:ext>
            </a:extLst>
          </p:cNvPr>
          <p:cNvSpPr txBox="1"/>
          <p:nvPr/>
        </p:nvSpPr>
        <p:spPr>
          <a:xfrm>
            <a:off x="2967814" y="35426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de balle et enchainement 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0A14448-1ED1-C517-FF70-2C338B9390F5}"/>
              </a:ext>
            </a:extLst>
          </p:cNvPr>
          <p:cNvSpPr/>
          <p:nvPr/>
        </p:nvSpPr>
        <p:spPr>
          <a:xfrm>
            <a:off x="2760037" y="3557884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751984-B6BE-5846-64DC-38B055858D6C}"/>
              </a:ext>
            </a:extLst>
          </p:cNvPr>
          <p:cNvSpPr/>
          <p:nvPr/>
        </p:nvSpPr>
        <p:spPr>
          <a:xfrm>
            <a:off x="2760037" y="379562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5A0DF35-5C1E-CAC8-69F6-68FD17650554}"/>
              </a:ext>
            </a:extLst>
          </p:cNvPr>
          <p:cNvSpPr/>
          <p:nvPr/>
        </p:nvSpPr>
        <p:spPr>
          <a:xfrm>
            <a:off x="8415115" y="3496166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CA16A00F-DA6F-B32C-8452-DAC75988A5C2}"/>
              </a:ext>
            </a:extLst>
          </p:cNvPr>
          <p:cNvSpPr txBox="1"/>
          <p:nvPr/>
        </p:nvSpPr>
        <p:spPr>
          <a:xfrm>
            <a:off x="8653319" y="34809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866012A2-701B-257E-CCE7-E654D2F29E6E}"/>
              </a:ext>
            </a:extLst>
          </p:cNvPr>
          <p:cNvSpPr txBox="1"/>
          <p:nvPr/>
        </p:nvSpPr>
        <p:spPr>
          <a:xfrm>
            <a:off x="2961718" y="378913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B2C46599-7B7A-AC9D-DCFE-7BD37841EC40}"/>
              </a:ext>
            </a:extLst>
          </p:cNvPr>
          <p:cNvSpPr txBox="1"/>
          <p:nvPr/>
        </p:nvSpPr>
        <p:spPr>
          <a:xfrm>
            <a:off x="2961718" y="424425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D0946887-1D63-4359-E735-9DE30B14E766}"/>
              </a:ext>
            </a:extLst>
          </p:cNvPr>
          <p:cNvSpPr txBox="1"/>
          <p:nvPr/>
        </p:nvSpPr>
        <p:spPr>
          <a:xfrm>
            <a:off x="5730161" y="354265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9993E531-3623-66F0-9C72-8BD77A5E0B89}"/>
              </a:ext>
            </a:extLst>
          </p:cNvPr>
          <p:cNvSpPr txBox="1"/>
          <p:nvPr/>
        </p:nvSpPr>
        <p:spPr>
          <a:xfrm>
            <a:off x="5721773" y="37748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BAEEF60C-49CF-C5CC-0A92-35C28B6383A2}"/>
              </a:ext>
            </a:extLst>
          </p:cNvPr>
          <p:cNvSpPr txBox="1"/>
          <p:nvPr/>
        </p:nvSpPr>
        <p:spPr>
          <a:xfrm>
            <a:off x="5724065" y="399852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034AFEEC-701A-5C9B-AC40-FA7B4852B78B}"/>
              </a:ext>
            </a:extLst>
          </p:cNvPr>
          <p:cNvSpPr txBox="1"/>
          <p:nvPr/>
        </p:nvSpPr>
        <p:spPr>
          <a:xfrm>
            <a:off x="8653319" y="367865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89A93F8C-B739-77C8-3342-A8065D39C883}"/>
              </a:ext>
            </a:extLst>
          </p:cNvPr>
          <p:cNvSpPr txBox="1"/>
          <p:nvPr/>
        </p:nvSpPr>
        <p:spPr>
          <a:xfrm>
            <a:off x="8666497" y="55468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DA8792D3-5EF3-7DD4-78EA-729835F49ED7}"/>
              </a:ext>
            </a:extLst>
          </p:cNvPr>
          <p:cNvSpPr txBox="1"/>
          <p:nvPr/>
        </p:nvSpPr>
        <p:spPr>
          <a:xfrm>
            <a:off x="8655611" y="385069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reconnaitre son rôle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944AE76E-7B78-F449-C718-D277ECB4A444}"/>
              </a:ext>
            </a:extLst>
          </p:cNvPr>
          <p:cNvSpPr txBox="1"/>
          <p:nvPr/>
        </p:nvSpPr>
        <p:spPr>
          <a:xfrm>
            <a:off x="8655611" y="405357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A09A350A-A58A-46C5-EF68-E4D901BD2151}"/>
              </a:ext>
            </a:extLst>
          </p:cNvPr>
          <p:cNvSpPr txBox="1"/>
          <p:nvPr/>
        </p:nvSpPr>
        <p:spPr>
          <a:xfrm>
            <a:off x="2961718" y="44824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4866F171-9140-7D3B-9F11-C864795876DB}"/>
              </a:ext>
            </a:extLst>
          </p:cNvPr>
          <p:cNvSpPr txBox="1"/>
          <p:nvPr/>
        </p:nvSpPr>
        <p:spPr>
          <a:xfrm>
            <a:off x="2967814" y="47080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BBB32D1A-E3B7-C9EE-21A1-25269BA8ED6F}"/>
              </a:ext>
            </a:extLst>
          </p:cNvPr>
          <p:cNvSpPr txBox="1"/>
          <p:nvPr/>
        </p:nvSpPr>
        <p:spPr>
          <a:xfrm>
            <a:off x="8655611" y="42695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0A3752B2-81B9-47C4-A836-BEED7CB29EC3}"/>
              </a:ext>
            </a:extLst>
          </p:cNvPr>
          <p:cNvSpPr txBox="1"/>
          <p:nvPr/>
        </p:nvSpPr>
        <p:spPr>
          <a:xfrm>
            <a:off x="8655611" y="44776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0D559D25-8DEA-8B9A-E67F-2D6C89521406}"/>
              </a:ext>
            </a:extLst>
          </p:cNvPr>
          <p:cNvSpPr txBox="1"/>
          <p:nvPr/>
        </p:nvSpPr>
        <p:spPr>
          <a:xfrm>
            <a:off x="5724065" y="424910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Présence 2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ballon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2B3B3A53-7439-1006-B96C-E06878DFEF70}"/>
              </a:ext>
            </a:extLst>
          </p:cNvPr>
          <p:cNvSpPr txBox="1"/>
          <p:nvPr/>
        </p:nvSpPr>
        <p:spPr>
          <a:xfrm>
            <a:off x="8655611" y="46887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 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077A9554-00A3-1B4F-49C2-53D08FC3FE46}"/>
              </a:ext>
            </a:extLst>
          </p:cNvPr>
          <p:cNvSpPr txBox="1"/>
          <p:nvPr/>
        </p:nvSpPr>
        <p:spPr>
          <a:xfrm>
            <a:off x="5724065" y="45038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les lignes de passes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6D1DB92F-A431-6FAC-3E49-EA3B172F28C3}"/>
              </a:ext>
            </a:extLst>
          </p:cNvPr>
          <p:cNvSpPr txBox="1"/>
          <p:nvPr/>
        </p:nvSpPr>
        <p:spPr>
          <a:xfrm>
            <a:off x="5724065" y="47433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A00C30B6-E6DB-94C9-90A9-218DAF7638A6}"/>
              </a:ext>
            </a:extLst>
          </p:cNvPr>
          <p:cNvSpPr txBox="1"/>
          <p:nvPr/>
        </p:nvSpPr>
        <p:spPr>
          <a:xfrm>
            <a:off x="8666497" y="49056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de position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E8282B94-B159-ADB8-42BC-C75C64EFB3D4}"/>
              </a:ext>
            </a:extLst>
          </p:cNvPr>
          <p:cNvSpPr txBox="1"/>
          <p:nvPr/>
        </p:nvSpPr>
        <p:spPr>
          <a:xfrm>
            <a:off x="8666497" y="512302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du rythme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2615123B-B4F6-3E5A-D8CA-4608FD5557F0}"/>
              </a:ext>
            </a:extLst>
          </p:cNvPr>
          <p:cNvSpPr txBox="1"/>
          <p:nvPr/>
        </p:nvSpPr>
        <p:spPr>
          <a:xfrm>
            <a:off x="2961718" y="49405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B13CC3D0-910A-4D58-77B3-B79CC6024B1A}"/>
              </a:ext>
            </a:extLst>
          </p:cNvPr>
          <p:cNvSpPr txBox="1"/>
          <p:nvPr/>
        </p:nvSpPr>
        <p:spPr>
          <a:xfrm>
            <a:off x="2961718" y="515829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4EE7E3BA-F98F-8728-4785-3C90F18D07CF}"/>
              </a:ext>
            </a:extLst>
          </p:cNvPr>
          <p:cNvSpPr txBox="1"/>
          <p:nvPr/>
        </p:nvSpPr>
        <p:spPr>
          <a:xfrm>
            <a:off x="2950832" y="402654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s’orienter sur une touche 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E6DF1621-DA04-5BBF-9EBF-10A6D332B17C}"/>
              </a:ext>
            </a:extLst>
          </p:cNvPr>
          <p:cNvSpPr txBox="1"/>
          <p:nvPr/>
        </p:nvSpPr>
        <p:spPr>
          <a:xfrm>
            <a:off x="2950832" y="537601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en une touche de balle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D3AC537-7A58-DED4-9542-E69015E31E88}"/>
              </a:ext>
            </a:extLst>
          </p:cNvPr>
          <p:cNvSpPr txBox="1"/>
          <p:nvPr/>
        </p:nvSpPr>
        <p:spPr>
          <a:xfrm>
            <a:off x="8666497" y="53513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orienter le jeu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4DDCB38C-161A-CCAE-328C-C57A6703780B}"/>
              </a:ext>
            </a:extLst>
          </p:cNvPr>
          <p:cNvSpPr txBox="1"/>
          <p:nvPr/>
        </p:nvSpPr>
        <p:spPr>
          <a:xfrm>
            <a:off x="8666497" y="577182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situations de crise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7D05766-9C7A-0CA0-9346-B6E4759FEBE6}"/>
              </a:ext>
            </a:extLst>
          </p:cNvPr>
          <p:cNvSpPr txBox="1"/>
          <p:nvPr/>
        </p:nvSpPr>
        <p:spPr>
          <a:xfrm>
            <a:off x="8666497" y="5992456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03E0AC56-3A7F-95D7-3370-0167A5D11FBF}"/>
              </a:ext>
            </a:extLst>
          </p:cNvPr>
          <p:cNvSpPr txBox="1"/>
          <p:nvPr/>
        </p:nvSpPr>
        <p:spPr>
          <a:xfrm>
            <a:off x="2939947" y="561549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EA010B4E-74E1-A338-BBAB-5D3E23AC76C5}"/>
              </a:ext>
            </a:extLst>
          </p:cNvPr>
          <p:cNvSpPr txBox="1"/>
          <p:nvPr/>
        </p:nvSpPr>
        <p:spPr>
          <a:xfrm>
            <a:off x="2939947" y="583321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11101C42-65E0-59E0-02F4-935C5367AFBD}"/>
              </a:ext>
            </a:extLst>
          </p:cNvPr>
          <p:cNvSpPr txBox="1"/>
          <p:nvPr/>
        </p:nvSpPr>
        <p:spPr>
          <a:xfrm>
            <a:off x="2961718" y="605024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3E0D5138-9C25-F3B3-519C-98813F36C62F}"/>
              </a:ext>
            </a:extLst>
          </p:cNvPr>
          <p:cNvSpPr txBox="1"/>
          <p:nvPr/>
        </p:nvSpPr>
        <p:spPr>
          <a:xfrm>
            <a:off x="5721773" y="497429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48ECAE2E-4C3C-3585-C9DD-F6E4C4ED40C8}"/>
              </a:ext>
            </a:extLst>
          </p:cNvPr>
          <p:cNvSpPr txBox="1"/>
          <p:nvPr/>
        </p:nvSpPr>
        <p:spPr>
          <a:xfrm>
            <a:off x="5715796" y="51954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Anticipation / interception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F0FCB8B-1B3B-85F4-9A3D-5EE051D95220}"/>
              </a:ext>
            </a:extLst>
          </p:cNvPr>
          <p:cNvSpPr/>
          <p:nvPr/>
        </p:nvSpPr>
        <p:spPr>
          <a:xfrm>
            <a:off x="2793857" y="538834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2F675BA-F868-4A7A-90FA-623CBD0F218B}"/>
              </a:ext>
            </a:extLst>
          </p:cNvPr>
          <p:cNvSpPr/>
          <p:nvPr/>
        </p:nvSpPr>
        <p:spPr>
          <a:xfrm>
            <a:off x="2760037" y="402654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C754DBC-81F6-1F4C-C87D-B7E1FA660615}"/>
              </a:ext>
            </a:extLst>
          </p:cNvPr>
          <p:cNvSpPr/>
          <p:nvPr/>
        </p:nvSpPr>
        <p:spPr>
          <a:xfrm>
            <a:off x="2768750" y="470804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760DA2E-2AA9-4CE8-10AB-3B6A96B18BAF}"/>
              </a:ext>
            </a:extLst>
          </p:cNvPr>
          <p:cNvSpPr/>
          <p:nvPr/>
        </p:nvSpPr>
        <p:spPr>
          <a:xfrm>
            <a:off x="2768750" y="4477610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4501DBD-6252-6DFE-03E2-EDE001DD6BEA}"/>
              </a:ext>
            </a:extLst>
          </p:cNvPr>
          <p:cNvSpPr/>
          <p:nvPr/>
        </p:nvSpPr>
        <p:spPr>
          <a:xfrm>
            <a:off x="5596129" y="3546403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62752DE-748D-98F7-876F-6A6D74107C51}"/>
              </a:ext>
            </a:extLst>
          </p:cNvPr>
          <p:cNvSpPr/>
          <p:nvPr/>
        </p:nvSpPr>
        <p:spPr>
          <a:xfrm>
            <a:off x="2775053" y="5615448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2B3F324-A52B-1CD1-50E4-18391886C742}"/>
              </a:ext>
            </a:extLst>
          </p:cNvPr>
          <p:cNvSpPr/>
          <p:nvPr/>
        </p:nvSpPr>
        <p:spPr>
          <a:xfrm>
            <a:off x="5574972" y="400976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EC38DDE-D29F-DC98-5EC9-F1D53B4BEEBC}"/>
              </a:ext>
            </a:extLst>
          </p:cNvPr>
          <p:cNvSpPr/>
          <p:nvPr/>
        </p:nvSpPr>
        <p:spPr>
          <a:xfrm>
            <a:off x="2768750" y="6055143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771B82B-338F-E52D-555B-07E522273B9E}"/>
              </a:ext>
            </a:extLst>
          </p:cNvPr>
          <p:cNvSpPr/>
          <p:nvPr/>
        </p:nvSpPr>
        <p:spPr>
          <a:xfrm>
            <a:off x="2768750" y="4955971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5F4CB2E-D8BE-7196-0DB1-88CE00613F08}"/>
              </a:ext>
            </a:extLst>
          </p:cNvPr>
          <p:cNvSpPr/>
          <p:nvPr/>
        </p:nvSpPr>
        <p:spPr>
          <a:xfrm>
            <a:off x="2781050" y="5151592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45AE568-99AE-6899-E090-4988EB66BCCA}"/>
              </a:ext>
            </a:extLst>
          </p:cNvPr>
          <p:cNvSpPr/>
          <p:nvPr/>
        </p:nvSpPr>
        <p:spPr>
          <a:xfrm>
            <a:off x="5573826" y="3777221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1F24658-A8F7-E763-32E4-585F4C210ADD}"/>
              </a:ext>
            </a:extLst>
          </p:cNvPr>
          <p:cNvSpPr/>
          <p:nvPr/>
        </p:nvSpPr>
        <p:spPr>
          <a:xfrm>
            <a:off x="5558032" y="4765711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F9BD78F-E706-FC38-3C9A-E2823C634919}"/>
              </a:ext>
            </a:extLst>
          </p:cNvPr>
          <p:cNvSpPr/>
          <p:nvPr/>
        </p:nvSpPr>
        <p:spPr>
          <a:xfrm>
            <a:off x="2772243" y="4257473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3A36BA0-3B81-5BDB-DFB2-E416FC744718}"/>
              </a:ext>
            </a:extLst>
          </p:cNvPr>
          <p:cNvSpPr/>
          <p:nvPr/>
        </p:nvSpPr>
        <p:spPr>
          <a:xfrm>
            <a:off x="2784236" y="5863664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D4DC922-BE9E-7D26-4EBE-C1F565E25B4D}"/>
              </a:ext>
            </a:extLst>
          </p:cNvPr>
          <p:cNvSpPr/>
          <p:nvPr/>
        </p:nvSpPr>
        <p:spPr>
          <a:xfrm>
            <a:off x="5558032" y="4508063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0199A3C-DF4C-CAE8-2270-133BAD986780}"/>
              </a:ext>
            </a:extLst>
          </p:cNvPr>
          <p:cNvSpPr/>
          <p:nvPr/>
        </p:nvSpPr>
        <p:spPr>
          <a:xfrm>
            <a:off x="8426658" y="5359299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3D1B83A-1E32-B6DE-7870-80B047E26317}"/>
              </a:ext>
            </a:extLst>
          </p:cNvPr>
          <p:cNvSpPr/>
          <p:nvPr/>
        </p:nvSpPr>
        <p:spPr>
          <a:xfrm>
            <a:off x="5558032" y="498952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F8164D3-D120-F588-F605-03C386624C6F}"/>
              </a:ext>
            </a:extLst>
          </p:cNvPr>
          <p:cNvSpPr/>
          <p:nvPr/>
        </p:nvSpPr>
        <p:spPr>
          <a:xfrm>
            <a:off x="5555829" y="521977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7E067AE-CCC6-6940-F672-BFC163573191}"/>
              </a:ext>
            </a:extLst>
          </p:cNvPr>
          <p:cNvSpPr/>
          <p:nvPr/>
        </p:nvSpPr>
        <p:spPr>
          <a:xfrm>
            <a:off x="5574972" y="4259483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A03E4B7-0A06-9E37-9021-2F923E8E1EF2}"/>
              </a:ext>
            </a:extLst>
          </p:cNvPr>
          <p:cNvSpPr/>
          <p:nvPr/>
        </p:nvSpPr>
        <p:spPr>
          <a:xfrm>
            <a:off x="8415115" y="4300002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71284C8-2583-0B23-A531-AC1F580C17FF}"/>
              </a:ext>
            </a:extLst>
          </p:cNvPr>
          <p:cNvSpPr/>
          <p:nvPr/>
        </p:nvSpPr>
        <p:spPr>
          <a:xfrm>
            <a:off x="8426658" y="4920886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D87C76B-67D5-9A69-85F8-A496EF6D8F93}"/>
              </a:ext>
            </a:extLst>
          </p:cNvPr>
          <p:cNvSpPr/>
          <p:nvPr/>
        </p:nvSpPr>
        <p:spPr>
          <a:xfrm>
            <a:off x="8428845" y="5993568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9EFDE65-D240-DA9D-A307-AE7AF4C2705D}"/>
              </a:ext>
            </a:extLst>
          </p:cNvPr>
          <p:cNvSpPr/>
          <p:nvPr/>
        </p:nvSpPr>
        <p:spPr>
          <a:xfrm>
            <a:off x="8415115" y="470804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C671798-1979-C5A4-24DC-EA2B27F53C94}"/>
              </a:ext>
            </a:extLst>
          </p:cNvPr>
          <p:cNvSpPr/>
          <p:nvPr/>
        </p:nvSpPr>
        <p:spPr>
          <a:xfrm>
            <a:off x="8415115" y="512302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A89DF70-2385-CC0F-F2F7-25502E0E5595}"/>
              </a:ext>
            </a:extLst>
          </p:cNvPr>
          <p:cNvSpPr/>
          <p:nvPr/>
        </p:nvSpPr>
        <p:spPr>
          <a:xfrm>
            <a:off x="8430980" y="371517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364AB88-5B61-045A-AD2E-AA67B8F02897}"/>
              </a:ext>
            </a:extLst>
          </p:cNvPr>
          <p:cNvSpPr/>
          <p:nvPr/>
        </p:nvSpPr>
        <p:spPr>
          <a:xfrm>
            <a:off x="8443511" y="4477610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C8D4A7D-E97E-6F72-B08F-23E15E215F65}"/>
              </a:ext>
            </a:extLst>
          </p:cNvPr>
          <p:cNvSpPr/>
          <p:nvPr/>
        </p:nvSpPr>
        <p:spPr>
          <a:xfrm>
            <a:off x="8420782" y="556900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DF3E0EF-9BAF-9BD9-766B-33A94802BEC7}"/>
              </a:ext>
            </a:extLst>
          </p:cNvPr>
          <p:cNvSpPr/>
          <p:nvPr/>
        </p:nvSpPr>
        <p:spPr>
          <a:xfrm>
            <a:off x="8453493" y="411871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434FC86-1932-334D-4FF9-513D10510C18}"/>
              </a:ext>
            </a:extLst>
          </p:cNvPr>
          <p:cNvSpPr/>
          <p:nvPr/>
        </p:nvSpPr>
        <p:spPr>
          <a:xfrm>
            <a:off x="8453493" y="3931873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EF7C2A9D-3C8E-7C1F-FCCF-37993EA5F600}"/>
              </a:ext>
            </a:extLst>
          </p:cNvPr>
          <p:cNvSpPr/>
          <p:nvPr/>
        </p:nvSpPr>
        <p:spPr>
          <a:xfrm>
            <a:off x="8434695" y="5776368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9B3B0BC8-2C39-E57A-551F-E8E0C7F2FF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F31AACB-06C2-4276-F078-DC7E690E3916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963EA4-1487-4DFE-F1A4-504D1F605EFE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AB215B7-B41B-482C-2943-8B6A04D7A691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0B58AE7-8D32-D622-4663-E8DF3D78F7DE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C98B8A9-CFD7-3CF1-62E5-2C869E943174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91" name="Graphique 90">
            <a:extLst>
              <a:ext uri="{FF2B5EF4-FFF2-40B4-BE49-F238E27FC236}">
                <a16:creationId xmlns:a16="http://schemas.microsoft.com/office/drawing/2014/main" id="{C5FF7B01-3A49-EA5D-091A-9277F0EAEA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73" name="Rectangle 172">
            <a:extLst>
              <a:ext uri="{FF2B5EF4-FFF2-40B4-BE49-F238E27FC236}">
                <a16:creationId xmlns:a16="http://schemas.microsoft.com/office/drawing/2014/main" id="{B6AE638A-9689-A6C1-D85B-E39E5BE57676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A0A6339-E966-C025-8E29-EFC627807CBB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D126BB8-DE77-5D7B-4D3C-880DC88FD229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2CD383D-3A69-F858-5150-852459CD3F73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0562983-9D3F-73C6-41DA-E1D31F7C79FD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BF5F61F-F679-4E44-F227-6BD3B34D0415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17783E4-8A4B-4F1A-0EA5-35A46D14BE92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18432A9-DD59-8CB4-B87D-54AC712731DC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A83AD22-0521-1464-C461-8C9D217F5BBD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1C35017-687F-0F2D-4EF5-94E8DA75D596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A956F37-89A2-D7FB-9EBF-BD5EF865E53F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E85A712-48F4-4C68-836C-95B59E672AB6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7B963E5-D330-DD0F-9020-0838BEF5A5C7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04" name="Image 203">
            <a:extLst>
              <a:ext uri="{FF2B5EF4-FFF2-40B4-BE49-F238E27FC236}">
                <a16:creationId xmlns:a16="http://schemas.microsoft.com/office/drawing/2014/main" id="{B8DF5565-D88C-06DE-601B-CDACD3DB58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205" name="Image 204">
            <a:extLst>
              <a:ext uri="{FF2B5EF4-FFF2-40B4-BE49-F238E27FC236}">
                <a16:creationId xmlns:a16="http://schemas.microsoft.com/office/drawing/2014/main" id="{996DB2EF-DDE7-BF32-51B2-FA139279E6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4" name="ZoneTexte 22">
            <a:extLst>
              <a:ext uri="{FF2B5EF4-FFF2-40B4-BE49-F238E27FC236}">
                <a16:creationId xmlns:a16="http://schemas.microsoft.com/office/drawing/2014/main" id="{B75E52AC-8DF5-C9D2-F5EB-B6B59B2E1EA7}"/>
              </a:ext>
            </a:extLst>
          </p:cNvPr>
          <p:cNvSpPr txBox="1"/>
          <p:nvPr/>
        </p:nvSpPr>
        <p:spPr>
          <a:xfrm>
            <a:off x="1322041" y="3030961"/>
            <a:ext cx="68448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11.05.2010</a:t>
            </a:r>
            <a:endParaRPr dirty="0"/>
          </a:p>
        </p:txBody>
      </p:sp>
      <p:sp>
        <p:nvSpPr>
          <p:cNvPr id="6" name="ZoneTexte 22">
            <a:extLst>
              <a:ext uri="{FF2B5EF4-FFF2-40B4-BE49-F238E27FC236}">
                <a16:creationId xmlns:a16="http://schemas.microsoft.com/office/drawing/2014/main" id="{A4A4E374-22DB-631A-415E-78D239A0CEFD}"/>
              </a:ext>
            </a:extLst>
          </p:cNvPr>
          <p:cNvSpPr txBox="1"/>
          <p:nvPr/>
        </p:nvSpPr>
        <p:spPr>
          <a:xfrm>
            <a:off x="1482925" y="3385101"/>
            <a:ext cx="115416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D</a:t>
            </a:r>
            <a:endParaRPr dirty="0"/>
          </a:p>
        </p:txBody>
      </p:sp>
      <p:sp>
        <p:nvSpPr>
          <p:cNvPr id="7" name="ZoneTexte 22">
            <a:extLst>
              <a:ext uri="{FF2B5EF4-FFF2-40B4-BE49-F238E27FC236}">
                <a16:creationId xmlns:a16="http://schemas.microsoft.com/office/drawing/2014/main" id="{8A5BC799-7B65-AFF7-0CBA-8AF8737DFBEC}"/>
              </a:ext>
            </a:extLst>
          </p:cNvPr>
          <p:cNvSpPr txBox="1"/>
          <p:nvPr/>
        </p:nvSpPr>
        <p:spPr>
          <a:xfrm>
            <a:off x="1399146" y="3765633"/>
            <a:ext cx="57547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182,</a:t>
            </a:r>
            <a:r>
              <a:rPr lang="fr-FR" dirty="0"/>
              <a:t>2cm</a:t>
            </a:r>
            <a:endParaRPr dirty="0"/>
          </a:p>
        </p:txBody>
      </p:sp>
      <p:sp>
        <p:nvSpPr>
          <p:cNvPr id="8" name="ZoneTexte 22">
            <a:extLst>
              <a:ext uri="{FF2B5EF4-FFF2-40B4-BE49-F238E27FC236}">
                <a16:creationId xmlns:a16="http://schemas.microsoft.com/office/drawing/2014/main" id="{28CC05A6-59FB-491E-AEF0-D0491FE3F1F1}"/>
              </a:ext>
            </a:extLst>
          </p:cNvPr>
          <p:cNvSpPr txBox="1"/>
          <p:nvPr/>
        </p:nvSpPr>
        <p:spPr>
          <a:xfrm>
            <a:off x="1428487" y="4180555"/>
            <a:ext cx="41036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68KG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923F4-510E-8DCA-3288-10438A553513}"/>
              </a:ext>
            </a:extLst>
          </p:cNvPr>
          <p:cNvSpPr/>
          <p:nvPr/>
        </p:nvSpPr>
        <p:spPr>
          <a:xfrm>
            <a:off x="4618023" y="1389933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97280A-90E0-300F-C237-9E4EDCC4E50A}"/>
              </a:ext>
            </a:extLst>
          </p:cNvPr>
          <p:cNvSpPr/>
          <p:nvPr/>
        </p:nvSpPr>
        <p:spPr>
          <a:xfrm>
            <a:off x="4653010" y="183784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4A3705-8D53-A229-D5EE-A3A12F51A6B7}"/>
              </a:ext>
            </a:extLst>
          </p:cNvPr>
          <p:cNvSpPr/>
          <p:nvPr/>
        </p:nvSpPr>
        <p:spPr>
          <a:xfrm>
            <a:off x="3179522" y="2250453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7476A5-5A23-7436-D640-5DE17A36C651}"/>
              </a:ext>
            </a:extLst>
          </p:cNvPr>
          <p:cNvSpPr/>
          <p:nvPr/>
        </p:nvSpPr>
        <p:spPr>
          <a:xfrm>
            <a:off x="3909067" y="224435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2ABD05-4950-9EAC-0296-8BC1AAC3992B}"/>
              </a:ext>
            </a:extLst>
          </p:cNvPr>
          <p:cNvSpPr/>
          <p:nvPr/>
        </p:nvSpPr>
        <p:spPr>
          <a:xfrm>
            <a:off x="5373167" y="2250453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686302-2D55-B383-BD9D-7A25952470E7}"/>
              </a:ext>
            </a:extLst>
          </p:cNvPr>
          <p:cNvSpPr/>
          <p:nvPr/>
        </p:nvSpPr>
        <p:spPr>
          <a:xfrm>
            <a:off x="6102021" y="2250453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95F91E-D3DF-B3B1-8B97-2AE802878337}"/>
              </a:ext>
            </a:extLst>
          </p:cNvPr>
          <p:cNvSpPr/>
          <p:nvPr/>
        </p:nvSpPr>
        <p:spPr>
          <a:xfrm>
            <a:off x="4646579" y="224747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8" name="Graphique 17" descr="Badge Tick1 contour">
            <a:extLst>
              <a:ext uri="{FF2B5EF4-FFF2-40B4-BE49-F238E27FC236}">
                <a16:creationId xmlns:a16="http://schemas.microsoft.com/office/drawing/2014/main" id="{624FBF86-7288-1FEA-5D73-DA24962C0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3634" y="5077933"/>
            <a:ext cx="383037" cy="383037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22401AB0-564B-EFEA-B1DE-D6B2209DEC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34248" y="2004389"/>
            <a:ext cx="818006" cy="818006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A9DA6B60-0DAE-8D47-0D9A-29E76DE334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8284" y="699369"/>
            <a:ext cx="818006" cy="81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8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C92D69-9144-4BF3-84D1-2F79FCDB5239}"/>
</file>

<file path=customXml/itemProps2.xml><?xml version="1.0" encoding="utf-8"?>
<ds:datastoreItem xmlns:ds="http://schemas.openxmlformats.org/officeDocument/2006/customXml" ds:itemID="{8E9B66EE-43D2-49FF-898E-DCD517785142}">
  <ds:schemaRefs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d2aa4942-3767-4fb4-b828-61a76fcbf9df"/>
    <ds:schemaRef ds:uri="1d40e6f8-d294-4e0a-a4ec-60755aee44c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180</Words>
  <Application>Microsoft Office PowerPoint</Application>
  <PresentationFormat>Grand écran</PresentationFormat>
  <Paragraphs>60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OM Marseille Light</vt:lpstr>
      <vt:lpstr>Arial</vt:lpstr>
      <vt:lpstr>OM Marseille Medium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David Recouvreur</cp:lastModifiedBy>
  <cp:revision>2</cp:revision>
  <dcterms:created xsi:type="dcterms:W3CDTF">2026-08-04T15:25:27Z</dcterms:created>
  <dcterms:modified xsi:type="dcterms:W3CDTF">2026-08-06T15:40:33Z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