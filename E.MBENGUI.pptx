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85" r:id="rId6"/>
  </p:sldIdLst>
  <p:sldSz cx="12192000" cy="6858000"/>
  <p:notesSz cx="6858000" cy="9144000"/>
  <p:embeddedFontLst>
    <p:embeddedFont>
      <p:font typeface="OM Marseille Light" pitchFamily="50" charset="0"/>
      <p:regular r:id="rId9"/>
    </p:embeddedFont>
    <p:embeddedFont>
      <p:font typeface="OM Marseille Medium" pitchFamily="50" charset="0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A5E84-A12E-4469-916C-7B6A2CABB630}" v="5" dt="2026-08-06T15:39:08.845"/>
    <p1510:client id="{3F6B1D5D-8E15-1E4B-8988-3914153D66AB}" v="2" dt="2026-08-06T07:33:24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Recouvreur" userId="eb6916c3-51ba-4176-b211-2d3af9ee51de" providerId="ADAL" clId="{C83E26FE-4162-4AA5-97C8-454BCC2C930F}"/>
    <pc:docChg chg="undo custSel modSld">
      <pc:chgData name="David Recouvreur" userId="eb6916c3-51ba-4176-b211-2d3af9ee51de" providerId="ADAL" clId="{C83E26FE-4162-4AA5-97C8-454BCC2C930F}" dt="2026-08-06T15:39:08.845" v="124" actId="14826"/>
      <pc:docMkLst>
        <pc:docMk/>
      </pc:docMkLst>
      <pc:sldChg chg="addSp delSp modSp mod">
        <pc:chgData name="David Recouvreur" userId="eb6916c3-51ba-4176-b211-2d3af9ee51de" providerId="ADAL" clId="{C83E26FE-4162-4AA5-97C8-454BCC2C930F}" dt="2026-08-06T15:39:08.845" v="124" actId="14826"/>
        <pc:sldMkLst>
          <pc:docMk/>
          <pc:sldMk cId="2523577696" sldId="285"/>
        </pc:sldMkLst>
        <pc:spChg chg="del">
          <ac:chgData name="David Recouvreur" userId="eb6916c3-51ba-4176-b211-2d3af9ee51de" providerId="ADAL" clId="{C83E26FE-4162-4AA5-97C8-454BCC2C930F}" dt="2026-08-06T15:31:59.292" v="105" actId="478"/>
          <ac:spMkLst>
            <pc:docMk/>
            <pc:sldMk cId="2523577696" sldId="285"/>
            <ac:spMk id="4" creationId="{89A7F50C-BCAE-B4EF-0763-CC8B2876E4E8}"/>
          </ac:spMkLst>
        </pc:spChg>
        <pc:spChg chg="del mod">
          <ac:chgData name="David Recouvreur" userId="eb6916c3-51ba-4176-b211-2d3af9ee51de" providerId="ADAL" clId="{C83E26FE-4162-4AA5-97C8-454BCC2C930F}" dt="2026-08-06T07:15:00.541" v="28" actId="478"/>
          <ac:spMkLst>
            <pc:docMk/>
            <pc:sldMk cId="2523577696" sldId="285"/>
            <ac:spMk id="12" creationId="{33163C77-EFF0-FC5D-D351-A57B83E02315}"/>
          </ac:spMkLst>
        </pc:spChg>
        <pc:spChg chg="add mod">
          <ac:chgData name="David Recouvreur" userId="eb6916c3-51ba-4176-b211-2d3af9ee51de" providerId="ADAL" clId="{C83E26FE-4162-4AA5-97C8-454BCC2C930F}" dt="2026-08-06T15:14:48.913" v="45" actId="1076"/>
          <ac:spMkLst>
            <pc:docMk/>
            <pc:sldMk cId="2523577696" sldId="285"/>
            <ac:spMk id="22" creationId="{3D60BB46-F4E7-E2DB-B73E-CAD4676CF949}"/>
          </ac:spMkLst>
        </pc:spChg>
        <pc:spChg chg="add mod">
          <ac:chgData name="David Recouvreur" userId="eb6916c3-51ba-4176-b211-2d3af9ee51de" providerId="ADAL" clId="{C83E26FE-4162-4AA5-97C8-454BCC2C930F}" dt="2026-08-06T07:14:11.281" v="23" actId="14100"/>
          <ac:spMkLst>
            <pc:docMk/>
            <pc:sldMk cId="2523577696" sldId="285"/>
            <ac:spMk id="22" creationId="{C64CD368-F95D-6C44-3B9B-D528FF65DF35}"/>
          </ac:spMkLst>
        </pc:spChg>
        <pc:spChg chg="add mod">
          <ac:chgData name="David Recouvreur" userId="eb6916c3-51ba-4176-b211-2d3af9ee51de" providerId="ADAL" clId="{C83E26FE-4162-4AA5-97C8-454BCC2C930F}" dt="2026-08-06T15:14:55.992" v="47" actId="1076"/>
          <ac:spMkLst>
            <pc:docMk/>
            <pc:sldMk cId="2523577696" sldId="285"/>
            <ac:spMk id="31" creationId="{443CE064-4021-529B-1752-1484EE343019}"/>
          </ac:spMkLst>
        </pc:spChg>
        <pc:spChg chg="mod">
          <ac:chgData name="David Recouvreur" userId="eb6916c3-51ba-4176-b211-2d3af9ee51de" providerId="ADAL" clId="{C83E26FE-4162-4AA5-97C8-454BCC2C930F}" dt="2026-08-06T07:08:39.406" v="7" actId="20577"/>
          <ac:spMkLst>
            <pc:docMk/>
            <pc:sldMk cId="2523577696" sldId="285"/>
            <ac:spMk id="37" creationId="{B769FD55-5F14-F709-6DF6-AC1BFA0D14E2}"/>
          </ac:spMkLst>
        </pc:spChg>
        <pc:spChg chg="add mod">
          <ac:chgData name="David Recouvreur" userId="eb6916c3-51ba-4176-b211-2d3af9ee51de" providerId="ADAL" clId="{C83E26FE-4162-4AA5-97C8-454BCC2C930F}" dt="2026-08-06T15:15:06.900" v="49" actId="1076"/>
          <ac:spMkLst>
            <pc:docMk/>
            <pc:sldMk cId="2523577696" sldId="285"/>
            <ac:spMk id="40" creationId="{7D06232E-0AD4-83CB-9F23-65DCC2BB37A0}"/>
          </ac:spMkLst>
        </pc:spChg>
        <pc:spChg chg="add mod">
          <ac:chgData name="David Recouvreur" userId="eb6916c3-51ba-4176-b211-2d3af9ee51de" providerId="ADAL" clId="{C83E26FE-4162-4AA5-97C8-454BCC2C930F}" dt="2026-08-06T15:15:14.312" v="51" actId="1076"/>
          <ac:spMkLst>
            <pc:docMk/>
            <pc:sldMk cId="2523577696" sldId="285"/>
            <ac:spMk id="54" creationId="{06C9631E-2A52-508B-B74B-34EE3911B321}"/>
          </ac:spMkLst>
        </pc:spChg>
        <pc:spChg chg="add mod">
          <ac:chgData name="David Recouvreur" userId="eb6916c3-51ba-4176-b211-2d3af9ee51de" providerId="ADAL" clId="{C83E26FE-4162-4AA5-97C8-454BCC2C930F}" dt="2026-08-06T07:16:14.536" v="42" actId="404"/>
          <ac:spMkLst>
            <pc:docMk/>
            <pc:sldMk cId="2523577696" sldId="285"/>
            <ac:spMk id="54" creationId="{291D24F8-29FF-AA3F-CF77-44E46BB113BE}"/>
          </ac:spMkLst>
        </pc:spChg>
        <pc:spChg chg="add mod">
          <ac:chgData name="David Recouvreur" userId="eb6916c3-51ba-4176-b211-2d3af9ee51de" providerId="ADAL" clId="{C83E26FE-4162-4AA5-97C8-454BCC2C930F}" dt="2026-08-06T15:15:17.694" v="53" actId="1076"/>
          <ac:spMkLst>
            <pc:docMk/>
            <pc:sldMk cId="2523577696" sldId="285"/>
            <ac:spMk id="65" creationId="{5E624774-F60A-F3B2-4931-F2A20973507E}"/>
          </ac:spMkLst>
        </pc:spChg>
        <pc:spChg chg="add mod">
          <ac:chgData name="David Recouvreur" userId="eb6916c3-51ba-4176-b211-2d3af9ee51de" providerId="ADAL" clId="{C83E26FE-4162-4AA5-97C8-454BCC2C930F}" dt="2026-08-06T07:13:41.453" v="10" actId="20577"/>
          <ac:spMkLst>
            <pc:docMk/>
            <pc:sldMk cId="2523577696" sldId="285"/>
            <ac:spMk id="65" creationId="{DE92F2A3-0C85-C31C-6026-F3DF5675993B}"/>
          </ac:spMkLst>
        </pc:spChg>
        <pc:spChg chg="add mod">
          <ac:chgData name="David Recouvreur" userId="eb6916c3-51ba-4176-b211-2d3af9ee51de" providerId="ADAL" clId="{C83E26FE-4162-4AA5-97C8-454BCC2C930F}" dt="2026-08-06T15:15:26.783" v="55" actId="1076"/>
          <ac:spMkLst>
            <pc:docMk/>
            <pc:sldMk cId="2523577696" sldId="285"/>
            <ac:spMk id="67" creationId="{2AC2E9C5-E062-5C1E-EF90-DB72EA7DF89E}"/>
          </ac:spMkLst>
        </pc:spChg>
        <pc:spChg chg="add mod">
          <ac:chgData name="David Recouvreur" userId="eb6916c3-51ba-4176-b211-2d3af9ee51de" providerId="ADAL" clId="{C83E26FE-4162-4AA5-97C8-454BCC2C930F}" dt="2026-08-06T07:16:23.604" v="43" actId="1076"/>
          <ac:spMkLst>
            <pc:docMk/>
            <pc:sldMk cId="2523577696" sldId="285"/>
            <ac:spMk id="67" creationId="{FEB33FCF-1CD7-C290-299F-3791057A839F}"/>
          </ac:spMkLst>
        </pc:spChg>
        <pc:spChg chg="add mod">
          <ac:chgData name="David Recouvreur" userId="eb6916c3-51ba-4176-b211-2d3af9ee51de" providerId="ADAL" clId="{C83E26FE-4162-4AA5-97C8-454BCC2C930F}" dt="2026-08-06T15:17:36.495" v="57" actId="1076"/>
          <ac:spMkLst>
            <pc:docMk/>
            <pc:sldMk cId="2523577696" sldId="285"/>
            <ac:spMk id="81" creationId="{CE1EC29D-63D7-C021-C9D6-825D47D20572}"/>
          </ac:spMkLst>
        </pc:spChg>
        <pc:spChg chg="add">
          <ac:chgData name="David Recouvreur" userId="eb6916c3-51ba-4176-b211-2d3af9ee51de" providerId="ADAL" clId="{C83E26FE-4162-4AA5-97C8-454BCC2C930F}" dt="2026-08-06T07:14:25.595" v="24" actId="22"/>
          <ac:spMkLst>
            <pc:docMk/>
            <pc:sldMk cId="2523577696" sldId="285"/>
            <ac:spMk id="81" creationId="{D050841B-607A-8ADB-9401-5CF3941340F1}"/>
          </ac:spMkLst>
        </pc:spChg>
        <pc:spChg chg="add mod">
          <ac:chgData name="David Recouvreur" userId="eb6916c3-51ba-4176-b211-2d3af9ee51de" providerId="ADAL" clId="{C83E26FE-4162-4AA5-97C8-454BCC2C930F}" dt="2026-08-06T07:15:04.862" v="29" actId="1076"/>
          <ac:spMkLst>
            <pc:docMk/>
            <pc:sldMk cId="2523577696" sldId="285"/>
            <ac:spMk id="83" creationId="{8CFBBAF0-D51F-6636-7EE2-AEAB84C93304}"/>
          </ac:spMkLst>
        </pc:spChg>
        <pc:spChg chg="add mod">
          <ac:chgData name="David Recouvreur" userId="eb6916c3-51ba-4176-b211-2d3af9ee51de" providerId="ADAL" clId="{C83E26FE-4162-4AA5-97C8-454BCC2C930F}" dt="2026-08-06T15:17:41.134" v="59" actId="1076"/>
          <ac:spMkLst>
            <pc:docMk/>
            <pc:sldMk cId="2523577696" sldId="285"/>
            <ac:spMk id="84" creationId="{F6ACAEA0-A52A-9C35-9A7C-87347BE5510A}"/>
          </ac:spMkLst>
        </pc:spChg>
        <pc:spChg chg="add mod">
          <ac:chgData name="David Recouvreur" userId="eb6916c3-51ba-4176-b211-2d3af9ee51de" providerId="ADAL" clId="{C83E26FE-4162-4AA5-97C8-454BCC2C930F}" dt="2026-08-06T15:17:47.602" v="62" actId="368"/>
          <ac:spMkLst>
            <pc:docMk/>
            <pc:sldMk cId="2523577696" sldId="285"/>
            <ac:spMk id="86" creationId="{3D7EB53E-4481-5326-7DDC-F76F1F0D46F6}"/>
          </ac:spMkLst>
        </pc:spChg>
        <pc:spChg chg="add mod">
          <ac:chgData name="David Recouvreur" userId="eb6916c3-51ba-4176-b211-2d3af9ee51de" providerId="ADAL" clId="{C83E26FE-4162-4AA5-97C8-454BCC2C930F}" dt="2026-08-06T15:17:52.927" v="64" actId="1076"/>
          <ac:spMkLst>
            <pc:docMk/>
            <pc:sldMk cId="2523577696" sldId="285"/>
            <ac:spMk id="88" creationId="{C37301E7-6C6C-1238-6360-884C0435708D}"/>
          </ac:spMkLst>
        </pc:spChg>
        <pc:spChg chg="add mod">
          <ac:chgData name="David Recouvreur" userId="eb6916c3-51ba-4176-b211-2d3af9ee51de" providerId="ADAL" clId="{C83E26FE-4162-4AA5-97C8-454BCC2C930F}" dt="2026-08-06T15:17:59.615" v="66" actId="1076"/>
          <ac:spMkLst>
            <pc:docMk/>
            <pc:sldMk cId="2523577696" sldId="285"/>
            <ac:spMk id="90" creationId="{83ABE205-0B8C-3E5B-8A0F-F907BD9642D3}"/>
          </ac:spMkLst>
        </pc:spChg>
        <pc:spChg chg="add mod">
          <ac:chgData name="David Recouvreur" userId="eb6916c3-51ba-4176-b211-2d3af9ee51de" providerId="ADAL" clId="{C83E26FE-4162-4AA5-97C8-454BCC2C930F}" dt="2026-08-06T15:18:06.342" v="68" actId="1076"/>
          <ac:spMkLst>
            <pc:docMk/>
            <pc:sldMk cId="2523577696" sldId="285"/>
            <ac:spMk id="92" creationId="{8DED67EE-BF3F-9CCA-1E44-41B7F644AD98}"/>
          </ac:spMkLst>
        </pc:spChg>
        <pc:spChg chg="add mod">
          <ac:chgData name="David Recouvreur" userId="eb6916c3-51ba-4176-b211-2d3af9ee51de" providerId="ADAL" clId="{C83E26FE-4162-4AA5-97C8-454BCC2C930F}" dt="2026-08-06T15:18:10.865" v="70" actId="1076"/>
          <ac:spMkLst>
            <pc:docMk/>
            <pc:sldMk cId="2523577696" sldId="285"/>
            <ac:spMk id="94" creationId="{2906265B-F6DD-6A72-FB43-F296CA62D07B}"/>
          </ac:spMkLst>
        </pc:spChg>
        <pc:spChg chg="add del">
          <ac:chgData name="David Recouvreur" userId="eb6916c3-51ba-4176-b211-2d3af9ee51de" providerId="ADAL" clId="{C83E26FE-4162-4AA5-97C8-454BCC2C930F}" dt="2026-08-06T15:18:15.248" v="72" actId="478"/>
          <ac:spMkLst>
            <pc:docMk/>
            <pc:sldMk cId="2523577696" sldId="285"/>
            <ac:spMk id="96" creationId="{F3957E31-436E-4DFD-AE3E-D8879580B165}"/>
          </ac:spMkLst>
        </pc:spChg>
        <pc:spChg chg="add mod">
          <ac:chgData name="David Recouvreur" userId="eb6916c3-51ba-4176-b211-2d3af9ee51de" providerId="ADAL" clId="{C83E26FE-4162-4AA5-97C8-454BCC2C930F}" dt="2026-08-06T15:18:22.489" v="74" actId="1076"/>
          <ac:spMkLst>
            <pc:docMk/>
            <pc:sldMk cId="2523577696" sldId="285"/>
            <ac:spMk id="98" creationId="{C7150679-3074-8296-8375-22A5F150A588}"/>
          </ac:spMkLst>
        </pc:spChg>
        <pc:spChg chg="add mod">
          <ac:chgData name="David Recouvreur" userId="eb6916c3-51ba-4176-b211-2d3af9ee51de" providerId="ADAL" clId="{C83E26FE-4162-4AA5-97C8-454BCC2C930F}" dt="2026-08-06T15:18:28.737" v="76" actId="1076"/>
          <ac:spMkLst>
            <pc:docMk/>
            <pc:sldMk cId="2523577696" sldId="285"/>
            <ac:spMk id="100" creationId="{8CE3A3EA-2612-C277-3A47-0649D3159B6B}"/>
          </ac:spMkLst>
        </pc:spChg>
        <pc:spChg chg="add mod">
          <ac:chgData name="David Recouvreur" userId="eb6916c3-51ba-4176-b211-2d3af9ee51de" providerId="ADAL" clId="{C83E26FE-4162-4AA5-97C8-454BCC2C930F}" dt="2026-08-06T15:18:40.519" v="78" actId="1076"/>
          <ac:spMkLst>
            <pc:docMk/>
            <pc:sldMk cId="2523577696" sldId="285"/>
            <ac:spMk id="102" creationId="{216A77AC-551A-81D9-22CD-50E72140E210}"/>
          </ac:spMkLst>
        </pc:spChg>
        <pc:spChg chg="add mod">
          <ac:chgData name="David Recouvreur" userId="eb6916c3-51ba-4176-b211-2d3af9ee51de" providerId="ADAL" clId="{C83E26FE-4162-4AA5-97C8-454BCC2C930F}" dt="2026-08-06T15:18:50.835" v="80" actId="1076"/>
          <ac:spMkLst>
            <pc:docMk/>
            <pc:sldMk cId="2523577696" sldId="285"/>
            <ac:spMk id="104" creationId="{850EF5D8-E8FE-E7BE-9920-5FA1F909E89C}"/>
          </ac:spMkLst>
        </pc:spChg>
        <pc:spChg chg="add mod">
          <ac:chgData name="David Recouvreur" userId="eb6916c3-51ba-4176-b211-2d3af9ee51de" providerId="ADAL" clId="{C83E26FE-4162-4AA5-97C8-454BCC2C930F}" dt="2026-08-06T15:18:54.542" v="82" actId="1076"/>
          <ac:spMkLst>
            <pc:docMk/>
            <pc:sldMk cId="2523577696" sldId="285"/>
            <ac:spMk id="106" creationId="{1C9990C9-0587-FC36-2499-548961FD2335}"/>
          </ac:spMkLst>
        </pc:spChg>
        <pc:spChg chg="add mod">
          <ac:chgData name="David Recouvreur" userId="eb6916c3-51ba-4176-b211-2d3af9ee51de" providerId="ADAL" clId="{C83E26FE-4162-4AA5-97C8-454BCC2C930F}" dt="2026-08-06T15:18:58.852" v="84" actId="1076"/>
          <ac:spMkLst>
            <pc:docMk/>
            <pc:sldMk cId="2523577696" sldId="285"/>
            <ac:spMk id="108" creationId="{822EA731-57D9-FE2B-6044-F296512F1B6D}"/>
          </ac:spMkLst>
        </pc:spChg>
        <pc:spChg chg="add mod">
          <ac:chgData name="David Recouvreur" userId="eb6916c3-51ba-4176-b211-2d3af9ee51de" providerId="ADAL" clId="{C83E26FE-4162-4AA5-97C8-454BCC2C930F}" dt="2026-08-06T15:19:05.761" v="86" actId="1076"/>
          <ac:spMkLst>
            <pc:docMk/>
            <pc:sldMk cId="2523577696" sldId="285"/>
            <ac:spMk id="110" creationId="{B73A3B08-EDDC-9080-71A1-FFD2F2FC110E}"/>
          </ac:spMkLst>
        </pc:spChg>
        <pc:spChg chg="add mod">
          <ac:chgData name="David Recouvreur" userId="eb6916c3-51ba-4176-b211-2d3af9ee51de" providerId="ADAL" clId="{C83E26FE-4162-4AA5-97C8-454BCC2C930F}" dt="2026-08-06T15:19:09.166" v="88" actId="1076"/>
          <ac:spMkLst>
            <pc:docMk/>
            <pc:sldMk cId="2523577696" sldId="285"/>
            <ac:spMk id="112" creationId="{0E3B8CD6-B2E4-48DA-7269-131F8ADF78E1}"/>
          </ac:spMkLst>
        </pc:spChg>
        <pc:spChg chg="add">
          <ac:chgData name="David Recouvreur" userId="eb6916c3-51ba-4176-b211-2d3af9ee51de" providerId="ADAL" clId="{C83E26FE-4162-4AA5-97C8-454BCC2C930F}" dt="2026-08-06T15:31:54.436" v="104" actId="22"/>
          <ac:spMkLst>
            <pc:docMk/>
            <pc:sldMk cId="2523577696" sldId="285"/>
            <ac:spMk id="122" creationId="{31EDAE87-D0B9-34D8-F331-04C6BB0ABE0C}"/>
          </ac:spMkLst>
        </pc:spChg>
        <pc:spChg chg="add">
          <ac:chgData name="David Recouvreur" userId="eb6916c3-51ba-4176-b211-2d3af9ee51de" providerId="ADAL" clId="{C83E26FE-4162-4AA5-97C8-454BCC2C930F}" dt="2026-08-06T15:31:54.436" v="104" actId="22"/>
          <ac:spMkLst>
            <pc:docMk/>
            <pc:sldMk cId="2523577696" sldId="285"/>
            <ac:spMk id="124" creationId="{B43A7144-23EC-7F27-6019-A9131C22DB42}"/>
          </ac:spMkLst>
        </pc:spChg>
        <pc:spChg chg="add">
          <ac:chgData name="David Recouvreur" userId="eb6916c3-51ba-4176-b211-2d3af9ee51de" providerId="ADAL" clId="{C83E26FE-4162-4AA5-97C8-454BCC2C930F}" dt="2026-08-06T15:31:54.436" v="104" actId="22"/>
          <ac:spMkLst>
            <pc:docMk/>
            <pc:sldMk cId="2523577696" sldId="285"/>
            <ac:spMk id="126" creationId="{E0A9A89C-97E1-628F-0400-72A191DC20BF}"/>
          </ac:spMkLst>
        </pc:spChg>
        <pc:spChg chg="add">
          <ac:chgData name="David Recouvreur" userId="eb6916c3-51ba-4176-b211-2d3af9ee51de" providerId="ADAL" clId="{C83E26FE-4162-4AA5-97C8-454BCC2C930F}" dt="2026-08-06T15:31:54.436" v="104" actId="22"/>
          <ac:spMkLst>
            <pc:docMk/>
            <pc:sldMk cId="2523577696" sldId="285"/>
            <ac:spMk id="128" creationId="{7C6CA74C-83DC-5320-9B14-1E3A17CE4C9D}"/>
          </ac:spMkLst>
        </pc:spChg>
        <pc:spChg chg="add mod">
          <ac:chgData name="David Recouvreur" userId="eb6916c3-51ba-4176-b211-2d3af9ee51de" providerId="ADAL" clId="{C83E26FE-4162-4AA5-97C8-454BCC2C930F}" dt="2026-08-06T15:32:08.590" v="113" actId="20577"/>
          <ac:spMkLst>
            <pc:docMk/>
            <pc:sldMk cId="2523577696" sldId="285"/>
            <ac:spMk id="130" creationId="{CB47FEC2-DE32-EE86-4937-9E7314BF1C9C}"/>
          </ac:spMkLst>
        </pc:spChg>
        <pc:spChg chg="add">
          <ac:chgData name="David Recouvreur" userId="eb6916c3-51ba-4176-b211-2d3af9ee51de" providerId="ADAL" clId="{C83E26FE-4162-4AA5-97C8-454BCC2C930F}" dt="2026-08-06T15:31:54.436" v="104" actId="22"/>
          <ac:spMkLst>
            <pc:docMk/>
            <pc:sldMk cId="2523577696" sldId="285"/>
            <ac:spMk id="132" creationId="{620C12EE-0285-56B5-9C20-FC3E7337FEB2}"/>
          </ac:spMkLst>
        </pc:spChg>
        <pc:spChg chg="add mod">
          <ac:chgData name="David Recouvreur" userId="eb6916c3-51ba-4176-b211-2d3af9ee51de" providerId="ADAL" clId="{C83E26FE-4162-4AA5-97C8-454BCC2C930F}" dt="2026-08-06T15:33:33.858" v="115" actId="20577"/>
          <ac:spMkLst>
            <pc:docMk/>
            <pc:sldMk cId="2523577696" sldId="285"/>
            <ac:spMk id="134" creationId="{6691A207-269B-1454-A3F0-F59DAA32152B}"/>
          </ac:spMkLst>
        </pc:spChg>
        <pc:spChg chg="add mod">
          <ac:chgData name="David Recouvreur" userId="eb6916c3-51ba-4176-b211-2d3af9ee51de" providerId="ADAL" clId="{C83E26FE-4162-4AA5-97C8-454BCC2C930F}" dt="2026-08-06T15:33:44.841" v="121" actId="20577"/>
          <ac:spMkLst>
            <pc:docMk/>
            <pc:sldMk cId="2523577696" sldId="285"/>
            <ac:spMk id="136" creationId="{D9C529B4-CBF9-A9B5-9DAA-4FED91F4F5B5}"/>
          </ac:spMkLst>
        </pc:spChg>
        <pc:picChg chg="add mod">
          <ac:chgData name="David Recouvreur" userId="eb6916c3-51ba-4176-b211-2d3af9ee51de" providerId="ADAL" clId="{C83E26FE-4162-4AA5-97C8-454BCC2C930F}" dt="2026-08-06T15:34:23.167" v="123" actId="1076"/>
          <ac:picMkLst>
            <pc:docMk/>
            <pc:sldMk cId="2523577696" sldId="285"/>
            <ac:picMk id="12" creationId="{3F3651C0-3A88-D934-AB08-090E9EC630A1}"/>
          </ac:picMkLst>
        </pc:picChg>
        <pc:picChg chg="add mod">
          <ac:chgData name="David Recouvreur" userId="eb6916c3-51ba-4176-b211-2d3af9ee51de" providerId="ADAL" clId="{C83E26FE-4162-4AA5-97C8-454BCC2C930F}" dt="2026-08-06T15:19:58.023" v="94" actId="1076"/>
          <ac:picMkLst>
            <pc:docMk/>
            <pc:sldMk cId="2523577696" sldId="285"/>
            <ac:picMk id="114" creationId="{2932D489-FE58-9E37-3FA8-54577E621F15}"/>
          </ac:picMkLst>
        </pc:picChg>
        <pc:picChg chg="add mod">
          <ac:chgData name="David Recouvreur" userId="eb6916c3-51ba-4176-b211-2d3af9ee51de" providerId="ADAL" clId="{C83E26FE-4162-4AA5-97C8-454BCC2C930F}" dt="2026-08-06T15:20:53.001" v="97" actId="1076"/>
          <ac:picMkLst>
            <pc:docMk/>
            <pc:sldMk cId="2523577696" sldId="285"/>
            <ac:picMk id="116" creationId="{E3E378F6-91A9-C427-20D4-52AD63A7AA45}"/>
          </ac:picMkLst>
        </pc:picChg>
        <pc:picChg chg="add del mod">
          <ac:chgData name="David Recouvreur" userId="eb6916c3-51ba-4176-b211-2d3af9ee51de" providerId="ADAL" clId="{C83E26FE-4162-4AA5-97C8-454BCC2C930F}" dt="2026-08-06T15:31:35.178" v="102" actId="478"/>
          <ac:picMkLst>
            <pc:docMk/>
            <pc:sldMk cId="2523577696" sldId="285"/>
            <ac:picMk id="118" creationId="{C51ED9FC-AB94-62B8-0A82-0CBE16397254}"/>
          </ac:picMkLst>
        </pc:picChg>
        <pc:picChg chg="add mod">
          <ac:chgData name="David Recouvreur" userId="eb6916c3-51ba-4176-b211-2d3af9ee51de" providerId="ADAL" clId="{C83E26FE-4162-4AA5-97C8-454BCC2C930F}" dt="2026-08-06T15:39:08.845" v="124" actId="14826"/>
          <ac:picMkLst>
            <pc:docMk/>
            <pc:sldMk cId="2523577696" sldId="285"/>
            <ac:picMk id="120" creationId="{D0350405-4AAE-6ECC-8440-626A4D1C2AAE}"/>
          </ac:picMkLst>
        </pc:picChg>
      </pc:sldChg>
    </pc:docChg>
  </pc:docChgLst>
  <pc:docChgLst>
    <pc:chgData name="Lucas Genty" userId="0ff89410-5e71-4be0-bd77-4c071ba329e4" providerId="ADAL" clId="{299A151C-5B74-5660-9229-42BC38DFE690}"/>
    <pc:docChg chg="custSel modSld">
      <pc:chgData name="Lucas Genty" userId="0ff89410-5e71-4be0-bd77-4c071ba329e4" providerId="ADAL" clId="{299A151C-5B74-5660-9229-42BC38DFE690}" dt="2026-08-06T07:33:36.677" v="17" actId="478"/>
      <pc:docMkLst>
        <pc:docMk/>
      </pc:docMkLst>
      <pc:sldChg chg="addSp delSp modSp mod">
        <pc:chgData name="Lucas Genty" userId="0ff89410-5e71-4be0-bd77-4c071ba329e4" providerId="ADAL" clId="{299A151C-5B74-5660-9229-42BC38DFE690}" dt="2026-08-06T07:33:36.677" v="17" actId="478"/>
        <pc:sldMkLst>
          <pc:docMk/>
          <pc:sldMk cId="2523577696" sldId="285"/>
        </pc:sldMkLst>
        <pc:spChg chg="add mod">
          <ac:chgData name="Lucas Genty" userId="0ff89410-5e71-4be0-bd77-4c071ba329e4" providerId="ADAL" clId="{299A151C-5B74-5660-9229-42BC38DFE690}" dt="2026-08-06T07:33:30.400" v="16" actId="20577"/>
          <ac:spMkLst>
            <pc:docMk/>
            <pc:sldMk cId="2523577696" sldId="285"/>
            <ac:spMk id="4" creationId="{89A7F50C-BCAE-B4EF-0763-CC8B2876E4E8}"/>
          </ac:spMkLst>
        </pc:spChg>
        <pc:spChg chg="add del mod">
          <ac:chgData name="Lucas Genty" userId="0ff89410-5e71-4be0-bd77-4c071ba329e4" providerId="ADAL" clId="{299A151C-5B74-5660-9229-42BC38DFE690}" dt="2026-08-06T07:33:36.677" v="17" actId="478"/>
          <ac:spMkLst>
            <pc:docMk/>
            <pc:sldMk cId="2523577696" sldId="285"/>
            <ac:spMk id="12" creationId="{03B2014C-8AAA-8ADE-7DCB-31418F3B5ADF}"/>
          </ac:spMkLst>
        </pc:spChg>
        <pc:spChg chg="del">
          <ac:chgData name="Lucas Genty" userId="0ff89410-5e71-4be0-bd77-4c071ba329e4" providerId="ADAL" clId="{299A151C-5B74-5660-9229-42BC38DFE690}" dt="2026-08-06T07:33:20.331" v="1" actId="478"/>
          <ac:spMkLst>
            <pc:docMk/>
            <pc:sldMk cId="2523577696" sldId="285"/>
            <ac:spMk id="22" creationId="{C64CD368-F95D-6C44-3B9B-D528FF65DF35}"/>
          </ac:spMkLst>
        </pc:spChg>
        <pc:spChg chg="add del mod">
          <ac:chgData name="Lucas Genty" userId="0ff89410-5e71-4be0-bd77-4c071ba329e4" providerId="ADAL" clId="{299A151C-5B74-5660-9229-42BC38DFE690}" dt="2026-08-06T07:33:36.677" v="17" actId="478"/>
          <ac:spMkLst>
            <pc:docMk/>
            <pc:sldMk cId="2523577696" sldId="285"/>
            <ac:spMk id="23" creationId="{E7B05583-E19F-D5CA-BB91-C215161D7111}"/>
          </ac:spMkLst>
        </pc:spChg>
        <pc:spChg chg="del">
          <ac:chgData name="Lucas Genty" userId="0ff89410-5e71-4be0-bd77-4c071ba329e4" providerId="ADAL" clId="{299A151C-5B74-5660-9229-42BC38DFE690}" dt="2026-08-06T07:33:22.694" v="2" actId="478"/>
          <ac:spMkLst>
            <pc:docMk/>
            <pc:sldMk cId="2523577696" sldId="285"/>
            <ac:spMk id="31" creationId="{655539A4-EB08-5921-5699-11AF5A70D403}"/>
          </ac:spMkLst>
        </pc:spChg>
        <pc:spChg chg="del">
          <ac:chgData name="Lucas Genty" userId="0ff89410-5e71-4be0-bd77-4c071ba329e4" providerId="ADAL" clId="{299A151C-5B74-5660-9229-42BC38DFE690}" dt="2026-08-06T07:33:22.694" v="2" actId="478"/>
          <ac:spMkLst>
            <pc:docMk/>
            <pc:sldMk cId="2523577696" sldId="285"/>
            <ac:spMk id="37" creationId="{B769FD55-5F14-F709-6DF6-AC1BFA0D14E2}"/>
          </ac:spMkLst>
        </pc:spChg>
        <pc:spChg chg="del">
          <ac:chgData name="Lucas Genty" userId="0ff89410-5e71-4be0-bd77-4c071ba329e4" providerId="ADAL" clId="{299A151C-5B74-5660-9229-42BC38DFE690}" dt="2026-08-06T07:33:22.694" v="2" actId="478"/>
          <ac:spMkLst>
            <pc:docMk/>
            <pc:sldMk cId="2523577696" sldId="285"/>
            <ac:spMk id="40" creationId="{FD063836-3520-95C1-4B7C-B79F8E755B60}"/>
          </ac:spMkLst>
        </pc:spChg>
        <pc:spChg chg="del">
          <ac:chgData name="Lucas Genty" userId="0ff89410-5e71-4be0-bd77-4c071ba329e4" providerId="ADAL" clId="{299A151C-5B74-5660-9229-42BC38DFE690}" dt="2026-08-06T07:33:22.694" v="2" actId="478"/>
          <ac:spMkLst>
            <pc:docMk/>
            <pc:sldMk cId="2523577696" sldId="285"/>
            <ac:spMk id="41" creationId="{AD7F1876-6032-FB7F-22BD-E4261C2E71E4}"/>
          </ac:spMkLst>
        </pc:spChg>
        <pc:spChg chg="del">
          <ac:chgData name="Lucas Genty" userId="0ff89410-5e71-4be0-bd77-4c071ba329e4" providerId="ADAL" clId="{299A151C-5B74-5660-9229-42BC38DFE690}" dt="2026-08-06T07:33:20.331" v="1" actId="478"/>
          <ac:spMkLst>
            <pc:docMk/>
            <pc:sldMk cId="2523577696" sldId="285"/>
            <ac:spMk id="54" creationId="{291D24F8-29FF-AA3F-CF77-44E46BB113BE}"/>
          </ac:spMkLst>
        </pc:spChg>
        <pc:spChg chg="add del mod">
          <ac:chgData name="Lucas Genty" userId="0ff89410-5e71-4be0-bd77-4c071ba329e4" providerId="ADAL" clId="{299A151C-5B74-5660-9229-42BC38DFE690}" dt="2026-08-06T07:33:36.677" v="17" actId="478"/>
          <ac:spMkLst>
            <pc:docMk/>
            <pc:sldMk cId="2523577696" sldId="285"/>
            <ac:spMk id="56" creationId="{1E5941B8-74A9-9BF4-BC2F-BBDEDA5159AE}"/>
          </ac:spMkLst>
        </pc:spChg>
        <pc:spChg chg="del">
          <ac:chgData name="Lucas Genty" userId="0ff89410-5e71-4be0-bd77-4c071ba329e4" providerId="ADAL" clId="{299A151C-5B74-5660-9229-42BC38DFE690}" dt="2026-08-06T07:33:20.331" v="1" actId="478"/>
          <ac:spMkLst>
            <pc:docMk/>
            <pc:sldMk cId="2523577696" sldId="285"/>
            <ac:spMk id="65" creationId="{DE92F2A3-0C85-C31C-6026-F3DF5675993B}"/>
          </ac:spMkLst>
        </pc:spChg>
        <pc:spChg chg="del">
          <ac:chgData name="Lucas Genty" userId="0ff89410-5e71-4be0-bd77-4c071ba329e4" providerId="ADAL" clId="{299A151C-5B74-5660-9229-42BC38DFE690}" dt="2026-08-06T07:33:20.331" v="1" actId="478"/>
          <ac:spMkLst>
            <pc:docMk/>
            <pc:sldMk cId="2523577696" sldId="285"/>
            <ac:spMk id="67" creationId="{FEB33FCF-1CD7-C290-299F-3791057A839F}"/>
          </ac:spMkLst>
        </pc:spChg>
        <pc:spChg chg="del">
          <ac:chgData name="Lucas Genty" userId="0ff89410-5e71-4be0-bd77-4c071ba329e4" providerId="ADAL" clId="{299A151C-5B74-5660-9229-42BC38DFE690}" dt="2026-08-06T07:33:15.593" v="0" actId="478"/>
          <ac:spMkLst>
            <pc:docMk/>
            <pc:sldMk cId="2523577696" sldId="285"/>
            <ac:spMk id="81" creationId="{D050841B-607A-8ADB-9401-5CF3941340F1}"/>
          </ac:spMkLst>
        </pc:spChg>
        <pc:picChg chg="del">
          <ac:chgData name="Lucas Genty" userId="0ff89410-5e71-4be0-bd77-4c071ba329e4" providerId="ADAL" clId="{299A151C-5B74-5660-9229-42BC38DFE690}" dt="2026-08-06T07:33:24.083" v="4" actId="478"/>
          <ac:picMkLst>
            <pc:docMk/>
            <pc:sldMk cId="2523577696" sldId="285"/>
            <ac:picMk id="97" creationId="{CFDE736B-A964-F94A-C95E-60A7637FB96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707C-E44D-A9BA-0D08C4FE70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jpe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EDSON MBENGUI – 2010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6CD1-F9F1-E9A2-49D7-858E04E6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aphique 26">
            <a:extLst>
              <a:ext uri="{FF2B5EF4-FFF2-40B4-BE49-F238E27FC236}">
                <a16:creationId xmlns:a16="http://schemas.microsoft.com/office/drawing/2014/main" id="{8ECD2657-1E04-BAFF-F4AC-F07DE44F016D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28EF2668-1B5E-5A78-E605-FBB8F72B2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D2C8D93-1FB5-A62F-6137-9AEE9C7FD788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E2E43A92-1207-9ABC-D0BB-81276EF71F26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C2E8DD4-F417-EFCC-16A3-6CA2C2684A5E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80813509-32B7-4AC0-5819-7EE5056F2769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2D6CD09-8E2E-30D9-407C-59FEEB4A3482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11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3FF50C31-8705-1E33-B81B-48CBC8A6675C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AE9C2F71-DFCC-04CE-0D06-6AE05486B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87AC5F6C-BB56-032E-46F9-206303FBD30D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858C334-BA60-5A30-E795-337397AAF63E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DE54BE8E-1EF9-B275-5FD9-41833AF492C4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09C91104-F458-5E09-C78F-9CE2D719164D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1DDBD691-4045-8A28-1374-BB0A30C85226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33E8CC36-7F6B-1D8D-25BD-75125B84A0A0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7BC92DC-E0E1-AF4B-4A8A-74FB0CAFEA53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DAE3EB57-9F84-6021-F541-8E7C43588997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DA649F17-D406-7AC3-17A6-791C55DE7BD4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710AC65A-990B-68CC-2828-6D57F712B52D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820C513E-A403-BDBA-C8AA-67E51142F0B4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0148D301-E451-E6A4-2F77-84E8F8CACC67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B0391404-6B98-D95F-9074-8D0ED013A01A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550A7F3-AB95-36E9-F1E3-F8CA54882FAE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A5EAA3-FFCD-8EDC-3C64-A4C8DB45289E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1B2FF96-4B79-C9EC-E657-1C13FBE72E84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64C6072-7A33-5A41-C07E-BD98AC589317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C8ED3D4-E071-EF13-8F3A-9BEC38045BA6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68634E-FA04-DBDB-38C6-9FDC6E4DB93D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8D92854-5F72-BEC9-08AB-FAE5F0BA3F6E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74BA2F9-0BCB-672F-49B8-C26A84AC6503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AFA8D4B-8189-BE58-D461-70FFBC24AE46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C3F7BDA-80BA-953E-C8CC-57CB99E9F61A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76FF3B73-D039-2041-F6D8-69D0B66353BE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D683CFB-15DA-896A-328A-EE5F3530F1F1}"/>
              </a:ext>
            </a:extLst>
          </p:cNvPr>
          <p:cNvSpPr/>
          <p:nvPr/>
        </p:nvSpPr>
        <p:spPr>
          <a:xfrm>
            <a:off x="2693294" y="3145901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025263C6-AE75-8CE4-241D-93A3628A373F}"/>
              </a:ext>
            </a:extLst>
          </p:cNvPr>
          <p:cNvSpPr txBox="1"/>
          <p:nvPr/>
        </p:nvSpPr>
        <p:spPr>
          <a:xfrm>
            <a:off x="2729508" y="3165112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6ACEBFF-C0AB-72FA-659C-0E4062E2E3AB}"/>
              </a:ext>
            </a:extLst>
          </p:cNvPr>
          <p:cNvSpPr/>
          <p:nvPr/>
        </p:nvSpPr>
        <p:spPr>
          <a:xfrm>
            <a:off x="5518790" y="3141928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352FAF54-1695-ADCA-0D23-8B7684FD24E6}"/>
              </a:ext>
            </a:extLst>
          </p:cNvPr>
          <p:cNvSpPr/>
          <p:nvPr/>
        </p:nvSpPr>
        <p:spPr>
          <a:xfrm>
            <a:off x="8344286" y="3145901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08F9151A-45B5-EFB4-3ECD-50B67FD50B81}"/>
              </a:ext>
            </a:extLst>
          </p:cNvPr>
          <p:cNvSpPr txBox="1"/>
          <p:nvPr/>
        </p:nvSpPr>
        <p:spPr>
          <a:xfrm>
            <a:off x="5556887" y="3177304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167" name="ZoneTexte 166">
            <a:extLst>
              <a:ext uri="{FF2B5EF4-FFF2-40B4-BE49-F238E27FC236}">
                <a16:creationId xmlns:a16="http://schemas.microsoft.com/office/drawing/2014/main" id="{12016AB8-D892-965B-59A0-B1D4B322BCB6}"/>
              </a:ext>
            </a:extLst>
          </p:cNvPr>
          <p:cNvSpPr txBox="1"/>
          <p:nvPr/>
        </p:nvSpPr>
        <p:spPr>
          <a:xfrm>
            <a:off x="8380500" y="3177304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168" name="ZoneTexte 167">
            <a:extLst>
              <a:ext uri="{FF2B5EF4-FFF2-40B4-BE49-F238E27FC236}">
                <a16:creationId xmlns:a16="http://schemas.microsoft.com/office/drawing/2014/main" id="{355FD0D2-D263-B339-5013-8F1D5CE40689}"/>
              </a:ext>
            </a:extLst>
          </p:cNvPr>
          <p:cNvSpPr txBox="1"/>
          <p:nvPr/>
        </p:nvSpPr>
        <p:spPr>
          <a:xfrm>
            <a:off x="2929199" y="352185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A7E6F2F-9FC5-3485-A8DB-3D59DAF177EB}"/>
              </a:ext>
            </a:extLst>
          </p:cNvPr>
          <p:cNvSpPr/>
          <p:nvPr/>
        </p:nvSpPr>
        <p:spPr>
          <a:xfrm>
            <a:off x="4252367" y="3236085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991A5B3-D6E4-987C-2421-0CAF38BD181A}"/>
              </a:ext>
            </a:extLst>
          </p:cNvPr>
          <p:cNvSpPr/>
          <p:nvPr/>
        </p:nvSpPr>
        <p:spPr>
          <a:xfrm>
            <a:off x="4488703" y="3236085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2" name="ZoneTexte 171">
            <a:extLst>
              <a:ext uri="{FF2B5EF4-FFF2-40B4-BE49-F238E27FC236}">
                <a16:creationId xmlns:a16="http://schemas.microsoft.com/office/drawing/2014/main" id="{546619BC-2166-F14C-37C1-1501633EABB1}"/>
              </a:ext>
            </a:extLst>
          </p:cNvPr>
          <p:cNvSpPr txBox="1"/>
          <p:nvPr/>
        </p:nvSpPr>
        <p:spPr>
          <a:xfrm>
            <a:off x="2929199" y="374796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73" name="ZoneTexte 172">
            <a:extLst>
              <a:ext uri="{FF2B5EF4-FFF2-40B4-BE49-F238E27FC236}">
                <a16:creationId xmlns:a16="http://schemas.microsoft.com/office/drawing/2014/main" id="{4830F5FD-B23E-3CFF-4DE2-FE44373F7E9B}"/>
              </a:ext>
            </a:extLst>
          </p:cNvPr>
          <p:cNvSpPr txBox="1"/>
          <p:nvPr/>
        </p:nvSpPr>
        <p:spPr>
          <a:xfrm>
            <a:off x="2929199" y="398571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74" name="ZoneTexte 173">
            <a:extLst>
              <a:ext uri="{FF2B5EF4-FFF2-40B4-BE49-F238E27FC236}">
                <a16:creationId xmlns:a16="http://schemas.microsoft.com/office/drawing/2014/main" id="{1C24CF7F-D3AB-A986-7D1D-A75E8C82B8A8}"/>
              </a:ext>
            </a:extLst>
          </p:cNvPr>
          <p:cNvSpPr txBox="1"/>
          <p:nvPr/>
        </p:nvSpPr>
        <p:spPr>
          <a:xfrm>
            <a:off x="5714117" y="373054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Pressing </a:t>
            </a:r>
          </a:p>
        </p:txBody>
      </p:sp>
      <p:sp>
        <p:nvSpPr>
          <p:cNvPr id="175" name="ZoneTexte 174">
            <a:extLst>
              <a:ext uri="{FF2B5EF4-FFF2-40B4-BE49-F238E27FC236}">
                <a16:creationId xmlns:a16="http://schemas.microsoft.com/office/drawing/2014/main" id="{3C86ED3D-7322-8DFC-9D5E-711CD3040ED8}"/>
              </a:ext>
            </a:extLst>
          </p:cNvPr>
          <p:cNvSpPr txBox="1"/>
          <p:nvPr/>
        </p:nvSpPr>
        <p:spPr>
          <a:xfrm>
            <a:off x="8614076" y="3460138"/>
            <a:ext cx="258639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Compréhension des espaces à utiliser</a:t>
            </a:r>
          </a:p>
        </p:txBody>
      </p:sp>
      <p:sp>
        <p:nvSpPr>
          <p:cNvPr id="176" name="ZoneTexte 175">
            <a:extLst>
              <a:ext uri="{FF2B5EF4-FFF2-40B4-BE49-F238E27FC236}">
                <a16:creationId xmlns:a16="http://schemas.microsoft.com/office/drawing/2014/main" id="{EBAA8F1B-B2A9-713F-6961-D1285926A69B}"/>
              </a:ext>
            </a:extLst>
          </p:cNvPr>
          <p:cNvSpPr txBox="1"/>
          <p:nvPr/>
        </p:nvSpPr>
        <p:spPr>
          <a:xfrm>
            <a:off x="8607981" y="369519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S’associer a ses partenaires</a:t>
            </a:r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929B3BE5-9A6C-EF2F-6A7E-B70347B10D85}"/>
              </a:ext>
            </a:extLst>
          </p:cNvPr>
          <p:cNvSpPr txBox="1"/>
          <p:nvPr/>
        </p:nvSpPr>
        <p:spPr>
          <a:xfrm>
            <a:off x="5714117" y="352067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Fermer les lignes de passes</a:t>
            </a:r>
          </a:p>
        </p:txBody>
      </p:sp>
      <p:sp>
        <p:nvSpPr>
          <p:cNvPr id="178" name="ZoneTexte 177">
            <a:extLst>
              <a:ext uri="{FF2B5EF4-FFF2-40B4-BE49-F238E27FC236}">
                <a16:creationId xmlns:a16="http://schemas.microsoft.com/office/drawing/2014/main" id="{A40BD919-A8BC-012D-8961-CA3C6EDAAB16}"/>
              </a:ext>
            </a:extLst>
          </p:cNvPr>
          <p:cNvSpPr txBox="1"/>
          <p:nvPr/>
        </p:nvSpPr>
        <p:spPr>
          <a:xfrm>
            <a:off x="8607981" y="394677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79" name="ZoneTexte 178">
            <a:extLst>
              <a:ext uri="{FF2B5EF4-FFF2-40B4-BE49-F238E27FC236}">
                <a16:creationId xmlns:a16="http://schemas.microsoft.com/office/drawing/2014/main" id="{95FAD0C0-7C24-ED85-8CD3-067FB9696A62}"/>
              </a:ext>
            </a:extLst>
          </p:cNvPr>
          <p:cNvSpPr txBox="1"/>
          <p:nvPr/>
        </p:nvSpPr>
        <p:spPr>
          <a:xfrm>
            <a:off x="2929198" y="4223949"/>
            <a:ext cx="2536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025F4AB1-8523-0C56-6908-23D657C675AC}"/>
              </a:ext>
            </a:extLst>
          </p:cNvPr>
          <p:cNvSpPr txBox="1"/>
          <p:nvPr/>
        </p:nvSpPr>
        <p:spPr>
          <a:xfrm>
            <a:off x="2935295" y="444950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81" name="ZoneTexte 180">
            <a:extLst>
              <a:ext uri="{FF2B5EF4-FFF2-40B4-BE49-F238E27FC236}">
                <a16:creationId xmlns:a16="http://schemas.microsoft.com/office/drawing/2014/main" id="{DB146066-BE74-65A4-D77A-33ABBF465DD4}"/>
              </a:ext>
            </a:extLst>
          </p:cNvPr>
          <p:cNvSpPr txBox="1"/>
          <p:nvPr/>
        </p:nvSpPr>
        <p:spPr>
          <a:xfrm>
            <a:off x="2935295" y="467505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Efficacité en 1c1</a:t>
            </a:r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9D29A606-2339-706F-6ED5-634131CA7A9D}"/>
              </a:ext>
            </a:extLst>
          </p:cNvPr>
          <p:cNvSpPr txBox="1"/>
          <p:nvPr/>
        </p:nvSpPr>
        <p:spPr>
          <a:xfrm>
            <a:off x="8607981" y="418230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83" name="ZoneTexte 182">
            <a:extLst>
              <a:ext uri="{FF2B5EF4-FFF2-40B4-BE49-F238E27FC236}">
                <a16:creationId xmlns:a16="http://schemas.microsoft.com/office/drawing/2014/main" id="{282C35F3-FEF1-D943-42A9-5E154A6FDA94}"/>
              </a:ext>
            </a:extLst>
          </p:cNvPr>
          <p:cNvSpPr txBox="1"/>
          <p:nvPr/>
        </p:nvSpPr>
        <p:spPr>
          <a:xfrm>
            <a:off x="2935295" y="488188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Avant dernière et dernière passe</a:t>
            </a:r>
          </a:p>
        </p:txBody>
      </p:sp>
      <p:sp>
        <p:nvSpPr>
          <p:cNvPr id="184" name="ZoneTexte 183">
            <a:extLst>
              <a:ext uri="{FF2B5EF4-FFF2-40B4-BE49-F238E27FC236}">
                <a16:creationId xmlns:a16="http://schemas.microsoft.com/office/drawing/2014/main" id="{22A40ED1-FC9F-D62A-6C1E-5F187859E92B}"/>
              </a:ext>
            </a:extLst>
          </p:cNvPr>
          <p:cNvSpPr txBox="1"/>
          <p:nvPr/>
        </p:nvSpPr>
        <p:spPr>
          <a:xfrm>
            <a:off x="2946181" y="511048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Finition</a:t>
            </a:r>
          </a:p>
        </p:txBody>
      </p:sp>
      <p:sp>
        <p:nvSpPr>
          <p:cNvPr id="185" name="ZoneTexte 184">
            <a:extLst>
              <a:ext uri="{FF2B5EF4-FFF2-40B4-BE49-F238E27FC236}">
                <a16:creationId xmlns:a16="http://schemas.microsoft.com/office/drawing/2014/main" id="{B8757E89-B77D-32EF-EA15-FC593B13A0BF}"/>
              </a:ext>
            </a:extLst>
          </p:cNvPr>
          <p:cNvSpPr txBox="1"/>
          <p:nvPr/>
        </p:nvSpPr>
        <p:spPr>
          <a:xfrm>
            <a:off x="2946181" y="532819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Attaque du but / de la surface</a:t>
            </a:r>
          </a:p>
        </p:txBody>
      </p:sp>
      <p:sp>
        <p:nvSpPr>
          <p:cNvPr id="186" name="ZoneTexte 185">
            <a:extLst>
              <a:ext uri="{FF2B5EF4-FFF2-40B4-BE49-F238E27FC236}">
                <a16:creationId xmlns:a16="http://schemas.microsoft.com/office/drawing/2014/main" id="{6CB55576-2FDD-1BA8-70C5-B0AC22ED3198}"/>
              </a:ext>
            </a:extLst>
          </p:cNvPr>
          <p:cNvSpPr txBox="1"/>
          <p:nvPr/>
        </p:nvSpPr>
        <p:spPr>
          <a:xfrm>
            <a:off x="8595867" y="441379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Fermeture sur centre</a:t>
            </a:r>
          </a:p>
        </p:txBody>
      </p:sp>
      <p:sp>
        <p:nvSpPr>
          <p:cNvPr id="187" name="ZoneTexte 186">
            <a:extLst>
              <a:ext uri="{FF2B5EF4-FFF2-40B4-BE49-F238E27FC236}">
                <a16:creationId xmlns:a16="http://schemas.microsoft.com/office/drawing/2014/main" id="{BDB8F3AB-F54F-C188-E87F-C4D95DE93FCB}"/>
              </a:ext>
            </a:extLst>
          </p:cNvPr>
          <p:cNvSpPr txBox="1"/>
          <p:nvPr/>
        </p:nvSpPr>
        <p:spPr>
          <a:xfrm>
            <a:off x="8595867" y="465065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</a:t>
            </a:r>
          </a:p>
        </p:txBody>
      </p:sp>
      <p:sp>
        <p:nvSpPr>
          <p:cNvPr id="188" name="ZoneTexte 187">
            <a:extLst>
              <a:ext uri="{FF2B5EF4-FFF2-40B4-BE49-F238E27FC236}">
                <a16:creationId xmlns:a16="http://schemas.microsoft.com/office/drawing/2014/main" id="{6914AF73-4D3D-9335-DE2D-0026D7751697}"/>
              </a:ext>
            </a:extLst>
          </p:cNvPr>
          <p:cNvSpPr txBox="1"/>
          <p:nvPr/>
        </p:nvSpPr>
        <p:spPr>
          <a:xfrm>
            <a:off x="5722038" y="394308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Aide défensive à son latéral</a:t>
            </a:r>
          </a:p>
        </p:txBody>
      </p:sp>
      <p:sp>
        <p:nvSpPr>
          <p:cNvPr id="189" name="ZoneTexte 188">
            <a:extLst>
              <a:ext uri="{FF2B5EF4-FFF2-40B4-BE49-F238E27FC236}">
                <a16:creationId xmlns:a16="http://schemas.microsoft.com/office/drawing/2014/main" id="{860CDC08-0B2D-EBC6-BC74-4FC3BE4645D6}"/>
              </a:ext>
            </a:extLst>
          </p:cNvPr>
          <p:cNvSpPr txBox="1"/>
          <p:nvPr/>
        </p:nvSpPr>
        <p:spPr>
          <a:xfrm>
            <a:off x="2946181" y="554286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de centre</a:t>
            </a:r>
          </a:p>
        </p:txBody>
      </p:sp>
      <p:sp>
        <p:nvSpPr>
          <p:cNvPr id="190" name="ZoneTexte 189">
            <a:extLst>
              <a:ext uri="{FF2B5EF4-FFF2-40B4-BE49-F238E27FC236}">
                <a16:creationId xmlns:a16="http://schemas.microsoft.com/office/drawing/2014/main" id="{BF9CFD84-221D-0B0D-F5D3-BB0938C33FF5}"/>
              </a:ext>
            </a:extLst>
          </p:cNvPr>
          <p:cNvSpPr txBox="1"/>
          <p:nvPr/>
        </p:nvSpPr>
        <p:spPr>
          <a:xfrm>
            <a:off x="2946181" y="578539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91" name="ZoneTexte 190">
            <a:extLst>
              <a:ext uri="{FF2B5EF4-FFF2-40B4-BE49-F238E27FC236}">
                <a16:creationId xmlns:a16="http://schemas.microsoft.com/office/drawing/2014/main" id="{A431D805-8BDF-456A-C5B4-6247ED13B1B7}"/>
              </a:ext>
            </a:extLst>
          </p:cNvPr>
          <p:cNvSpPr txBox="1"/>
          <p:nvPr/>
        </p:nvSpPr>
        <p:spPr>
          <a:xfrm>
            <a:off x="2946181" y="600567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Vitesse d’enchainement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0BE789E-9B1D-7D08-2D3F-3687DB371475}"/>
              </a:ext>
            </a:extLst>
          </p:cNvPr>
          <p:cNvSpPr/>
          <p:nvPr/>
        </p:nvSpPr>
        <p:spPr>
          <a:xfrm>
            <a:off x="4072501" y="3224970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3AFF469-6B43-DA5C-389B-400EBE0064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050" y="883788"/>
            <a:ext cx="463437" cy="4489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65649F-50A3-4E7D-81AD-AFEE98816C85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4CBA92-6660-359E-6DFC-93054DC49AE4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883BB-1D4C-5B6B-309B-6412C07A52B7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F60C4D-3100-1AB0-4985-F06C0A7522FB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8" name="Graphique 27">
            <a:extLst>
              <a:ext uri="{FF2B5EF4-FFF2-40B4-BE49-F238E27FC236}">
                <a16:creationId xmlns:a16="http://schemas.microsoft.com/office/drawing/2014/main" id="{E4DA4554-1135-F2F9-A11E-A53788070E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37217"/>
            <a:ext cx="307072" cy="30707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2560FDC-2C63-382D-76FB-E904E831ADD1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21A4ED-B23C-A4E9-03B4-E86BA2999180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7B48EC0-7AE1-60EA-D2B1-2073003028AB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E2BF90-8D6C-9FD4-A596-E8A4F6115617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861FDF-4D23-AF7E-9489-DD4C1A432AB7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1D4D7DF-A177-FAB5-36D8-7E0FFFA6C791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2FE58F6-6111-ACC7-F659-4C76188E10AE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1C675BC-0FF4-9F55-9283-1A4F21B9F521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5DDBA20-DDCB-52BA-84AD-16C9C2868DD5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62ACB0E-9C86-23B2-DEB7-E8F4836C00AA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A15525-7E93-E210-9F81-F443F17BEA8C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D352A90-3D65-82D3-67D9-C95D05A3EECD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A0151E7-B912-A57E-F98C-5BC8B686AD5C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B04278E-DA64-61DE-E756-F20ECBB4A055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6C1798A-0C6D-564C-FC4A-462E809435BF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70" name="Image 69">
            <a:extLst>
              <a:ext uri="{FF2B5EF4-FFF2-40B4-BE49-F238E27FC236}">
                <a16:creationId xmlns:a16="http://schemas.microsoft.com/office/drawing/2014/main" id="{6A826037-8E0D-79BD-C134-20058F4B46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0488" y="1392981"/>
            <a:ext cx="293945" cy="277870"/>
          </a:xfrm>
          <a:prstGeom prst="rect">
            <a:avLst/>
          </a:prstGeom>
        </p:spPr>
      </p:pic>
      <p:pic>
        <p:nvPicPr>
          <p:cNvPr id="71" name="Image 70">
            <a:extLst>
              <a:ext uri="{FF2B5EF4-FFF2-40B4-BE49-F238E27FC236}">
                <a16:creationId xmlns:a16="http://schemas.microsoft.com/office/drawing/2014/main" id="{4F3BD312-AE88-60E1-52C5-7D714E7A12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pic>
        <p:nvPicPr>
          <p:cNvPr id="72" name="Image 71">
            <a:extLst>
              <a:ext uri="{FF2B5EF4-FFF2-40B4-BE49-F238E27FC236}">
                <a16:creationId xmlns:a16="http://schemas.microsoft.com/office/drawing/2014/main" id="{D21E8B70-0F3B-17BD-137E-5CDFD45CDF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455" y="2134642"/>
            <a:ext cx="463436" cy="447798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98FF4F73-A6EC-4887-8FC6-90D230192EA6}"/>
              </a:ext>
            </a:extLst>
          </p:cNvPr>
          <p:cNvSpPr/>
          <p:nvPr/>
        </p:nvSpPr>
        <p:spPr>
          <a:xfrm>
            <a:off x="3147555" y="2238535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D5D3B95-FA29-B06D-0428-9433E6EC14CF}"/>
              </a:ext>
            </a:extLst>
          </p:cNvPr>
          <p:cNvSpPr/>
          <p:nvPr/>
        </p:nvSpPr>
        <p:spPr>
          <a:xfrm>
            <a:off x="3876919" y="222363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B7B97C2-DA0C-22EA-9212-F60B90B92169}"/>
              </a:ext>
            </a:extLst>
          </p:cNvPr>
          <p:cNvSpPr/>
          <p:nvPr/>
        </p:nvSpPr>
        <p:spPr>
          <a:xfrm>
            <a:off x="4611474" y="221753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4F005B1-15CE-15E8-EB63-1FFCD9DF7375}"/>
              </a:ext>
            </a:extLst>
          </p:cNvPr>
          <p:cNvSpPr/>
          <p:nvPr/>
        </p:nvSpPr>
        <p:spPr>
          <a:xfrm>
            <a:off x="5341019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9E85ED5-A95E-F930-8FA7-7903FB6C77D5}"/>
              </a:ext>
            </a:extLst>
          </p:cNvPr>
          <p:cNvSpPr/>
          <p:nvPr/>
        </p:nvSpPr>
        <p:spPr>
          <a:xfrm>
            <a:off x="6069873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718F6EA-0EC4-A854-C455-331D9AC70544}"/>
              </a:ext>
            </a:extLst>
          </p:cNvPr>
          <p:cNvSpPr/>
          <p:nvPr/>
        </p:nvSpPr>
        <p:spPr>
          <a:xfrm>
            <a:off x="3879713" y="58641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79" name="Graphique 78">
            <a:extLst>
              <a:ext uri="{FF2B5EF4-FFF2-40B4-BE49-F238E27FC236}">
                <a16:creationId xmlns:a16="http://schemas.microsoft.com/office/drawing/2014/main" id="{19E11444-ACD9-7B68-FDE2-C4ACDDDB70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80" name="ZoneTexte 79">
            <a:extLst>
              <a:ext uri="{FF2B5EF4-FFF2-40B4-BE49-F238E27FC236}">
                <a16:creationId xmlns:a16="http://schemas.microsoft.com/office/drawing/2014/main" id="{75313F6C-D62C-3D9D-4594-457FC31E714A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8CFBBAF0-D51F-6636-7EE2-AEAB84C93304}"/>
              </a:ext>
            </a:extLst>
          </p:cNvPr>
          <p:cNvSpPr>
            <a:spLocks noChangeAspect="1"/>
          </p:cNvSpPr>
          <p:nvPr/>
        </p:nvSpPr>
        <p:spPr>
          <a:xfrm>
            <a:off x="1985965" y="891399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60BB46-F4E7-E2DB-B73E-CAD4676CF949}"/>
              </a:ext>
            </a:extLst>
          </p:cNvPr>
          <p:cNvSpPr/>
          <p:nvPr/>
        </p:nvSpPr>
        <p:spPr>
          <a:xfrm>
            <a:off x="2743085" y="3779843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3CE064-4021-529B-1752-1484EE343019}"/>
              </a:ext>
            </a:extLst>
          </p:cNvPr>
          <p:cNvSpPr/>
          <p:nvPr/>
        </p:nvSpPr>
        <p:spPr>
          <a:xfrm>
            <a:off x="2736162" y="4270050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D06232E-0AD4-83CB-9F23-65DCC2BB37A0}"/>
              </a:ext>
            </a:extLst>
          </p:cNvPr>
          <p:cNvSpPr/>
          <p:nvPr/>
        </p:nvSpPr>
        <p:spPr>
          <a:xfrm>
            <a:off x="2774054" y="6026200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6C9631E-2A52-508B-B74B-34EE3911B321}"/>
              </a:ext>
            </a:extLst>
          </p:cNvPr>
          <p:cNvSpPr/>
          <p:nvPr/>
        </p:nvSpPr>
        <p:spPr>
          <a:xfrm>
            <a:off x="5564634" y="3760926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E624774-F60A-F3B2-4931-F2A20973507E}"/>
              </a:ext>
            </a:extLst>
          </p:cNvPr>
          <p:cNvSpPr/>
          <p:nvPr/>
        </p:nvSpPr>
        <p:spPr>
          <a:xfrm>
            <a:off x="5572156" y="3993132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AC2E9C5-E062-5C1E-EF90-DB72EA7DF89E}"/>
              </a:ext>
            </a:extLst>
          </p:cNvPr>
          <p:cNvSpPr/>
          <p:nvPr/>
        </p:nvSpPr>
        <p:spPr>
          <a:xfrm>
            <a:off x="8413104" y="3488755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E1EC29D-63D7-C021-C9D6-825D47D20572}"/>
              </a:ext>
            </a:extLst>
          </p:cNvPr>
          <p:cNvSpPr/>
          <p:nvPr/>
        </p:nvSpPr>
        <p:spPr>
          <a:xfrm>
            <a:off x="2765459" y="3574624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6ACAEA0-A52A-9C35-9A7C-87347BE5510A}"/>
              </a:ext>
            </a:extLst>
          </p:cNvPr>
          <p:cNvSpPr/>
          <p:nvPr/>
        </p:nvSpPr>
        <p:spPr>
          <a:xfrm>
            <a:off x="2719994" y="4022710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D7EB53E-4481-5326-7DDC-F76F1F0D46F6}"/>
              </a:ext>
            </a:extLst>
          </p:cNvPr>
          <p:cNvSpPr/>
          <p:nvPr/>
        </p:nvSpPr>
        <p:spPr>
          <a:xfrm>
            <a:off x="2750120" y="4479885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dirty="0" err="1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37301E7-6C6C-1238-6360-884C0435708D}"/>
              </a:ext>
            </a:extLst>
          </p:cNvPr>
          <p:cNvSpPr/>
          <p:nvPr/>
        </p:nvSpPr>
        <p:spPr>
          <a:xfrm>
            <a:off x="2744210" y="4687540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3ABE205-0B8C-3E5B-8A0F-F907BD9642D3}"/>
              </a:ext>
            </a:extLst>
          </p:cNvPr>
          <p:cNvSpPr/>
          <p:nvPr/>
        </p:nvSpPr>
        <p:spPr>
          <a:xfrm>
            <a:off x="2762430" y="4912266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DED67EE-BF3F-9CCA-1E44-41B7F644AD98}"/>
              </a:ext>
            </a:extLst>
          </p:cNvPr>
          <p:cNvSpPr/>
          <p:nvPr/>
        </p:nvSpPr>
        <p:spPr>
          <a:xfrm>
            <a:off x="2770842" y="5358580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906265B-F6DD-6A72-FB43-F296CA62D07B}"/>
              </a:ext>
            </a:extLst>
          </p:cNvPr>
          <p:cNvSpPr/>
          <p:nvPr/>
        </p:nvSpPr>
        <p:spPr>
          <a:xfrm>
            <a:off x="2743690" y="5585419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7150679-3074-8296-8375-22A5F150A588}"/>
              </a:ext>
            </a:extLst>
          </p:cNvPr>
          <p:cNvSpPr/>
          <p:nvPr/>
        </p:nvSpPr>
        <p:spPr>
          <a:xfrm>
            <a:off x="2774054" y="5158542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CE3A3EA-2612-C277-3A47-0649D3159B6B}"/>
              </a:ext>
            </a:extLst>
          </p:cNvPr>
          <p:cNvSpPr/>
          <p:nvPr/>
        </p:nvSpPr>
        <p:spPr>
          <a:xfrm>
            <a:off x="2777470" y="5810756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16A77AC-551A-81D9-22CD-50E72140E210}"/>
              </a:ext>
            </a:extLst>
          </p:cNvPr>
          <p:cNvSpPr/>
          <p:nvPr/>
        </p:nvSpPr>
        <p:spPr>
          <a:xfrm>
            <a:off x="5541990" y="3567466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50EF5D8-E8FE-E7BE-9920-5FA1F909E89C}"/>
              </a:ext>
            </a:extLst>
          </p:cNvPr>
          <p:cNvSpPr/>
          <p:nvPr/>
        </p:nvSpPr>
        <p:spPr>
          <a:xfrm>
            <a:off x="8414945" y="3713157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C9990C9-0587-FC36-2499-548961FD2335}"/>
              </a:ext>
            </a:extLst>
          </p:cNvPr>
          <p:cNvSpPr/>
          <p:nvPr/>
        </p:nvSpPr>
        <p:spPr>
          <a:xfrm>
            <a:off x="8414945" y="3965569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22EA731-57D9-FE2B-6044-F296512F1B6D}"/>
              </a:ext>
            </a:extLst>
          </p:cNvPr>
          <p:cNvSpPr/>
          <p:nvPr/>
        </p:nvSpPr>
        <p:spPr>
          <a:xfrm>
            <a:off x="8423599" y="4223490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73A3B08-EDDC-9080-71A1-FFD2F2FC110E}"/>
              </a:ext>
            </a:extLst>
          </p:cNvPr>
          <p:cNvSpPr/>
          <p:nvPr/>
        </p:nvSpPr>
        <p:spPr>
          <a:xfrm>
            <a:off x="8410688" y="4426568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E3B8CD6-B2E4-48DA-7269-131F8ADF78E1}"/>
              </a:ext>
            </a:extLst>
          </p:cNvPr>
          <p:cNvSpPr/>
          <p:nvPr/>
        </p:nvSpPr>
        <p:spPr>
          <a:xfrm>
            <a:off x="8431813" y="4680135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14" name="Image 113">
            <a:extLst>
              <a:ext uri="{FF2B5EF4-FFF2-40B4-BE49-F238E27FC236}">
                <a16:creationId xmlns:a16="http://schemas.microsoft.com/office/drawing/2014/main" id="{2932D489-FE58-9E37-3FA8-54577E621F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916" y="313002"/>
            <a:ext cx="596284" cy="596284"/>
          </a:xfrm>
          <a:prstGeom prst="rect">
            <a:avLst/>
          </a:prstGeom>
        </p:spPr>
      </p:pic>
      <p:pic>
        <p:nvPicPr>
          <p:cNvPr id="116" name="Image 115">
            <a:extLst>
              <a:ext uri="{FF2B5EF4-FFF2-40B4-BE49-F238E27FC236}">
                <a16:creationId xmlns:a16="http://schemas.microsoft.com/office/drawing/2014/main" id="{E3E378F6-91A9-C427-20D4-52AD63A7A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1220" y="1481844"/>
            <a:ext cx="596284" cy="596284"/>
          </a:xfrm>
          <a:prstGeom prst="rect">
            <a:avLst/>
          </a:prstGeom>
        </p:spPr>
      </p:pic>
      <p:pic>
        <p:nvPicPr>
          <p:cNvPr id="120" name="Graphique 119" descr="Badge Tick1 contour">
            <a:extLst>
              <a:ext uri="{FF2B5EF4-FFF2-40B4-BE49-F238E27FC236}">
                <a16:creationId xmlns:a16="http://schemas.microsoft.com/office/drawing/2014/main" id="{D0350405-4AAE-6ECC-8440-626A4D1C2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3634" y="5077933"/>
            <a:ext cx="383037" cy="383037"/>
          </a:xfrm>
          <a:prstGeom prst="rect">
            <a:avLst/>
          </a:prstGeom>
        </p:spPr>
      </p:pic>
      <p:sp>
        <p:nvSpPr>
          <p:cNvPr id="122" name="Rectangle 121">
            <a:extLst>
              <a:ext uri="{FF2B5EF4-FFF2-40B4-BE49-F238E27FC236}">
                <a16:creationId xmlns:a16="http://schemas.microsoft.com/office/drawing/2014/main" id="{31EDAE87-D0B9-34D8-F331-04C6BB0ABE0C}"/>
              </a:ext>
            </a:extLst>
          </p:cNvPr>
          <p:cNvSpPr/>
          <p:nvPr/>
        </p:nvSpPr>
        <p:spPr>
          <a:xfrm>
            <a:off x="1328391" y="30184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43A7144-23EC-7F27-6019-A9131C22DB42}"/>
              </a:ext>
            </a:extLst>
          </p:cNvPr>
          <p:cNvSpPr/>
          <p:nvPr/>
        </p:nvSpPr>
        <p:spPr>
          <a:xfrm>
            <a:off x="1334487" y="338416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0A9A89C-97E1-628F-0400-72A191DC20BF}"/>
              </a:ext>
            </a:extLst>
          </p:cNvPr>
          <p:cNvSpPr/>
          <p:nvPr/>
        </p:nvSpPr>
        <p:spPr>
          <a:xfrm>
            <a:off x="1328391" y="378936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C6CA74C-83DC-5320-9B14-1E3A17CE4C9D}"/>
              </a:ext>
            </a:extLst>
          </p:cNvPr>
          <p:cNvSpPr/>
          <p:nvPr/>
        </p:nvSpPr>
        <p:spPr>
          <a:xfrm>
            <a:off x="1328387" y="421007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CB47FEC2-DE32-EE86-4937-9E7314BF1C9C}"/>
              </a:ext>
            </a:extLst>
          </p:cNvPr>
          <p:cNvSpPr txBox="1"/>
          <p:nvPr/>
        </p:nvSpPr>
        <p:spPr>
          <a:xfrm>
            <a:off x="1398416" y="3085623"/>
            <a:ext cx="45852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05/01/2011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620C12EE-0285-56B5-9C20-FC3E7337FEB2}"/>
              </a:ext>
            </a:extLst>
          </p:cNvPr>
          <p:cNvSpPr txBox="1"/>
          <p:nvPr/>
        </p:nvSpPr>
        <p:spPr>
          <a:xfrm>
            <a:off x="1529738" y="3410266"/>
            <a:ext cx="21122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6691A207-269B-1454-A3F0-F59DAA32152B}"/>
              </a:ext>
            </a:extLst>
          </p:cNvPr>
          <p:cNvSpPr txBox="1"/>
          <p:nvPr/>
        </p:nvSpPr>
        <p:spPr>
          <a:xfrm>
            <a:off x="1417515" y="3812979"/>
            <a:ext cx="41074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179,5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D9C529B4-CBF9-A9B5-9DAA-4FED91F4F5B5}"/>
              </a:ext>
            </a:extLst>
          </p:cNvPr>
          <p:cNvSpPr txBox="1"/>
          <p:nvPr/>
        </p:nvSpPr>
        <p:spPr>
          <a:xfrm>
            <a:off x="1381196" y="4229059"/>
            <a:ext cx="41074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71,2</a:t>
            </a:r>
          </a:p>
        </p:txBody>
      </p:sp>
      <p:pic>
        <p:nvPicPr>
          <p:cNvPr id="12" name="Picture 2" descr="France • Fabio’s LifeTour">
            <a:extLst>
              <a:ext uri="{FF2B5EF4-FFF2-40B4-BE49-F238E27FC236}">
                <a16:creationId xmlns:a16="http://schemas.microsoft.com/office/drawing/2014/main" id="{3F3651C0-3A88-D934-AB08-090E9EC63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1" y="2621448"/>
            <a:ext cx="290387" cy="19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577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eate a new document." ma:contentTypeScope="" ma:versionID="517b3813a201485b8c54bf9f74964b3a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a089e74ce745d3fded66e58ae9f2f1ef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9B66EE-43D2-49FF-898E-DCD517785142}">
  <ds:schemaRefs>
    <ds:schemaRef ds:uri="http://purl.org/dc/terms/"/>
    <ds:schemaRef ds:uri="http://schemas.openxmlformats.org/package/2006/metadata/core-properties"/>
    <ds:schemaRef ds:uri="1d40e6f8-d294-4e0a-a4ec-60755aee44ca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d2aa4942-3767-4fb4-b828-61a76fcbf9df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712EC6-17FB-42D8-A94A-B44B53847F2E}"/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133</Words>
  <Application>Microsoft Office PowerPoint</Application>
  <PresentationFormat>Grand écran</PresentationFormat>
  <Paragraphs>49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OM Marseille Light</vt:lpstr>
      <vt:lpstr>Arial</vt:lpstr>
      <vt:lpstr>OM Marseille Medium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David Recouvreur</cp:lastModifiedBy>
  <cp:revision>3</cp:revision>
  <dcterms:created xsi:type="dcterms:W3CDTF">2026-08-04T15:27:48Z</dcterms:created>
  <dcterms:modified xsi:type="dcterms:W3CDTF">2026-08-06T15:39:18Z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