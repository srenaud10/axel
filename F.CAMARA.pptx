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270" r:id="rId5"/>
    <p:sldId id="302" r:id="rId6"/>
  </p:sldIdLst>
  <p:sldSz cx="12192000" cy="6858000"/>
  <p:notesSz cx="6858000" cy="9144000"/>
  <p:embeddedFontLst>
    <p:embeddedFont>
      <p:font typeface="OM Marseille Light" pitchFamily="2" charset="77"/>
      <p:regular r:id="rId9"/>
    </p:embeddedFont>
    <p:embeddedFont>
      <p:font typeface="OM Marseille Medium" pitchFamily="2" charset="77"/>
      <p:regular r:id="rId10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61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F1099D-6205-2643-AF6D-F08F4EAE4B0D}" v="1" dt="2026-08-06T07:33:58.3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58"/>
  </p:normalViewPr>
  <p:slideViewPr>
    <p:cSldViewPr snapToGrid="0" showGuides="1">
      <p:cViewPr varScale="1">
        <p:scale>
          <a:sx n="120" d="100"/>
          <a:sy n="120" d="100"/>
        </p:scale>
        <p:origin x="840" y="1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1" d="100"/>
          <a:sy n="81" d="100"/>
        </p:scale>
        <p:origin x="389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Genty" userId="0ff89410-5e71-4be0-bd77-4c071ba329e4" providerId="ADAL" clId="{299A151C-5B74-5660-9229-42BC38DFE690}"/>
    <pc:docChg chg="custSel modSld">
      <pc:chgData name="Lucas Genty" userId="0ff89410-5e71-4be0-bd77-4c071ba329e4" providerId="ADAL" clId="{299A151C-5B74-5660-9229-42BC38DFE690}" dt="2026-08-06T07:34:16.543" v="24" actId="20577"/>
      <pc:docMkLst>
        <pc:docMk/>
      </pc:docMkLst>
      <pc:sldChg chg="addSp delSp modSp mod">
        <pc:chgData name="Lucas Genty" userId="0ff89410-5e71-4be0-bd77-4c071ba329e4" providerId="ADAL" clId="{299A151C-5B74-5660-9229-42BC38DFE690}" dt="2026-08-06T07:34:16.543" v="24" actId="20577"/>
        <pc:sldMkLst>
          <pc:docMk/>
          <pc:sldMk cId="4276959918" sldId="302"/>
        </pc:sldMkLst>
        <pc:spChg chg="del">
          <ac:chgData name="Lucas Genty" userId="0ff89410-5e71-4be0-bd77-4c071ba329e4" providerId="ADAL" clId="{299A151C-5B74-5660-9229-42BC38DFE690}" dt="2026-08-06T07:33:58.059" v="0" actId="478"/>
          <ac:spMkLst>
            <pc:docMk/>
            <pc:sldMk cId="4276959918" sldId="302"/>
            <ac:spMk id="31" creationId="{A842BEB0-0C59-3D8F-5615-C4B30B97AAA2}"/>
          </ac:spMkLst>
        </pc:spChg>
        <pc:spChg chg="add mod">
          <ac:chgData name="Lucas Genty" userId="0ff89410-5e71-4be0-bd77-4c071ba329e4" providerId="ADAL" clId="{299A151C-5B74-5660-9229-42BC38DFE690}" dt="2026-08-06T07:34:04.965" v="11" actId="20577"/>
          <ac:spMkLst>
            <pc:docMk/>
            <pc:sldMk cId="4276959918" sldId="302"/>
            <ac:spMk id="41" creationId="{57667D13-E869-9A01-6488-74DE424BCFDA}"/>
          </ac:spMkLst>
        </pc:spChg>
        <pc:spChg chg="add mod">
          <ac:chgData name="Lucas Genty" userId="0ff89410-5e71-4be0-bd77-4c071ba329e4" providerId="ADAL" clId="{299A151C-5B74-5660-9229-42BC38DFE690}" dt="2026-08-06T07:33:58.307" v="1"/>
          <ac:spMkLst>
            <pc:docMk/>
            <pc:sldMk cId="4276959918" sldId="302"/>
            <ac:spMk id="43" creationId="{E6818456-BF83-3964-D11D-01C02323ABD7}"/>
          </ac:spMkLst>
        </pc:spChg>
        <pc:spChg chg="add mod">
          <ac:chgData name="Lucas Genty" userId="0ff89410-5e71-4be0-bd77-4c071ba329e4" providerId="ADAL" clId="{299A151C-5B74-5660-9229-42BC38DFE690}" dt="2026-08-06T07:34:10.271" v="18" actId="20577"/>
          <ac:spMkLst>
            <pc:docMk/>
            <pc:sldMk cId="4276959918" sldId="302"/>
            <ac:spMk id="45" creationId="{6B3A01A1-6E3D-6392-A1DF-C4397DB62A98}"/>
          </ac:spMkLst>
        </pc:spChg>
        <pc:spChg chg="add mod">
          <ac:chgData name="Lucas Genty" userId="0ff89410-5e71-4be0-bd77-4c071ba329e4" providerId="ADAL" clId="{299A151C-5B74-5660-9229-42BC38DFE690}" dt="2026-08-06T07:34:16.543" v="24" actId="20577"/>
          <ac:spMkLst>
            <pc:docMk/>
            <pc:sldMk cId="4276959918" sldId="302"/>
            <ac:spMk id="46" creationId="{D8BB2A56-D887-A435-9EA5-A88B10201F09}"/>
          </ac:spMkLst>
        </pc:spChg>
        <pc:spChg chg="del">
          <ac:chgData name="Lucas Genty" userId="0ff89410-5e71-4be0-bd77-4c071ba329e4" providerId="ADAL" clId="{299A151C-5B74-5660-9229-42BC38DFE690}" dt="2026-08-06T07:33:58.059" v="0" actId="478"/>
          <ac:spMkLst>
            <pc:docMk/>
            <pc:sldMk cId="4276959918" sldId="302"/>
            <ac:spMk id="93" creationId="{A198C229-0AAB-4941-5809-B19A17527163}"/>
          </ac:spMkLst>
        </pc:spChg>
        <pc:spChg chg="del">
          <ac:chgData name="Lucas Genty" userId="0ff89410-5e71-4be0-bd77-4c071ba329e4" providerId="ADAL" clId="{299A151C-5B74-5660-9229-42BC38DFE690}" dt="2026-08-06T07:33:58.059" v="0" actId="478"/>
          <ac:spMkLst>
            <pc:docMk/>
            <pc:sldMk cId="4276959918" sldId="302"/>
            <ac:spMk id="94" creationId="{226A62F4-32E4-C5ED-7922-88C7CB359F78}"/>
          </ac:spMkLst>
        </pc:spChg>
        <pc:spChg chg="del">
          <ac:chgData name="Lucas Genty" userId="0ff89410-5e71-4be0-bd77-4c071ba329e4" providerId="ADAL" clId="{299A151C-5B74-5660-9229-42BC38DFE690}" dt="2026-08-06T07:33:58.059" v="0" actId="478"/>
          <ac:spMkLst>
            <pc:docMk/>
            <pc:sldMk cId="4276959918" sldId="302"/>
            <ac:spMk id="95" creationId="{E9D41704-1FB1-DF00-BB9C-B2EC8F54A0AF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euille_de_calcul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1942759902688944E-2"/>
          <c:y val="3.0184601416695649E-2"/>
          <c:w val="0.91313465354950873"/>
          <c:h val="0.829716858931750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Feuil1!$A$2:$A$6</c:f>
              <c:strCache>
                <c:ptCount val="5"/>
                <c:pt idx="0">
                  <c:v>TOP 5 EU</c:v>
                </c:pt>
                <c:pt idx="1">
                  <c:v>LIGUE TOP 8</c:v>
                </c:pt>
                <c:pt idx="2">
                  <c:v>L1</c:v>
                </c:pt>
                <c:pt idx="3">
                  <c:v>L2 / NAT</c:v>
                </c:pt>
                <c:pt idx="4">
                  <c:v>N3 / N2</c:v>
                </c:pt>
              </c:strCache>
            </c:strRef>
          </c:cat>
          <c:val>
            <c:numRef>
              <c:f>Feuil1!$B$2:$B$6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0-29D7-884A-A11D-9FFF3A11DA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9763071"/>
        <c:axId val="447620287"/>
      </c:barChart>
      <c:catAx>
        <c:axId val="4597630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47620287"/>
        <c:crosses val="autoZero"/>
        <c:auto val="1"/>
        <c:lblAlgn val="ctr"/>
        <c:lblOffset val="100"/>
        <c:noMultiLvlLbl val="0"/>
      </c:catAx>
      <c:valAx>
        <c:axId val="447620287"/>
        <c:scaling>
          <c:orientation val="minMax"/>
          <c:max val="10"/>
          <c:min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59763071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252390A9-1F65-D38D-9790-B78C858D3E3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225ADC1-26C0-5BD3-C73B-05DBEBDD37A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2F4FD9-6393-40EA-A13C-0717774DD95D}" type="datetimeFigureOut">
              <a:rPr lang="de-DE" smtClean="0"/>
              <a:t>06.08.26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981E3FD-1717-1B9C-D3FF-CD53D355C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9FD8799-F91C-D6B6-FA49-AE7FA2992B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438E2F-A441-4EFD-9A7B-F6024EC14680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01828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B79978-9587-4FFB-8987-67BE67FCF4DF}" type="datetimeFigureOut">
              <a:rPr lang="de-DE" smtClean="0"/>
              <a:t>06.08.26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9E323D-5B79-4A3D-A846-DD2B6281790F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6037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EFE36F-4D36-01D1-ED9A-4895DC4141D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52425" y="1600200"/>
            <a:ext cx="4752975" cy="1427480"/>
          </a:xfrm>
        </p:spPr>
        <p:txBody>
          <a:bodyPr anchor="b"/>
          <a:lstStyle>
            <a:lvl1pPr algn="l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 noProof="0" dirty="0"/>
              <a:t>Titre de la</a:t>
            </a:r>
            <a:br>
              <a:rPr lang="fr-FR" noProof="0" dirty="0"/>
            </a:br>
            <a:r>
              <a:rPr lang="fr-FR" noProof="0" dirty="0"/>
              <a:t>présentation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B8EA753-9C9D-1ACE-AC93-91469FFC039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52425" y="3429000"/>
            <a:ext cx="4752975" cy="2484438"/>
          </a:xfrm>
        </p:spPr>
        <p:txBody>
          <a:bodyPr/>
          <a:lstStyle>
            <a:lvl1pPr marL="0" indent="0" algn="l">
              <a:buNone/>
              <a:defRPr sz="21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noProof="0" dirty="0"/>
              <a:t>Sous-titre de la présentation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2495D65-0840-AA45-FA3E-BED80617F6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352425" y="382270"/>
            <a:ext cx="1128712" cy="1128712"/>
          </a:xfrm>
          <a:prstGeom prst="rect">
            <a:avLst/>
          </a:prstGeom>
        </p:spPr>
      </p:pic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C79FB73B-18B9-7B4B-4306-1AB0E29D7ACF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352425" y="3281125"/>
            <a:ext cx="19812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39D11C76-9ADD-3501-7802-B144E33AB05E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6095445"/>
            <a:ext cx="121920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Grafik 14">
            <a:extLst>
              <a:ext uri="{FF2B5EF4-FFF2-40B4-BE49-F238E27FC236}">
                <a16:creationId xmlns:a16="http://schemas.microsoft.com/office/drawing/2014/main" id="{F5B46B84-2E0E-E721-B84C-A8C1D99259B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B534D718-DC94-6708-FBA2-602A99AAB174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2026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CC4D28B-E2E5-06D0-2352-AE54759288A2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57990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">
    <p:bg bwMode="gray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1866900"/>
            <a:ext cx="6734175" cy="2677798"/>
          </a:xfrm>
        </p:spPr>
        <p:txBody>
          <a:bodyPr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 noProof="0" dirty="0"/>
              <a:t>Titre du chapitre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51F830D-78E3-5112-0211-3A04BB7767C3}"/>
              </a:ext>
            </a:extLst>
          </p:cNvPr>
          <p:cNvSpPr txBox="1"/>
          <p:nvPr userDrawn="1"/>
        </p:nvSpPr>
        <p:spPr bwMode="gray">
          <a:xfrm>
            <a:off x="11158538" y="6282215"/>
            <a:ext cx="681037" cy="25566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fr-FR" sz="1200" noProof="0" dirty="0">
                <a:solidFill>
                  <a:schemeClr val="bg1"/>
                </a:solidFill>
              </a:rPr>
              <a:t>P.</a:t>
            </a:r>
            <a:fld id="{C31C4A41-7035-40BD-9B07-EB4193BE7FBB}" type="slidenum">
              <a:rPr lang="fr-FR" sz="1200" noProof="0" smtClean="0">
                <a:solidFill>
                  <a:schemeClr val="bg1"/>
                </a:solidFill>
              </a:rPr>
              <a:pPr algn="r"/>
              <a:t>‹N°›</a:t>
            </a:fld>
            <a:endParaRPr lang="fr-FR" sz="1200" noProof="0" dirty="0">
              <a:solidFill>
                <a:schemeClr val="bg1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5122FE4-328B-01FF-9254-76EBD917C0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7" name="Textplatzhalter 6">
            <a:extLst>
              <a:ext uri="{FF2B5EF4-FFF2-40B4-BE49-F238E27FC236}">
                <a16:creationId xmlns:a16="http://schemas.microsoft.com/office/drawing/2014/main" id="{639ABF71-D4FC-0D5E-6D3F-11FB68BE47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352425" y="304800"/>
            <a:ext cx="1981200" cy="820738"/>
          </a:xfrm>
        </p:spPr>
        <p:txBody>
          <a:bodyPr/>
          <a:lstStyle>
            <a:lvl1pPr>
              <a:defRPr sz="560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fr-FR" noProof="0" dirty="0"/>
              <a:t>0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3E362E56-738D-5EC7-4570-4C2ED6CAA0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7696200" y="152400"/>
            <a:ext cx="4381500" cy="6078542"/>
          </a:xfrm>
        </p:spPr>
        <p:txBody>
          <a:bodyPr anchor="ctr"/>
          <a:lstStyle>
            <a:lvl1pPr algn="r">
              <a:defRPr sz="58000">
                <a:solidFill>
                  <a:schemeClr val="accent1"/>
                </a:solidFill>
                <a:latin typeface="OM Marseille Medium" pitchFamily="2" charset="0"/>
              </a:defRPr>
            </a:lvl1pPr>
            <a:lvl5pPr>
              <a:defRPr/>
            </a:lvl5pPr>
          </a:lstStyle>
          <a:p>
            <a:pPr lvl="0"/>
            <a:r>
              <a:rPr lang="fr-FR" noProof="0" dirty="0"/>
              <a:t>0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DF6FAB5-02B2-0D1D-CE11-56FD8FB770AC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2026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9879162-50CC-A295-CA48-D19D34C15FF4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7095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5178425"/>
            <a:ext cx="11487150" cy="735013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 noProof="0" dirty="0"/>
              <a:t>Titre du sous-chapitre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7B1327E9-7BFB-B90A-8D7E-06DA25EC8C2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2730499" y="368300"/>
            <a:ext cx="9109075" cy="4622800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301887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/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1981269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52426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3032448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52426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327AA6BF-AD26-9390-8C31-3A3792C4F68E}"/>
              </a:ext>
            </a:extLst>
          </p:cNvPr>
          <p:cNvSpPr>
            <a:spLocks noGrp="1"/>
          </p:cNvSpPr>
          <p:nvPr>
            <p:ph idx="10" hasCustomPrompt="1"/>
          </p:nvPr>
        </p:nvSpPr>
        <p:spPr bwMode="gray">
          <a:xfrm>
            <a:off x="5105400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1213106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/>
              <a:t>Titre de la slide</a:t>
            </a:r>
          </a:p>
        </p:txBody>
      </p:sp>
    </p:spTree>
    <p:extLst>
      <p:ext uri="{BB962C8B-B14F-4D97-AF65-F5344CB8AC3E}">
        <p14:creationId xmlns:p14="http://schemas.microsoft.com/office/powerpoint/2010/main" val="4156221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299085"/>
            <a:ext cx="9109075" cy="2586355"/>
          </a:xfrm>
        </p:spPr>
        <p:txBody>
          <a:bodyPr/>
          <a:lstStyle>
            <a:lvl1pPr>
              <a:lnSpc>
                <a:spcPct val="93000"/>
              </a:lnSpc>
              <a:defRPr sz="3500"/>
            </a:lvl1pPr>
          </a:lstStyle>
          <a:p>
            <a:r>
              <a:rPr lang="fr-FR" noProof="0" dirty="0"/>
              <a:t>Titre de la slide</a:t>
            </a:r>
          </a:p>
        </p:txBody>
      </p:sp>
      <p:sp>
        <p:nvSpPr>
          <p:cNvPr id="4" name="Textplatzhalter 7">
            <a:extLst>
              <a:ext uri="{FF2B5EF4-FFF2-40B4-BE49-F238E27FC236}">
                <a16:creationId xmlns:a16="http://schemas.microsoft.com/office/drawing/2014/main" id="{5AC2861C-C409-85BD-A456-8900F5D384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52426" y="3096578"/>
            <a:ext cx="4356100" cy="2816859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725542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6" y="339725"/>
            <a:ext cx="4356100" cy="574675"/>
          </a:xfrm>
        </p:spPr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D383CF44-F0AF-65F5-3433-6A696412D09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5105400" y="368300"/>
            <a:ext cx="6734174" cy="5346700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738266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483475" y="339725"/>
            <a:ext cx="4356100" cy="574675"/>
          </a:xfrm>
        </p:spPr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FCA7126D-0013-7E83-243B-A49D1E5948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52425" y="1125539"/>
            <a:ext cx="6734175" cy="2151062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5C9D441E-41B7-BADA-89AE-C53419624B5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352425" y="3581400"/>
            <a:ext cx="6734175" cy="2151062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6D8D2146-CB0B-5A42-B80B-B18B9A5417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7483475" y="1125539"/>
            <a:ext cx="4356100" cy="2151062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7FA7FB43-7777-8A8B-170F-3CF9F84E1C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483475" y="3581400"/>
            <a:ext cx="4356100" cy="2151061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2303113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5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1E23B8BC-103F-39F0-2D6B-98F6492921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52426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5" name="Textplatzhalter 7">
            <a:extLst>
              <a:ext uri="{FF2B5EF4-FFF2-40B4-BE49-F238E27FC236}">
                <a16:creationId xmlns:a16="http://schemas.microsoft.com/office/drawing/2014/main" id="{EE8B42AE-AFED-5DF1-4F4C-9AED8A80A9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52426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082F372B-DEA5-5334-81BD-4DEAA5D75E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52425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AA5E0F6E-96E7-FBD1-FD61-84FD46E0639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2727325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9DE2920-3076-DFFF-A039-7EBA533DD5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2727325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CCF33DD2-C24B-43DB-0034-8C1B8BB41F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2727324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A71A7F2F-7B9C-D17F-5FD2-D2E41924F50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gray">
          <a:xfrm>
            <a:off x="5105400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B80DC451-D05D-16E6-7714-6A737BBC40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105400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A5537B97-3685-B97B-7C12-E1CB3535F96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5105399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3" name="Bildplatzhalter 4">
            <a:extLst>
              <a:ext uri="{FF2B5EF4-FFF2-40B4-BE49-F238E27FC236}">
                <a16:creationId xmlns:a16="http://schemas.microsoft.com/office/drawing/2014/main" id="{853957FA-CA48-6196-84FE-6641E2BF987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 bwMode="gray">
          <a:xfrm>
            <a:off x="7483476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47CAE4CD-B6C4-74CB-957E-6044C75304E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7483476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06560E43-E108-1A4D-B0A3-FE7435F430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7483475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7159A958-60C1-16C9-D6D1-6D03B1DD690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 bwMode="gray">
          <a:xfrm>
            <a:off x="9861552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F409A5C0-AEA4-650F-E6DE-5DD458DC01A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9861552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8" name="Textplatzhalter 7">
            <a:extLst>
              <a:ext uri="{FF2B5EF4-FFF2-40B4-BE49-F238E27FC236}">
                <a16:creationId xmlns:a16="http://schemas.microsoft.com/office/drawing/2014/main" id="{B397BD12-559D-B092-3ED2-FF3C773B620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9861551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39431669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485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2A7F085-0943-0DDC-771A-B999207C0BC0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52425" y="339725"/>
            <a:ext cx="9109075" cy="574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268ABB7-A16D-8DF8-5E38-7368E430A4FA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52425" y="1125539"/>
            <a:ext cx="9109075" cy="47879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0D98BDE4-60FE-EF19-D052-F2C9AFD05DFF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6095445"/>
            <a:ext cx="121920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FA3A8EF0-FFBA-B177-44B0-D1718956129E}"/>
              </a:ext>
            </a:extLst>
          </p:cNvPr>
          <p:cNvSpPr txBox="1"/>
          <p:nvPr userDrawn="1"/>
        </p:nvSpPr>
        <p:spPr bwMode="gray">
          <a:xfrm>
            <a:off x="11158538" y="6282215"/>
            <a:ext cx="681037" cy="25566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fr-FR" sz="1200" noProof="0" dirty="0">
                <a:solidFill>
                  <a:schemeClr val="accent2"/>
                </a:solidFill>
              </a:rPr>
              <a:t>P.</a:t>
            </a:r>
            <a:fld id="{C31C4A41-7035-40BD-9B07-EB4193BE7FBB}" type="slidenum">
              <a:rPr lang="fr-FR" sz="1200" noProof="0" smtClean="0">
                <a:solidFill>
                  <a:schemeClr val="accent2"/>
                </a:solidFill>
              </a:rPr>
              <a:pPr algn="r"/>
              <a:t>‹N°›</a:t>
            </a:fld>
            <a:endParaRPr lang="fr-FR" sz="1200" noProof="0" dirty="0">
              <a:solidFill>
                <a:schemeClr val="accent2"/>
              </a:solidFill>
            </a:endParaRPr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746017A4-BE5A-18C3-DCC5-3EB4040AA5E2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4974F32B-204D-8A94-4ED9-6E4819234991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rgbClr val="0B61AC"/>
                </a:solidFill>
              </a:rPr>
              <a:t>2026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E661EB8-DC41-20FC-808A-56B88E3B4C23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rgbClr val="0B61AC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513824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9" r:id="rId3"/>
    <p:sldLayoutId id="2147483650" r:id="rId4"/>
    <p:sldLayoutId id="2147483657" r:id="rId5"/>
    <p:sldLayoutId id="2147483656" r:id="rId6"/>
    <p:sldLayoutId id="2147483654" r:id="rId7"/>
    <p:sldLayoutId id="2147483662" r:id="rId8"/>
    <p:sldLayoutId id="2147483660" r:id="rId9"/>
    <p:sldLayoutId id="2147483661" r:id="rId10"/>
    <p:sldLayoutId id="2147483663" r:id="rId11"/>
    <p:sldLayoutId id="214748365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82563" indent="-17621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355600" indent="-18256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4625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720725" indent="-18256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09" userDrawn="1">
          <p15:clr>
            <a:srgbClr val="A4A3A4"/>
          </p15:clr>
        </p15:guide>
        <p15:guide id="2" pos="222" userDrawn="1">
          <p15:clr>
            <a:srgbClr val="A4A3A4"/>
          </p15:clr>
        </p15:guide>
        <p15:guide id="3" pos="7458" userDrawn="1">
          <p15:clr>
            <a:srgbClr val="A4A3A4"/>
          </p15:clr>
        </p15:guide>
        <p15:guide id="4" pos="3216" userDrawn="1">
          <p15:clr>
            <a:srgbClr val="A4A3A4"/>
          </p15:clr>
        </p15:guide>
        <p15:guide id="5" pos="4464" userDrawn="1">
          <p15:clr>
            <a:srgbClr val="A4A3A4"/>
          </p15:clr>
        </p15:guide>
        <p15:guide id="6" pos="2966" userDrawn="1">
          <p15:clr>
            <a:srgbClr val="A4A3A4"/>
          </p15:clr>
        </p15:guide>
        <p15:guide id="7" pos="4714" userDrawn="1">
          <p15:clr>
            <a:srgbClr val="A4A3A4"/>
          </p15:clr>
        </p15:guide>
        <p15:guide id="9" pos="1720" userDrawn="1">
          <p15:clr>
            <a:srgbClr val="A4A3A4"/>
          </p15:clr>
        </p15:guide>
        <p15:guide id="10" pos="5960" userDrawn="1">
          <p15:clr>
            <a:srgbClr val="A4A3A4"/>
          </p15:clr>
        </p15:guide>
        <p15:guide id="11" pos="6210" userDrawn="1">
          <p15:clr>
            <a:srgbClr val="A4A3A4"/>
          </p15:clr>
        </p15:guide>
        <p15:guide id="12" pos="1470" userDrawn="1">
          <p15:clr>
            <a:srgbClr val="A4A3A4"/>
          </p15:clr>
        </p15:guide>
        <p15:guide id="13" orient="horz" pos="3725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3" Type="http://schemas.openxmlformats.org/officeDocument/2006/relationships/chart" Target="../charts/chart1.xml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F876DB-A14E-B1BA-9DE3-E2270A9A96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2425" y="1600200"/>
            <a:ext cx="5822823" cy="1427480"/>
          </a:xfrm>
        </p:spPr>
        <p:txBody>
          <a:bodyPr/>
          <a:lstStyle/>
          <a:p>
            <a:r>
              <a:rPr lang="fr-FR" sz="4400" dirty="0"/>
              <a:t>ÉVALUATION</a:t>
            </a:r>
            <a:br>
              <a:rPr lang="fr-FR" sz="4400" dirty="0"/>
            </a:br>
            <a:r>
              <a:rPr lang="fr-FR" sz="4400" dirty="0"/>
              <a:t>INDIVIDUALISATION</a:t>
            </a:r>
            <a:endParaRPr lang="fr-FR" sz="4400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FA4C429-B4D3-5B80-6871-81092322D6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noProof="0" dirty="0"/>
              <a:t>FODE CAMARA – 2007</a:t>
            </a:r>
          </a:p>
          <a:p>
            <a:r>
              <a:rPr lang="fr-FR" dirty="0"/>
              <a:t>SAISON 2026/2027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385893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D015E-E5AC-8E54-51C8-2C646165B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>
            <a:extLst>
              <a:ext uri="{FF2B5EF4-FFF2-40B4-BE49-F238E27FC236}">
                <a16:creationId xmlns:a16="http://schemas.microsoft.com/office/drawing/2014/main" id="{DF76A0CF-EBBB-2856-28D0-7399F9A86C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91819" y="112547"/>
            <a:ext cx="2162755" cy="2162755"/>
          </a:xfrm>
          <a:prstGeom prst="rect">
            <a:avLst/>
          </a:prstGeom>
        </p:spPr>
      </p:pic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BA6D695A-9F7C-3BDA-D525-6D0BB4EB6858}"/>
              </a:ext>
            </a:extLst>
          </p:cNvPr>
          <p:cNvCxnSpPr/>
          <p:nvPr/>
        </p:nvCxnSpPr>
        <p:spPr>
          <a:xfrm>
            <a:off x="2409245" y="206733"/>
            <a:ext cx="0" cy="565337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8F763BFE-36A3-4AAA-BD5B-8DE394D872EF}"/>
              </a:ext>
            </a:extLst>
          </p:cNvPr>
          <p:cNvSpPr txBox="1"/>
          <p:nvPr/>
        </p:nvSpPr>
        <p:spPr>
          <a:xfrm>
            <a:off x="552555" y="48962"/>
            <a:ext cx="132087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FICHE JOUEUR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73A3083E-3CE6-A3EA-2751-A1D63A2FDFE8}"/>
              </a:ext>
            </a:extLst>
          </p:cNvPr>
          <p:cNvCxnSpPr>
            <a:cxnSpLocks/>
          </p:cNvCxnSpPr>
          <p:nvPr/>
        </p:nvCxnSpPr>
        <p:spPr>
          <a:xfrm flipH="1">
            <a:off x="2593437" y="3033421"/>
            <a:ext cx="897702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B5DBD92A-A71F-A6A9-644B-88A8BE0B3CAF}"/>
              </a:ext>
            </a:extLst>
          </p:cNvPr>
          <p:cNvSpPr txBox="1"/>
          <p:nvPr/>
        </p:nvSpPr>
        <p:spPr>
          <a:xfrm>
            <a:off x="2593437" y="49648"/>
            <a:ext cx="108523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FICHE SAISON</a:t>
            </a: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B79A539D-18E3-4D86-8A85-19A350B64874}"/>
              </a:ext>
            </a:extLst>
          </p:cNvPr>
          <p:cNvCxnSpPr>
            <a:cxnSpLocks/>
          </p:cNvCxnSpPr>
          <p:nvPr/>
        </p:nvCxnSpPr>
        <p:spPr>
          <a:xfrm>
            <a:off x="7187978" y="206733"/>
            <a:ext cx="0" cy="281167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8A632286-192D-3CD1-F291-2C07A315ABD4}"/>
              </a:ext>
            </a:extLst>
          </p:cNvPr>
          <p:cNvSpPr txBox="1"/>
          <p:nvPr/>
        </p:nvSpPr>
        <p:spPr>
          <a:xfrm>
            <a:off x="7311224" y="74051"/>
            <a:ext cx="184505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PROJECTION CARRIÈRE </a:t>
            </a:r>
          </a:p>
        </p:txBody>
      </p:sp>
      <p:graphicFrame>
        <p:nvGraphicFramePr>
          <p:cNvPr id="28" name="Graphique 27">
            <a:extLst>
              <a:ext uri="{FF2B5EF4-FFF2-40B4-BE49-F238E27FC236}">
                <a16:creationId xmlns:a16="http://schemas.microsoft.com/office/drawing/2014/main" id="{0FB31654-AA41-1722-C93F-44AB3BC14185}"/>
              </a:ext>
            </a:extLst>
          </p:cNvPr>
          <p:cNvGraphicFramePr/>
          <p:nvPr/>
        </p:nvGraphicFramePr>
        <p:xfrm>
          <a:off x="7187978" y="508955"/>
          <a:ext cx="4917427" cy="25244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32" name="Image 31">
            <a:extLst>
              <a:ext uri="{FF2B5EF4-FFF2-40B4-BE49-F238E27FC236}">
                <a16:creationId xmlns:a16="http://schemas.microsoft.com/office/drawing/2014/main" id="{08D5302B-A1BD-1AD9-8517-519DFF28A8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584" y="482834"/>
            <a:ext cx="1130867" cy="1718917"/>
          </a:xfrm>
          <a:prstGeom prst="rect">
            <a:avLst/>
          </a:prstGeom>
        </p:spPr>
      </p:pic>
      <p:sp>
        <p:nvSpPr>
          <p:cNvPr id="34" name="Ellipse 33">
            <a:extLst>
              <a:ext uri="{FF2B5EF4-FFF2-40B4-BE49-F238E27FC236}">
                <a16:creationId xmlns:a16="http://schemas.microsoft.com/office/drawing/2014/main" id="{09517641-2056-292C-F044-4EDF81FD9C39}"/>
              </a:ext>
            </a:extLst>
          </p:cNvPr>
          <p:cNvSpPr>
            <a:spLocks noChangeAspect="1"/>
          </p:cNvSpPr>
          <p:nvPr/>
        </p:nvSpPr>
        <p:spPr>
          <a:xfrm>
            <a:off x="1599742" y="68664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3C624C49-6952-CBC8-3078-32203A0A116F}"/>
              </a:ext>
            </a:extLst>
          </p:cNvPr>
          <p:cNvSpPr>
            <a:spLocks noChangeAspect="1"/>
          </p:cNvSpPr>
          <p:nvPr/>
        </p:nvSpPr>
        <p:spPr>
          <a:xfrm>
            <a:off x="1599742" y="1020604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9AB6DA20-D603-CDCE-91A1-28F8698324EA}"/>
              </a:ext>
            </a:extLst>
          </p:cNvPr>
          <p:cNvSpPr>
            <a:spLocks noChangeAspect="1"/>
          </p:cNvSpPr>
          <p:nvPr/>
        </p:nvSpPr>
        <p:spPr>
          <a:xfrm>
            <a:off x="1437717" y="1379406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E86E4E08-F058-3988-B652-64DB9315AE96}"/>
              </a:ext>
            </a:extLst>
          </p:cNvPr>
          <p:cNvSpPr>
            <a:spLocks noChangeAspect="1"/>
          </p:cNvSpPr>
          <p:nvPr/>
        </p:nvSpPr>
        <p:spPr>
          <a:xfrm>
            <a:off x="1213192" y="909286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2D65B515-B3AC-F6C0-205D-85C48461B551}"/>
              </a:ext>
            </a:extLst>
          </p:cNvPr>
          <p:cNvSpPr>
            <a:spLocks noChangeAspect="1"/>
          </p:cNvSpPr>
          <p:nvPr/>
        </p:nvSpPr>
        <p:spPr>
          <a:xfrm>
            <a:off x="1216896" y="172031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75B1D760-4EE4-6255-C9F4-575240C2BF40}"/>
              </a:ext>
            </a:extLst>
          </p:cNvPr>
          <p:cNvSpPr>
            <a:spLocks noChangeAspect="1"/>
          </p:cNvSpPr>
          <p:nvPr/>
        </p:nvSpPr>
        <p:spPr>
          <a:xfrm>
            <a:off x="1594267" y="200438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3550C5FC-E35F-46C0-EA81-7F209457D8D0}"/>
              </a:ext>
            </a:extLst>
          </p:cNvPr>
          <p:cNvSpPr>
            <a:spLocks noChangeAspect="1"/>
          </p:cNvSpPr>
          <p:nvPr/>
        </p:nvSpPr>
        <p:spPr>
          <a:xfrm>
            <a:off x="1750817" y="1379406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CD651C98-510D-1B5E-40CE-310E511F0899}"/>
              </a:ext>
            </a:extLst>
          </p:cNvPr>
          <p:cNvSpPr txBox="1"/>
          <p:nvPr/>
        </p:nvSpPr>
        <p:spPr>
          <a:xfrm>
            <a:off x="3930517" y="297593"/>
            <a:ext cx="38792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MIN’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7C3EBCA9-9806-5C5A-BDEE-DB8EB5B0BE5B}"/>
              </a:ext>
            </a:extLst>
          </p:cNvPr>
          <p:cNvSpPr txBox="1"/>
          <p:nvPr/>
        </p:nvSpPr>
        <p:spPr>
          <a:xfrm>
            <a:off x="4657858" y="296991"/>
            <a:ext cx="40235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 err="1">
                <a:solidFill>
                  <a:schemeClr val="bg1"/>
                </a:solidFill>
              </a:rPr>
              <a:t>T</a:t>
            </a:r>
            <a:r>
              <a:rPr lang="fr-FR" sz="1400" dirty="0">
                <a:solidFill>
                  <a:schemeClr val="bg1"/>
                </a:solidFill>
              </a:rPr>
              <a:t> / R</a:t>
            </a: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1F60BF2A-20CD-8F8F-E418-705FEAA61603}"/>
              </a:ext>
            </a:extLst>
          </p:cNvPr>
          <p:cNvSpPr txBox="1"/>
          <p:nvPr/>
        </p:nvSpPr>
        <p:spPr>
          <a:xfrm>
            <a:off x="329064" y="4656249"/>
            <a:ext cx="1756891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u="sng" dirty="0">
                <a:solidFill>
                  <a:schemeClr val="bg1"/>
                </a:solidFill>
              </a:rPr>
              <a:t>PROJECTION CLUB </a:t>
            </a:r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DE265DF6-003A-38DF-BEF5-E64B75FBF919}"/>
              </a:ext>
            </a:extLst>
          </p:cNvPr>
          <p:cNvSpPr txBox="1"/>
          <p:nvPr/>
        </p:nvSpPr>
        <p:spPr>
          <a:xfrm>
            <a:off x="126293" y="5143939"/>
            <a:ext cx="51456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L1 OM</a:t>
            </a: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2DAFD213-FA6D-5246-9563-045EE1CB84CC}"/>
              </a:ext>
            </a:extLst>
          </p:cNvPr>
          <p:cNvSpPr txBox="1"/>
          <p:nvPr/>
        </p:nvSpPr>
        <p:spPr>
          <a:xfrm>
            <a:off x="105317" y="5523907"/>
            <a:ext cx="44723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PRÊT</a:t>
            </a: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0223F5E3-DA15-B50C-4D7E-44617E8C24DE}"/>
              </a:ext>
            </a:extLst>
          </p:cNvPr>
          <p:cNvSpPr txBox="1"/>
          <p:nvPr/>
        </p:nvSpPr>
        <p:spPr>
          <a:xfrm>
            <a:off x="120148" y="5903875"/>
            <a:ext cx="78867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VENTE %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ADB055E5-CD15-1FAC-E145-E0DE3FAF6A99}"/>
              </a:ext>
            </a:extLst>
          </p:cNvPr>
          <p:cNvSpPr txBox="1"/>
          <p:nvPr/>
        </p:nvSpPr>
        <p:spPr>
          <a:xfrm>
            <a:off x="5377785" y="290430"/>
            <a:ext cx="42159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B / A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7E89A28-7BDF-5917-AA69-B1B80E5A3113}"/>
              </a:ext>
            </a:extLst>
          </p:cNvPr>
          <p:cNvSpPr txBox="1"/>
          <p:nvPr/>
        </p:nvSpPr>
        <p:spPr>
          <a:xfrm>
            <a:off x="3298900" y="290430"/>
            <a:ext cx="13785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E5905F30-C97A-5D8C-102C-660361196B76}"/>
              </a:ext>
            </a:extLst>
          </p:cNvPr>
          <p:cNvSpPr txBox="1"/>
          <p:nvPr/>
        </p:nvSpPr>
        <p:spPr>
          <a:xfrm>
            <a:off x="5984009" y="304527"/>
            <a:ext cx="66684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CJ / CR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B3E661A5-1FF9-D288-FBB7-9C38A7966192}"/>
              </a:ext>
            </a:extLst>
          </p:cNvPr>
          <p:cNvSpPr>
            <a:spLocks noChangeAspect="1"/>
          </p:cNvSpPr>
          <p:nvPr/>
        </p:nvSpPr>
        <p:spPr>
          <a:xfrm>
            <a:off x="1451463" y="1753851"/>
            <a:ext cx="156550" cy="147478"/>
          </a:xfrm>
          <a:prstGeom prst="ellipse">
            <a:avLst/>
          </a:prstGeom>
          <a:solidFill>
            <a:srgbClr val="B695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3C4455D0-6F67-B91F-D08E-26D4D91405F3}"/>
              </a:ext>
            </a:extLst>
          </p:cNvPr>
          <p:cNvSpPr>
            <a:spLocks noChangeAspect="1"/>
          </p:cNvSpPr>
          <p:nvPr/>
        </p:nvSpPr>
        <p:spPr>
          <a:xfrm>
            <a:off x="1722163" y="1755947"/>
            <a:ext cx="156550" cy="147478"/>
          </a:xfrm>
          <a:prstGeom prst="ellipse">
            <a:avLst/>
          </a:prstGeom>
          <a:solidFill>
            <a:srgbClr val="B695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9C5B8C6E-1749-F1C8-8EB3-2C76B253FC4A}"/>
              </a:ext>
            </a:extLst>
          </p:cNvPr>
          <p:cNvSpPr>
            <a:spLocks noChangeAspect="1"/>
          </p:cNvSpPr>
          <p:nvPr/>
        </p:nvSpPr>
        <p:spPr>
          <a:xfrm>
            <a:off x="1997307" y="909286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AB66ACCF-3484-B769-E64B-9AE53FA7D028}"/>
              </a:ext>
            </a:extLst>
          </p:cNvPr>
          <p:cNvSpPr>
            <a:spLocks noChangeAspect="1"/>
          </p:cNvSpPr>
          <p:nvPr/>
        </p:nvSpPr>
        <p:spPr>
          <a:xfrm>
            <a:off x="1991897" y="172031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0D108FAB-B255-B0D2-EDEC-FD26E08F630D}"/>
              </a:ext>
            </a:extLst>
          </p:cNvPr>
          <p:cNvSpPr txBox="1"/>
          <p:nvPr/>
        </p:nvSpPr>
        <p:spPr>
          <a:xfrm>
            <a:off x="444489" y="3818549"/>
            <a:ext cx="33823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TAILLE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05FA9C79-4545-D6E2-8494-2FA513427E0D}"/>
              </a:ext>
            </a:extLst>
          </p:cNvPr>
          <p:cNvSpPr txBox="1"/>
          <p:nvPr/>
        </p:nvSpPr>
        <p:spPr>
          <a:xfrm>
            <a:off x="454908" y="4208495"/>
            <a:ext cx="31739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POIDS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44F753E4-AE7A-534C-E23E-A38D36C4E749}"/>
              </a:ext>
            </a:extLst>
          </p:cNvPr>
          <p:cNvSpPr txBox="1"/>
          <p:nvPr/>
        </p:nvSpPr>
        <p:spPr>
          <a:xfrm>
            <a:off x="83012" y="3068169"/>
            <a:ext cx="10611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DATE DE NAISSANCE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2DFF32A8-9FAC-DDB0-9739-DD7607656E2A}"/>
              </a:ext>
            </a:extLst>
          </p:cNvPr>
          <p:cNvSpPr txBox="1"/>
          <p:nvPr/>
        </p:nvSpPr>
        <p:spPr>
          <a:xfrm>
            <a:off x="350968" y="3440174"/>
            <a:ext cx="53700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PIED FORT</a:t>
            </a:r>
          </a:p>
        </p:txBody>
      </p:sp>
      <p:sp>
        <p:nvSpPr>
          <p:cNvPr id="96" name="ZoneTexte 95">
            <a:extLst>
              <a:ext uri="{FF2B5EF4-FFF2-40B4-BE49-F238E27FC236}">
                <a16:creationId xmlns:a16="http://schemas.microsoft.com/office/drawing/2014/main" id="{0C300106-2A6B-6392-C8E8-6CF0934B5C8F}"/>
              </a:ext>
            </a:extLst>
          </p:cNvPr>
          <p:cNvSpPr txBox="1"/>
          <p:nvPr/>
        </p:nvSpPr>
        <p:spPr>
          <a:xfrm>
            <a:off x="296774" y="2391492"/>
            <a:ext cx="575479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SÉLÉCTION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82BB91F-0927-3079-3C65-85B8612CB3EA}"/>
              </a:ext>
            </a:extLst>
          </p:cNvPr>
          <p:cNvSpPr/>
          <p:nvPr/>
        </p:nvSpPr>
        <p:spPr>
          <a:xfrm>
            <a:off x="2732536" y="3185463"/>
            <a:ext cx="2719446" cy="2918342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08" name="ZoneTexte 107">
            <a:extLst>
              <a:ext uri="{FF2B5EF4-FFF2-40B4-BE49-F238E27FC236}">
                <a16:creationId xmlns:a16="http://schemas.microsoft.com/office/drawing/2014/main" id="{465A95DF-CE2D-260C-E6C9-78728279C922}"/>
              </a:ext>
            </a:extLst>
          </p:cNvPr>
          <p:cNvSpPr txBox="1"/>
          <p:nvPr/>
        </p:nvSpPr>
        <p:spPr>
          <a:xfrm>
            <a:off x="2768750" y="3204674"/>
            <a:ext cx="1258358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TECHNIQUE OFF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D8E15599-676E-1551-C0C6-9342375D3010}"/>
              </a:ext>
            </a:extLst>
          </p:cNvPr>
          <p:cNvSpPr/>
          <p:nvPr/>
        </p:nvSpPr>
        <p:spPr>
          <a:xfrm>
            <a:off x="5558032" y="3181490"/>
            <a:ext cx="2719446" cy="2918342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A63228A1-87B7-5744-B17A-70CFE8760D02}"/>
              </a:ext>
            </a:extLst>
          </p:cNvPr>
          <p:cNvSpPr/>
          <p:nvPr/>
        </p:nvSpPr>
        <p:spPr>
          <a:xfrm>
            <a:off x="8383528" y="3185463"/>
            <a:ext cx="2719446" cy="2918342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11" name="ZoneTexte 110">
            <a:extLst>
              <a:ext uri="{FF2B5EF4-FFF2-40B4-BE49-F238E27FC236}">
                <a16:creationId xmlns:a16="http://schemas.microsoft.com/office/drawing/2014/main" id="{92C52FB9-602D-F1F8-913D-78A28423954C}"/>
              </a:ext>
            </a:extLst>
          </p:cNvPr>
          <p:cNvSpPr txBox="1"/>
          <p:nvPr/>
        </p:nvSpPr>
        <p:spPr>
          <a:xfrm>
            <a:off x="5596129" y="3216866"/>
            <a:ext cx="125515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TECHNIQUE DEF</a:t>
            </a:r>
          </a:p>
        </p:txBody>
      </p:sp>
      <p:sp>
        <p:nvSpPr>
          <p:cNvPr id="112" name="ZoneTexte 111">
            <a:extLst>
              <a:ext uri="{FF2B5EF4-FFF2-40B4-BE49-F238E27FC236}">
                <a16:creationId xmlns:a16="http://schemas.microsoft.com/office/drawing/2014/main" id="{F3983BB6-1519-6398-CACD-D2C2ECA54590}"/>
              </a:ext>
            </a:extLst>
          </p:cNvPr>
          <p:cNvSpPr txBox="1"/>
          <p:nvPr/>
        </p:nvSpPr>
        <p:spPr>
          <a:xfrm>
            <a:off x="8419742" y="3216866"/>
            <a:ext cx="77905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TACTIQUE</a:t>
            </a:r>
          </a:p>
        </p:txBody>
      </p:sp>
      <p:sp>
        <p:nvSpPr>
          <p:cNvPr id="113" name="ZoneTexte 112">
            <a:extLst>
              <a:ext uri="{FF2B5EF4-FFF2-40B4-BE49-F238E27FC236}">
                <a16:creationId xmlns:a16="http://schemas.microsoft.com/office/drawing/2014/main" id="{FF2B1EDE-DC79-8862-61BE-1A7E06324657}"/>
              </a:ext>
            </a:extLst>
          </p:cNvPr>
          <p:cNvSpPr txBox="1"/>
          <p:nvPr/>
        </p:nvSpPr>
        <p:spPr>
          <a:xfrm>
            <a:off x="2968441" y="3561417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Capacité à jouer sous pression en Z1</a:t>
            </a:r>
          </a:p>
        </p:txBody>
      </p:sp>
      <p:sp>
        <p:nvSpPr>
          <p:cNvPr id="116" name="ZoneTexte 115">
            <a:extLst>
              <a:ext uri="{FF2B5EF4-FFF2-40B4-BE49-F238E27FC236}">
                <a16:creationId xmlns:a16="http://schemas.microsoft.com/office/drawing/2014/main" id="{D5B2182E-F2E3-DFD8-4864-CEBE897F213C}"/>
              </a:ext>
            </a:extLst>
          </p:cNvPr>
          <p:cNvSpPr txBox="1"/>
          <p:nvPr/>
        </p:nvSpPr>
        <p:spPr>
          <a:xfrm>
            <a:off x="2968441" y="3787528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Jeu court</a:t>
            </a:r>
          </a:p>
        </p:txBody>
      </p:sp>
      <p:sp>
        <p:nvSpPr>
          <p:cNvPr id="117" name="ZoneTexte 116">
            <a:extLst>
              <a:ext uri="{FF2B5EF4-FFF2-40B4-BE49-F238E27FC236}">
                <a16:creationId xmlns:a16="http://schemas.microsoft.com/office/drawing/2014/main" id="{408DE41B-38A5-2FAA-E045-948199314AD5}"/>
              </a:ext>
            </a:extLst>
          </p:cNvPr>
          <p:cNvSpPr txBox="1"/>
          <p:nvPr/>
        </p:nvSpPr>
        <p:spPr>
          <a:xfrm>
            <a:off x="2968441" y="4213508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Qualité de la 1</a:t>
            </a:r>
            <a:r>
              <a:rPr lang="fr-FR" sz="1000" baseline="30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ère</a:t>
            </a:r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touche</a:t>
            </a:r>
          </a:p>
        </p:txBody>
      </p:sp>
      <p:sp>
        <p:nvSpPr>
          <p:cNvPr id="118" name="ZoneTexte 117">
            <a:extLst>
              <a:ext uri="{FF2B5EF4-FFF2-40B4-BE49-F238E27FC236}">
                <a16:creationId xmlns:a16="http://schemas.microsoft.com/office/drawing/2014/main" id="{A59E2C5B-1E80-DB8D-AFA9-5F369B5E105D}"/>
              </a:ext>
            </a:extLst>
          </p:cNvPr>
          <p:cNvSpPr txBox="1"/>
          <p:nvPr/>
        </p:nvSpPr>
        <p:spPr>
          <a:xfrm>
            <a:off x="5765878" y="3528463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Duel 1c1</a:t>
            </a:r>
          </a:p>
        </p:txBody>
      </p:sp>
      <p:sp>
        <p:nvSpPr>
          <p:cNvPr id="119" name="ZoneTexte 118">
            <a:extLst>
              <a:ext uri="{FF2B5EF4-FFF2-40B4-BE49-F238E27FC236}">
                <a16:creationId xmlns:a16="http://schemas.microsoft.com/office/drawing/2014/main" id="{3D61BAB7-A334-88E1-2748-39398D5900CF}"/>
              </a:ext>
            </a:extLst>
          </p:cNvPr>
          <p:cNvSpPr txBox="1"/>
          <p:nvPr/>
        </p:nvSpPr>
        <p:spPr>
          <a:xfrm>
            <a:off x="5753359" y="3770104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Cadrage porteur / Orientation </a:t>
            </a:r>
          </a:p>
        </p:txBody>
      </p:sp>
      <p:sp>
        <p:nvSpPr>
          <p:cNvPr id="120" name="ZoneTexte 119">
            <a:extLst>
              <a:ext uri="{FF2B5EF4-FFF2-40B4-BE49-F238E27FC236}">
                <a16:creationId xmlns:a16="http://schemas.microsoft.com/office/drawing/2014/main" id="{8B42E7AC-3692-63F5-2034-800F8556D8B0}"/>
              </a:ext>
            </a:extLst>
          </p:cNvPr>
          <p:cNvSpPr txBox="1"/>
          <p:nvPr/>
        </p:nvSpPr>
        <p:spPr>
          <a:xfrm>
            <a:off x="5753359" y="3986336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Jeu aérien 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891E85CA-83FF-0922-D944-206287219E3A}"/>
              </a:ext>
            </a:extLst>
          </p:cNvPr>
          <p:cNvSpPr txBox="1"/>
          <p:nvPr/>
        </p:nvSpPr>
        <p:spPr>
          <a:xfrm>
            <a:off x="5753359" y="4240486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Interception 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024FDDC8-4B89-BC90-11FB-12C80E09008A}"/>
              </a:ext>
            </a:extLst>
          </p:cNvPr>
          <p:cNvSpPr txBox="1"/>
          <p:nvPr/>
        </p:nvSpPr>
        <p:spPr>
          <a:xfrm>
            <a:off x="8653319" y="3499700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Lecture des situations offensives</a:t>
            </a:r>
          </a:p>
        </p:txBody>
      </p:sp>
      <p:sp>
        <p:nvSpPr>
          <p:cNvPr id="123" name="ZoneTexte 122">
            <a:extLst>
              <a:ext uri="{FF2B5EF4-FFF2-40B4-BE49-F238E27FC236}">
                <a16:creationId xmlns:a16="http://schemas.microsoft.com/office/drawing/2014/main" id="{1816F6A0-5624-F861-98D1-AE1CAA68AA0C}"/>
              </a:ext>
            </a:extLst>
          </p:cNvPr>
          <p:cNvSpPr txBox="1"/>
          <p:nvPr/>
        </p:nvSpPr>
        <p:spPr>
          <a:xfrm>
            <a:off x="8647223" y="4071301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Lecture des situations défensives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D3FF3727-DCCF-F618-626F-B5431FAB6B4F}"/>
              </a:ext>
            </a:extLst>
          </p:cNvPr>
          <p:cNvSpPr txBox="1"/>
          <p:nvPr/>
        </p:nvSpPr>
        <p:spPr>
          <a:xfrm>
            <a:off x="5749550" y="5450044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Défense sur centre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2179B2E9-65B6-741E-E1D0-926A53C6E075}"/>
              </a:ext>
            </a:extLst>
          </p:cNvPr>
          <p:cNvSpPr txBox="1"/>
          <p:nvPr/>
        </p:nvSpPr>
        <p:spPr>
          <a:xfrm>
            <a:off x="8647223" y="4262193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Gestion de la profondeur </a:t>
            </a:r>
          </a:p>
        </p:txBody>
      </p:sp>
      <p:sp>
        <p:nvSpPr>
          <p:cNvPr id="126" name="ZoneTexte 125">
            <a:extLst>
              <a:ext uri="{FF2B5EF4-FFF2-40B4-BE49-F238E27FC236}">
                <a16:creationId xmlns:a16="http://schemas.microsoft.com/office/drawing/2014/main" id="{796AA970-6738-77EC-189A-3A732739A743}"/>
              </a:ext>
            </a:extLst>
          </p:cNvPr>
          <p:cNvSpPr txBox="1"/>
          <p:nvPr/>
        </p:nvSpPr>
        <p:spPr>
          <a:xfrm>
            <a:off x="8647223" y="3693160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Prise d’informations</a:t>
            </a:r>
          </a:p>
        </p:txBody>
      </p:sp>
      <p:sp>
        <p:nvSpPr>
          <p:cNvPr id="127" name="ZoneTexte 126">
            <a:extLst>
              <a:ext uri="{FF2B5EF4-FFF2-40B4-BE49-F238E27FC236}">
                <a16:creationId xmlns:a16="http://schemas.microsoft.com/office/drawing/2014/main" id="{80D4593F-894C-8BDB-84CE-ED97EA9863DF}"/>
              </a:ext>
            </a:extLst>
          </p:cNvPr>
          <p:cNvSpPr txBox="1"/>
          <p:nvPr/>
        </p:nvSpPr>
        <p:spPr>
          <a:xfrm>
            <a:off x="2968441" y="4433364"/>
            <a:ext cx="253656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Qualité de la conduite de balle/Fixation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B6FB5C4A-A54A-1FA9-5339-A4CEB2713EAC}"/>
              </a:ext>
            </a:extLst>
          </p:cNvPr>
          <p:cNvSpPr txBox="1"/>
          <p:nvPr/>
        </p:nvSpPr>
        <p:spPr>
          <a:xfrm>
            <a:off x="2974538" y="4658916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Technique sous pression</a:t>
            </a:r>
          </a:p>
        </p:txBody>
      </p:sp>
      <p:sp>
        <p:nvSpPr>
          <p:cNvPr id="129" name="ZoneTexte 128">
            <a:extLst>
              <a:ext uri="{FF2B5EF4-FFF2-40B4-BE49-F238E27FC236}">
                <a16:creationId xmlns:a16="http://schemas.microsoft.com/office/drawing/2014/main" id="{E5FE196F-A421-2B90-F21A-D8AF3C9318F7}"/>
              </a:ext>
            </a:extLst>
          </p:cNvPr>
          <p:cNvSpPr txBox="1"/>
          <p:nvPr/>
        </p:nvSpPr>
        <p:spPr>
          <a:xfrm>
            <a:off x="2974538" y="4884468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Capacité à faire avancer l’équipe</a:t>
            </a:r>
          </a:p>
        </p:txBody>
      </p:sp>
      <p:sp>
        <p:nvSpPr>
          <p:cNvPr id="130" name="ZoneTexte 129">
            <a:extLst>
              <a:ext uri="{FF2B5EF4-FFF2-40B4-BE49-F238E27FC236}">
                <a16:creationId xmlns:a16="http://schemas.microsoft.com/office/drawing/2014/main" id="{43F9081B-3E5E-6F5A-0953-B5FF07EC45C8}"/>
              </a:ext>
            </a:extLst>
          </p:cNvPr>
          <p:cNvSpPr txBox="1"/>
          <p:nvPr/>
        </p:nvSpPr>
        <p:spPr>
          <a:xfrm>
            <a:off x="8647223" y="4693787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Couverture et alignement</a:t>
            </a:r>
          </a:p>
        </p:txBody>
      </p:sp>
      <p:sp>
        <p:nvSpPr>
          <p:cNvPr id="131" name="ZoneTexte 130">
            <a:extLst>
              <a:ext uri="{FF2B5EF4-FFF2-40B4-BE49-F238E27FC236}">
                <a16:creationId xmlns:a16="http://schemas.microsoft.com/office/drawing/2014/main" id="{6F7F5F11-419B-0CBD-7646-7F384FAA14EB}"/>
              </a:ext>
            </a:extLst>
          </p:cNvPr>
          <p:cNvSpPr txBox="1"/>
          <p:nvPr/>
        </p:nvSpPr>
        <p:spPr>
          <a:xfrm>
            <a:off x="8647223" y="4906106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Détacher son regard du ballon</a:t>
            </a:r>
          </a:p>
        </p:txBody>
      </p:sp>
      <p:sp>
        <p:nvSpPr>
          <p:cNvPr id="132" name="ZoneTexte 131">
            <a:extLst>
              <a:ext uri="{FF2B5EF4-FFF2-40B4-BE49-F238E27FC236}">
                <a16:creationId xmlns:a16="http://schemas.microsoft.com/office/drawing/2014/main" id="{077CE2C0-EBE4-45EB-BBA6-79C800DBAA60}"/>
              </a:ext>
            </a:extLst>
          </p:cNvPr>
          <p:cNvSpPr txBox="1"/>
          <p:nvPr/>
        </p:nvSpPr>
        <p:spPr>
          <a:xfrm>
            <a:off x="8647223" y="5101233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Défense préventive</a:t>
            </a:r>
          </a:p>
        </p:txBody>
      </p:sp>
      <p:sp>
        <p:nvSpPr>
          <p:cNvPr id="133" name="ZoneTexte 132">
            <a:extLst>
              <a:ext uri="{FF2B5EF4-FFF2-40B4-BE49-F238E27FC236}">
                <a16:creationId xmlns:a16="http://schemas.microsoft.com/office/drawing/2014/main" id="{ACDC536B-C9F2-08E0-10DC-7115A6B854D6}"/>
              </a:ext>
            </a:extLst>
          </p:cNvPr>
          <p:cNvSpPr txBox="1"/>
          <p:nvPr/>
        </p:nvSpPr>
        <p:spPr>
          <a:xfrm>
            <a:off x="5749550" y="4471850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Technique de dégagement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D0BF89FF-FC20-361D-34E1-B3E979A846C4}"/>
              </a:ext>
            </a:extLst>
          </p:cNvPr>
          <p:cNvSpPr txBox="1"/>
          <p:nvPr/>
        </p:nvSpPr>
        <p:spPr>
          <a:xfrm>
            <a:off x="5749550" y="4706784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Utilisation de son corps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DDE680B0-90B4-C809-FB6D-49B812993D3C}"/>
              </a:ext>
            </a:extLst>
          </p:cNvPr>
          <p:cNvSpPr txBox="1"/>
          <p:nvPr/>
        </p:nvSpPr>
        <p:spPr>
          <a:xfrm>
            <a:off x="5749550" y="4943958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Défendre en avançant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46452C94-E530-1F15-3B88-642581D26094}"/>
              </a:ext>
            </a:extLst>
          </p:cNvPr>
          <p:cNvSpPr txBox="1"/>
          <p:nvPr/>
        </p:nvSpPr>
        <p:spPr>
          <a:xfrm>
            <a:off x="2968441" y="5110020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Capacité à changer de décision</a:t>
            </a:r>
          </a:p>
        </p:txBody>
      </p:sp>
      <p:sp>
        <p:nvSpPr>
          <p:cNvPr id="137" name="ZoneTexte 136">
            <a:extLst>
              <a:ext uri="{FF2B5EF4-FFF2-40B4-BE49-F238E27FC236}">
                <a16:creationId xmlns:a16="http://schemas.microsoft.com/office/drawing/2014/main" id="{63501558-04B3-1205-78D7-1B8BD05EFC50}"/>
              </a:ext>
            </a:extLst>
          </p:cNvPr>
          <p:cNvSpPr txBox="1"/>
          <p:nvPr/>
        </p:nvSpPr>
        <p:spPr>
          <a:xfrm>
            <a:off x="8647223" y="4481468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Gestion des joueurs entre les lignes</a:t>
            </a:r>
          </a:p>
        </p:txBody>
      </p:sp>
      <p:sp>
        <p:nvSpPr>
          <p:cNvPr id="138" name="ZoneTexte 137">
            <a:extLst>
              <a:ext uri="{FF2B5EF4-FFF2-40B4-BE49-F238E27FC236}">
                <a16:creationId xmlns:a16="http://schemas.microsoft.com/office/drawing/2014/main" id="{7061148D-9510-37B6-79C7-C18117CF72B0}"/>
              </a:ext>
            </a:extLst>
          </p:cNvPr>
          <p:cNvSpPr txBox="1"/>
          <p:nvPr/>
        </p:nvSpPr>
        <p:spPr>
          <a:xfrm>
            <a:off x="2968441" y="5333581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Utilisation des deux pieds</a:t>
            </a:r>
          </a:p>
        </p:txBody>
      </p:sp>
      <p:sp>
        <p:nvSpPr>
          <p:cNvPr id="139" name="ZoneTexte 138">
            <a:extLst>
              <a:ext uri="{FF2B5EF4-FFF2-40B4-BE49-F238E27FC236}">
                <a16:creationId xmlns:a16="http://schemas.microsoft.com/office/drawing/2014/main" id="{A7C0109B-8FD0-AB53-C988-696F6F4AE9E2}"/>
              </a:ext>
            </a:extLst>
          </p:cNvPr>
          <p:cNvSpPr txBox="1"/>
          <p:nvPr/>
        </p:nvSpPr>
        <p:spPr>
          <a:xfrm>
            <a:off x="2968441" y="3994357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Jeu long</a:t>
            </a:r>
          </a:p>
        </p:txBody>
      </p:sp>
      <p:sp>
        <p:nvSpPr>
          <p:cNvPr id="140" name="ZoneTexte 139">
            <a:extLst>
              <a:ext uri="{FF2B5EF4-FFF2-40B4-BE49-F238E27FC236}">
                <a16:creationId xmlns:a16="http://schemas.microsoft.com/office/drawing/2014/main" id="{FB30A192-4A28-EFC5-B3A2-18A22EAB9D4C}"/>
              </a:ext>
            </a:extLst>
          </p:cNvPr>
          <p:cNvSpPr txBox="1"/>
          <p:nvPr/>
        </p:nvSpPr>
        <p:spPr>
          <a:xfrm>
            <a:off x="5749550" y="5208403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Engagement dans le duel </a:t>
            </a:r>
          </a:p>
        </p:txBody>
      </p:sp>
      <p:sp>
        <p:nvSpPr>
          <p:cNvPr id="141" name="ZoneTexte 140">
            <a:extLst>
              <a:ext uri="{FF2B5EF4-FFF2-40B4-BE49-F238E27FC236}">
                <a16:creationId xmlns:a16="http://schemas.microsoft.com/office/drawing/2014/main" id="{40000128-272B-B509-88EA-B41BF10423FD}"/>
              </a:ext>
            </a:extLst>
          </p:cNvPr>
          <p:cNvSpPr txBox="1"/>
          <p:nvPr/>
        </p:nvSpPr>
        <p:spPr>
          <a:xfrm>
            <a:off x="8647223" y="3884052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Analyse de l’adversaire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86F67AA7-9AE7-01C1-7C29-B506AA08E337}"/>
              </a:ext>
            </a:extLst>
          </p:cNvPr>
          <p:cNvSpPr txBox="1"/>
          <p:nvPr/>
        </p:nvSpPr>
        <p:spPr>
          <a:xfrm>
            <a:off x="2968441" y="5538354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CPA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FD6DA6F2-4DB0-28D2-EC5C-FFCC59938D0A}"/>
              </a:ext>
            </a:extLst>
          </p:cNvPr>
          <p:cNvSpPr txBox="1"/>
          <p:nvPr/>
        </p:nvSpPr>
        <p:spPr>
          <a:xfrm>
            <a:off x="5765878" y="5668727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CPA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D8F57D35-14E0-25CA-46E4-D3F032236B12}"/>
              </a:ext>
            </a:extLst>
          </p:cNvPr>
          <p:cNvSpPr txBox="1"/>
          <p:nvPr/>
        </p:nvSpPr>
        <p:spPr>
          <a:xfrm>
            <a:off x="5765878" y="5887667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Efficacité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6E8EC64B-5E7B-4F08-F79A-D80104FD5B2E}"/>
              </a:ext>
            </a:extLst>
          </p:cNvPr>
          <p:cNvSpPr/>
          <p:nvPr/>
        </p:nvSpPr>
        <p:spPr>
          <a:xfrm>
            <a:off x="4092259" y="3261027"/>
            <a:ext cx="132154" cy="893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001C742F-22D0-A647-B8DC-A34550F873D3}"/>
              </a:ext>
            </a:extLst>
          </p:cNvPr>
          <p:cNvSpPr/>
          <p:nvPr/>
        </p:nvSpPr>
        <p:spPr>
          <a:xfrm>
            <a:off x="4284321" y="3274898"/>
            <a:ext cx="132154" cy="893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22DB4279-589E-DDCD-BF93-D2045404543C}"/>
              </a:ext>
            </a:extLst>
          </p:cNvPr>
          <p:cNvSpPr/>
          <p:nvPr/>
        </p:nvSpPr>
        <p:spPr>
          <a:xfrm>
            <a:off x="4481626" y="3281057"/>
            <a:ext cx="132154" cy="893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2" name="ZoneTexte 161">
            <a:extLst>
              <a:ext uri="{FF2B5EF4-FFF2-40B4-BE49-F238E27FC236}">
                <a16:creationId xmlns:a16="http://schemas.microsoft.com/office/drawing/2014/main" id="{BF6A5CF3-E1B6-1265-6533-D6795AC96FA4}"/>
              </a:ext>
            </a:extLst>
          </p:cNvPr>
          <p:cNvSpPr txBox="1"/>
          <p:nvPr/>
        </p:nvSpPr>
        <p:spPr>
          <a:xfrm>
            <a:off x="8647223" y="5304433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Communication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4CD4365-462D-EA09-D189-EBB055CAA0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576" y="870628"/>
            <a:ext cx="463437" cy="44895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62AA5C0-ED5C-53B0-28AC-F8EF9D211749}"/>
              </a:ext>
            </a:extLst>
          </p:cNvPr>
          <p:cNvSpPr/>
          <p:nvPr/>
        </p:nvSpPr>
        <p:spPr>
          <a:xfrm>
            <a:off x="3144999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2D2B991-C94C-DD21-026F-B28B874456FF}"/>
              </a:ext>
            </a:extLst>
          </p:cNvPr>
          <p:cNvSpPr/>
          <p:nvPr/>
        </p:nvSpPr>
        <p:spPr>
          <a:xfrm>
            <a:off x="3874544" y="573910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0900B2F-3284-4317-DA54-D48E9E504F84}"/>
              </a:ext>
            </a:extLst>
          </p:cNvPr>
          <p:cNvSpPr/>
          <p:nvPr/>
        </p:nvSpPr>
        <p:spPr>
          <a:xfrm>
            <a:off x="4609099" y="567814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0922630-97B9-B8EE-7990-26706CB5D233}"/>
              </a:ext>
            </a:extLst>
          </p:cNvPr>
          <p:cNvSpPr/>
          <p:nvPr/>
        </p:nvSpPr>
        <p:spPr>
          <a:xfrm>
            <a:off x="5338644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1AC457B-B418-A269-75E4-FBF222E6D4BA}"/>
              </a:ext>
            </a:extLst>
          </p:cNvPr>
          <p:cNvSpPr/>
          <p:nvPr/>
        </p:nvSpPr>
        <p:spPr>
          <a:xfrm>
            <a:off x="6067498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102" name="Graphique 101">
            <a:extLst>
              <a:ext uri="{FF2B5EF4-FFF2-40B4-BE49-F238E27FC236}">
                <a16:creationId xmlns:a16="http://schemas.microsoft.com/office/drawing/2014/main" id="{09B65F4F-8C8F-D833-9E65-F2C936CD02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34742" y="563556"/>
            <a:ext cx="307072" cy="307072"/>
          </a:xfrm>
          <a:prstGeom prst="rect">
            <a:avLst/>
          </a:prstGeom>
        </p:spPr>
      </p:pic>
      <p:sp>
        <p:nvSpPr>
          <p:cNvPr id="107" name="Rectangle 106">
            <a:extLst>
              <a:ext uri="{FF2B5EF4-FFF2-40B4-BE49-F238E27FC236}">
                <a16:creationId xmlns:a16="http://schemas.microsoft.com/office/drawing/2014/main" id="{D599ECDB-0D62-381F-29B9-4AF844752E4C}"/>
              </a:ext>
            </a:extLst>
          </p:cNvPr>
          <p:cNvSpPr/>
          <p:nvPr/>
        </p:nvSpPr>
        <p:spPr>
          <a:xfrm>
            <a:off x="3144999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E88ADE64-62C5-D872-E156-9A86E05D938A}"/>
              </a:ext>
            </a:extLst>
          </p:cNvPr>
          <p:cNvSpPr/>
          <p:nvPr/>
        </p:nvSpPr>
        <p:spPr>
          <a:xfrm>
            <a:off x="3874544" y="98234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C8A2DEDF-B5DF-45E4-B37E-8B0DA79599F1}"/>
              </a:ext>
            </a:extLst>
          </p:cNvPr>
          <p:cNvSpPr/>
          <p:nvPr/>
        </p:nvSpPr>
        <p:spPr>
          <a:xfrm>
            <a:off x="4609099" y="97624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A2457266-2D2C-F703-41E1-D2DD4D0E7331}"/>
              </a:ext>
            </a:extLst>
          </p:cNvPr>
          <p:cNvSpPr/>
          <p:nvPr/>
        </p:nvSpPr>
        <p:spPr>
          <a:xfrm>
            <a:off x="5338644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11021A94-C032-9B52-53AD-3F8BAA1CC202}"/>
              </a:ext>
            </a:extLst>
          </p:cNvPr>
          <p:cNvSpPr/>
          <p:nvPr/>
        </p:nvSpPr>
        <p:spPr>
          <a:xfrm>
            <a:off x="6067498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DC5F7891-2883-A263-9E73-EA1EBD8791F4}"/>
              </a:ext>
            </a:extLst>
          </p:cNvPr>
          <p:cNvSpPr/>
          <p:nvPr/>
        </p:nvSpPr>
        <p:spPr>
          <a:xfrm>
            <a:off x="3144999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89735C65-F057-F055-9CA0-BBDCCAE61703}"/>
              </a:ext>
            </a:extLst>
          </p:cNvPr>
          <p:cNvSpPr/>
          <p:nvPr/>
        </p:nvSpPr>
        <p:spPr>
          <a:xfrm>
            <a:off x="3874544" y="140906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138F488B-87AA-46B0-4F4D-407EA9BBBE18}"/>
              </a:ext>
            </a:extLst>
          </p:cNvPr>
          <p:cNvSpPr/>
          <p:nvPr/>
        </p:nvSpPr>
        <p:spPr>
          <a:xfrm>
            <a:off x="4609099" y="140296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E08698CE-C365-ED62-F94E-9647DF69260A}"/>
              </a:ext>
            </a:extLst>
          </p:cNvPr>
          <p:cNvSpPr/>
          <p:nvPr/>
        </p:nvSpPr>
        <p:spPr>
          <a:xfrm>
            <a:off x="5338644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AC681213-CD7E-360C-1879-71710AE235F0}"/>
              </a:ext>
            </a:extLst>
          </p:cNvPr>
          <p:cNvSpPr/>
          <p:nvPr/>
        </p:nvSpPr>
        <p:spPr>
          <a:xfrm>
            <a:off x="6067498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205" name="Image 204">
            <a:extLst>
              <a:ext uri="{FF2B5EF4-FFF2-40B4-BE49-F238E27FC236}">
                <a16:creationId xmlns:a16="http://schemas.microsoft.com/office/drawing/2014/main" id="{66A349E3-819C-1BD6-AFC2-2B1D6D7ADE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42463" y="1369788"/>
            <a:ext cx="293945" cy="27787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9256F6F-6633-2860-A17B-71B387AAE94C}"/>
              </a:ext>
            </a:extLst>
          </p:cNvPr>
          <p:cNvSpPr/>
          <p:nvPr/>
        </p:nvSpPr>
        <p:spPr>
          <a:xfrm>
            <a:off x="3144999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613563-367E-59C5-0FE8-F295264C3AA4}"/>
              </a:ext>
            </a:extLst>
          </p:cNvPr>
          <p:cNvSpPr/>
          <p:nvPr/>
        </p:nvSpPr>
        <p:spPr>
          <a:xfrm>
            <a:off x="3874544" y="183578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388479-DD7F-D641-5ED0-FA7756FDCBFE}"/>
              </a:ext>
            </a:extLst>
          </p:cNvPr>
          <p:cNvSpPr/>
          <p:nvPr/>
        </p:nvSpPr>
        <p:spPr>
          <a:xfrm>
            <a:off x="4609099" y="182968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F47CD1-DF65-4EF2-FCB3-5BDAE183AB54}"/>
              </a:ext>
            </a:extLst>
          </p:cNvPr>
          <p:cNvSpPr/>
          <p:nvPr/>
        </p:nvSpPr>
        <p:spPr>
          <a:xfrm>
            <a:off x="5338644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8C0C9A9-634D-2AF9-FE91-104BC4779E6A}"/>
              </a:ext>
            </a:extLst>
          </p:cNvPr>
          <p:cNvSpPr/>
          <p:nvPr/>
        </p:nvSpPr>
        <p:spPr>
          <a:xfrm>
            <a:off x="6067498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33" name="Image 32">
            <a:extLst>
              <a:ext uri="{FF2B5EF4-FFF2-40B4-BE49-F238E27FC236}">
                <a16:creationId xmlns:a16="http://schemas.microsoft.com/office/drawing/2014/main" id="{F1498573-B5FC-5281-3235-BAACD0A1FD0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82428" y="1835393"/>
            <a:ext cx="222863" cy="278579"/>
          </a:xfrm>
          <a:prstGeom prst="rect">
            <a:avLst/>
          </a:prstGeom>
        </p:spPr>
      </p:pic>
      <p:pic>
        <p:nvPicPr>
          <p:cNvPr id="40" name="Image 39">
            <a:extLst>
              <a:ext uri="{FF2B5EF4-FFF2-40B4-BE49-F238E27FC236}">
                <a16:creationId xmlns:a16="http://schemas.microsoft.com/office/drawing/2014/main" id="{E3E2B26F-60C2-CD36-DBF5-D5362676D73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2798" y="1809365"/>
            <a:ext cx="296513" cy="298061"/>
          </a:xfrm>
          <a:prstGeom prst="rect">
            <a:avLst/>
          </a:prstGeom>
        </p:spPr>
      </p:pic>
      <p:sp>
        <p:nvSpPr>
          <p:cNvPr id="41" name="ZoneTexte 22">
            <a:extLst>
              <a:ext uri="{FF2B5EF4-FFF2-40B4-BE49-F238E27FC236}">
                <a16:creationId xmlns:a16="http://schemas.microsoft.com/office/drawing/2014/main" id="{57667D13-E869-9A01-6488-74DE424BCFDA}"/>
              </a:ext>
            </a:extLst>
          </p:cNvPr>
          <p:cNvSpPr txBox="1"/>
          <p:nvPr/>
        </p:nvSpPr>
        <p:spPr>
          <a:xfrm>
            <a:off x="1322041" y="3030961"/>
            <a:ext cx="777457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rPr lang="fr-FR" dirty="0"/>
              <a:t>16.06.2007</a:t>
            </a:r>
            <a:endParaRPr dirty="0"/>
          </a:p>
        </p:txBody>
      </p:sp>
      <p:sp>
        <p:nvSpPr>
          <p:cNvPr id="43" name="ZoneTexte 22">
            <a:extLst>
              <a:ext uri="{FF2B5EF4-FFF2-40B4-BE49-F238E27FC236}">
                <a16:creationId xmlns:a16="http://schemas.microsoft.com/office/drawing/2014/main" id="{E6818456-BF83-3964-D11D-01C02323ABD7}"/>
              </a:ext>
            </a:extLst>
          </p:cNvPr>
          <p:cNvSpPr txBox="1"/>
          <p:nvPr/>
        </p:nvSpPr>
        <p:spPr>
          <a:xfrm>
            <a:off x="1482925" y="3385101"/>
            <a:ext cx="376022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rPr dirty="0"/>
              <a:t>Droit</a:t>
            </a:r>
          </a:p>
        </p:txBody>
      </p:sp>
      <p:sp>
        <p:nvSpPr>
          <p:cNvPr id="45" name="ZoneTexte 22">
            <a:extLst>
              <a:ext uri="{FF2B5EF4-FFF2-40B4-BE49-F238E27FC236}">
                <a16:creationId xmlns:a16="http://schemas.microsoft.com/office/drawing/2014/main" id="{6B3A01A1-6E3D-6392-A1DF-C4397DB62A98}"/>
              </a:ext>
            </a:extLst>
          </p:cNvPr>
          <p:cNvSpPr txBox="1"/>
          <p:nvPr/>
        </p:nvSpPr>
        <p:spPr>
          <a:xfrm>
            <a:off x="1399146" y="3765633"/>
            <a:ext cx="535403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rPr lang="fr-FR" dirty="0"/>
              <a:t>185.1cm</a:t>
            </a:r>
            <a:endParaRPr dirty="0"/>
          </a:p>
        </p:txBody>
      </p:sp>
      <p:sp>
        <p:nvSpPr>
          <p:cNvPr id="46" name="ZoneTexte 22">
            <a:extLst>
              <a:ext uri="{FF2B5EF4-FFF2-40B4-BE49-F238E27FC236}">
                <a16:creationId xmlns:a16="http://schemas.microsoft.com/office/drawing/2014/main" id="{D8BB2A56-D887-A435-9EA5-A88B10201F09}"/>
              </a:ext>
            </a:extLst>
          </p:cNvPr>
          <p:cNvSpPr txBox="1"/>
          <p:nvPr/>
        </p:nvSpPr>
        <p:spPr>
          <a:xfrm>
            <a:off x="1428487" y="4180555"/>
            <a:ext cx="541815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rPr lang="fr-FR" dirty="0"/>
              <a:t>80.3KG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76959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Benutzerdefiniert 90">
      <a:dk1>
        <a:sysClr val="windowText" lastClr="000000"/>
      </a:dk1>
      <a:lt1>
        <a:sysClr val="window" lastClr="FFFFFF"/>
      </a:lt1>
      <a:dk2>
        <a:srgbClr val="7F7F7F"/>
      </a:dk2>
      <a:lt2>
        <a:srgbClr val="D8D8D8"/>
      </a:lt2>
      <a:accent1>
        <a:srgbClr val="0B4A89"/>
      </a:accent1>
      <a:accent2>
        <a:srgbClr val="0B61AC"/>
      </a:accent2>
      <a:accent3>
        <a:srgbClr val="3C81BD"/>
      </a:accent3>
      <a:accent4>
        <a:srgbClr val="6DA0CD"/>
      </a:accent4>
      <a:accent5>
        <a:srgbClr val="9DC0DE"/>
      </a:accent5>
      <a:accent6>
        <a:srgbClr val="CEDFEE"/>
      </a:accent6>
      <a:hlink>
        <a:srgbClr val="000000"/>
      </a:hlink>
      <a:folHlink>
        <a:srgbClr val="000000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lIns="288000" tIns="144000" rIns="144000" bIns="144000" rtlCol="0" anchor="t" anchorCtr="0"/>
      <a:lstStyle>
        <a:defPPr algn="l">
          <a:defRPr sz="14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M_PowerPoint_2026-02-27.potx" id="{DF3612FC-EDCE-4203-8D57-49F1927BD6EC}" vid="{48407813-946E-4201-8363-4C3D5CF0F9C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2aa4942-3767-4fb4-b828-61a76fcbf9df" xsi:nil="true"/>
    <lcf76f155ced4ddcb4097134ff3c332f xmlns="1d40e6f8-d294-4e0a-a4ec-60755aee44c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84ACF31B36D74C8A8D9F1563B7614F" ma:contentTypeVersion="14" ma:contentTypeDescription="Crée un document." ma:contentTypeScope="" ma:versionID="6944943d1de8f9ba8dc321df97983e02">
  <xsd:schema xmlns:xsd="http://www.w3.org/2001/XMLSchema" xmlns:xs="http://www.w3.org/2001/XMLSchema" xmlns:p="http://schemas.microsoft.com/office/2006/metadata/properties" xmlns:ns2="1d40e6f8-d294-4e0a-a4ec-60755aee44ca" xmlns:ns3="d2aa4942-3767-4fb4-b828-61a76fcbf9df" targetNamespace="http://schemas.microsoft.com/office/2006/metadata/properties" ma:root="true" ma:fieldsID="711673d70673af0f64fe2a8d88156ea9" ns2:_="" ns3:_="">
    <xsd:import namespace="1d40e6f8-d294-4e0a-a4ec-60755aee44ca"/>
    <xsd:import namespace="d2aa4942-3767-4fb4-b828-61a76fcbf9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40e6f8-d294-4e0a-a4ec-60755aee44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Balises d’images" ma:readOnly="false" ma:fieldId="{5cf76f15-5ced-4ddc-b409-7134ff3c332f}" ma:taxonomyMulti="true" ma:sspId="f88b8358-9c83-4b24-b5de-0c1930eec46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aa4942-3767-4fb4-b828-61a76fcbf9df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6f857251-e8ee-4f1b-b7b7-9c85b1efc469}" ma:internalName="TaxCatchAll" ma:showField="CatchAllData" ma:web="d2aa4942-3767-4fb4-b828-61a76fcbf9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E9B66EE-43D2-49FF-898E-DCD517785142}">
  <ds:schemaRefs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www.w3.org/XML/1998/namespace"/>
    <ds:schemaRef ds:uri="http://purl.org/dc/dcmitype/"/>
    <ds:schemaRef ds:uri="http://schemas.openxmlformats.org/package/2006/metadata/core-properties"/>
    <ds:schemaRef ds:uri="d2aa4942-3767-4fb4-b828-61a76fcbf9df"/>
    <ds:schemaRef ds:uri="1d40e6f8-d294-4e0a-a4ec-60755aee44ca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5C9599F2-CCB0-473F-B5E0-00195031547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d40e6f8-d294-4e0a-a4ec-60755aee44ca"/>
    <ds:schemaRef ds:uri="d2aa4942-3767-4fb4-b828-61a76fcbf9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0371EAD-D329-4D52-AE09-9178E65A3A5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1</TotalTime>
  <Words>155</Words>
  <Application>Microsoft Macintosh PowerPoint</Application>
  <PresentationFormat>Grand écran</PresentationFormat>
  <Paragraphs>58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OM Marseille Medium</vt:lpstr>
      <vt:lpstr>OM Marseille Light</vt:lpstr>
      <vt:lpstr>Office</vt:lpstr>
      <vt:lpstr>ÉVALUATION INDIVIDUALISATION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Genty</dc:creator>
  <cp:lastModifiedBy>Lucas Genty</cp:lastModifiedBy>
  <cp:revision>3</cp:revision>
  <dcterms:created xsi:type="dcterms:W3CDTF">2026-08-04T15:29:13Z</dcterms:created>
  <dcterms:modified xsi:type="dcterms:W3CDTF">2026-08-06T07:34:19Z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0x0101004D84ACF31B36D74C8A8D9F1563B7614F</vt:lpwstr>
  </property>
  <property fmtid="{D5CDD505-2E9C-101B-9397-08002B2CF9AE}" pid="3" name="MediaServiceImageTags">
    <vt:lpwstr/>
  </property>
</Properties>
</file>