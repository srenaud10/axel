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295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814719-F631-4F49-B560-A92FCB1727A3}" v="3" dt="2026-08-06T07:18:18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enty" userId="0ff89410-5e71-4be0-bd77-4c071ba329e4" providerId="ADAL" clId="{299A151C-5B74-5660-9229-42BC38DFE690}"/>
    <pc:docChg chg="custSel modSld">
      <pc:chgData name="Lucas Genty" userId="0ff89410-5e71-4be0-bd77-4c071ba329e4" providerId="ADAL" clId="{299A151C-5B74-5660-9229-42BC38DFE690}" dt="2026-08-06T07:24:50.179" v="41" actId="20577"/>
      <pc:docMkLst>
        <pc:docMk/>
      </pc:docMkLst>
      <pc:sldChg chg="addSp delSp modSp mod">
        <pc:chgData name="Lucas Genty" userId="0ff89410-5e71-4be0-bd77-4c071ba329e4" providerId="ADAL" clId="{299A151C-5B74-5660-9229-42BC38DFE690}" dt="2026-08-06T07:24:50.179" v="41" actId="20577"/>
        <pc:sldMkLst>
          <pc:docMk/>
          <pc:sldMk cId="1308514899" sldId="295"/>
        </pc:sldMkLst>
        <pc:spChg chg="add mod">
          <ac:chgData name="Lucas Genty" userId="0ff89410-5e71-4be0-bd77-4c071ba329e4" providerId="ADAL" clId="{299A151C-5B74-5660-9229-42BC38DFE690}" dt="2026-08-06T07:18:15.739" v="1"/>
          <ac:spMkLst>
            <pc:docMk/>
            <pc:sldMk cId="1308514899" sldId="295"/>
            <ac:spMk id="3" creationId="{7AB37854-D7D6-6B69-91E7-A3DDFF7EA432}"/>
          </ac:spMkLst>
        </pc:spChg>
        <pc:spChg chg="del">
          <ac:chgData name="Lucas Genty" userId="0ff89410-5e71-4be0-bd77-4c071ba329e4" providerId="ADAL" clId="{299A151C-5B74-5660-9229-42BC38DFE690}" dt="2026-08-06T07:18:15.456" v="0" actId="478"/>
          <ac:spMkLst>
            <pc:docMk/>
            <pc:sldMk cId="1308514899" sldId="295"/>
            <ac:spMk id="18" creationId="{8A314F56-2A9C-F9F5-9F64-C6E949B63A4F}"/>
          </ac:spMkLst>
        </pc:spChg>
        <pc:spChg chg="del">
          <ac:chgData name="Lucas Genty" userId="0ff89410-5e71-4be0-bd77-4c071ba329e4" providerId="ADAL" clId="{299A151C-5B74-5660-9229-42BC38DFE690}" dt="2026-08-06T07:18:15.456" v="0" actId="478"/>
          <ac:spMkLst>
            <pc:docMk/>
            <pc:sldMk cId="1308514899" sldId="295"/>
            <ac:spMk id="19" creationId="{FA509BC6-D689-7E7B-2E46-0BEA3C8D36A5}"/>
          </ac:spMkLst>
        </pc:spChg>
        <pc:spChg chg="add mod">
          <ac:chgData name="Lucas Genty" userId="0ff89410-5e71-4be0-bd77-4c071ba329e4" providerId="ADAL" clId="{299A151C-5B74-5660-9229-42BC38DFE690}" dt="2026-08-06T07:18:15.739" v="1"/>
          <ac:spMkLst>
            <pc:docMk/>
            <pc:sldMk cId="1308514899" sldId="295"/>
            <ac:spMk id="22" creationId="{15D560BE-7B62-4DDC-41B4-71FF76638509}"/>
          </ac:spMkLst>
        </pc:spChg>
        <pc:spChg chg="add mod">
          <ac:chgData name="Lucas Genty" userId="0ff89410-5e71-4be0-bd77-4c071ba329e4" providerId="ADAL" clId="{299A151C-5B74-5660-9229-42BC38DFE690}" dt="2026-08-06T07:18:15.739" v="1"/>
          <ac:spMkLst>
            <pc:docMk/>
            <pc:sldMk cId="1308514899" sldId="295"/>
            <ac:spMk id="23" creationId="{2410708E-E19F-173E-C011-59B817FC71AA}"/>
          </ac:spMkLst>
        </pc:spChg>
        <pc:spChg chg="del">
          <ac:chgData name="Lucas Genty" userId="0ff89410-5e71-4be0-bd77-4c071ba329e4" providerId="ADAL" clId="{299A151C-5B74-5660-9229-42BC38DFE690}" dt="2026-08-06T07:18:18.071" v="2" actId="478"/>
          <ac:spMkLst>
            <pc:docMk/>
            <pc:sldMk cId="1308514899" sldId="295"/>
            <ac:spMk id="25" creationId="{BCE574B0-59E8-A1B3-9F7A-46CCC7192054}"/>
          </ac:spMkLst>
        </pc:spChg>
        <pc:spChg chg="del">
          <ac:chgData name="Lucas Genty" userId="0ff89410-5e71-4be0-bd77-4c071ba329e4" providerId="ADAL" clId="{299A151C-5B74-5660-9229-42BC38DFE690}" dt="2026-08-06T07:18:15.456" v="0" actId="478"/>
          <ac:spMkLst>
            <pc:docMk/>
            <pc:sldMk cId="1308514899" sldId="295"/>
            <ac:spMk id="26" creationId="{14E1A183-4E65-AB1C-2F94-787EB2F66F34}"/>
          </ac:spMkLst>
        </pc:spChg>
        <pc:spChg chg="add mod">
          <ac:chgData name="Lucas Genty" userId="0ff89410-5e71-4be0-bd77-4c071ba329e4" providerId="ADAL" clId="{299A151C-5B74-5660-9229-42BC38DFE690}" dt="2026-08-06T07:18:15.739" v="1"/>
          <ac:spMkLst>
            <pc:docMk/>
            <pc:sldMk cId="1308514899" sldId="295"/>
            <ac:spMk id="37" creationId="{ABFA190D-94F7-602B-1BD7-42024C177888}"/>
          </ac:spMkLst>
        </pc:spChg>
        <pc:spChg chg="add mod">
          <ac:chgData name="Lucas Genty" userId="0ff89410-5e71-4be0-bd77-4c071ba329e4" providerId="ADAL" clId="{299A151C-5B74-5660-9229-42BC38DFE690}" dt="2026-08-06T07:19:29.269" v="16" actId="20577"/>
          <ac:spMkLst>
            <pc:docMk/>
            <pc:sldMk cId="1308514899" sldId="295"/>
            <ac:spMk id="41" creationId="{66BA3AAA-94B3-C417-1AEB-83D693F82F0F}"/>
          </ac:spMkLst>
        </pc:spChg>
        <pc:spChg chg="add mod">
          <ac:chgData name="Lucas Genty" userId="0ff89410-5e71-4be0-bd77-4c071ba329e4" providerId="ADAL" clId="{299A151C-5B74-5660-9229-42BC38DFE690}" dt="2026-08-06T07:19:33.023" v="27" actId="20577"/>
          <ac:spMkLst>
            <pc:docMk/>
            <pc:sldMk cId="1308514899" sldId="295"/>
            <ac:spMk id="44" creationId="{E391FBE2-A93E-8284-AF7F-166E07AA0036}"/>
          </ac:spMkLst>
        </pc:spChg>
        <pc:spChg chg="add mod">
          <ac:chgData name="Lucas Genty" userId="0ff89410-5e71-4be0-bd77-4c071ba329e4" providerId="ADAL" clId="{299A151C-5B74-5660-9229-42BC38DFE690}" dt="2026-08-06T07:24:50.179" v="41" actId="20577"/>
          <ac:spMkLst>
            <pc:docMk/>
            <pc:sldMk cId="1308514899" sldId="295"/>
            <ac:spMk id="54" creationId="{79D696AB-6DD2-9E77-B7C1-CA2213070952}"/>
          </ac:spMkLst>
        </pc:spChg>
        <pc:spChg chg="add mod">
          <ac:chgData name="Lucas Genty" userId="0ff89410-5e71-4be0-bd77-4c071ba329e4" providerId="ADAL" clId="{299A151C-5B74-5660-9229-42BC38DFE690}" dt="2026-08-06T07:24:45.595" v="34" actId="20577"/>
          <ac:spMkLst>
            <pc:docMk/>
            <pc:sldMk cId="1308514899" sldId="295"/>
            <ac:spMk id="56" creationId="{6FCDE6F7-5B0B-82B1-59A9-50EF4C02A9C4}"/>
          </ac:spMkLst>
        </pc:spChg>
        <pc:spChg chg="del">
          <ac:chgData name="Lucas Genty" userId="0ff89410-5e71-4be0-bd77-4c071ba329e4" providerId="ADAL" clId="{299A151C-5B74-5660-9229-42BC38DFE690}" dt="2026-08-06T07:20:12.419" v="28" actId="478"/>
          <ac:spMkLst>
            <pc:docMk/>
            <pc:sldMk cId="1308514899" sldId="295"/>
            <ac:spMk id="74" creationId="{A1FCA437-3380-8C73-81F6-D50520CE3ACC}"/>
          </ac:spMkLst>
        </pc:spChg>
        <pc:spChg chg="del">
          <ac:chgData name="Lucas Genty" userId="0ff89410-5e71-4be0-bd77-4c071ba329e4" providerId="ADAL" clId="{299A151C-5B74-5660-9229-42BC38DFE690}" dt="2026-08-06T07:20:12.419" v="28" actId="478"/>
          <ac:spMkLst>
            <pc:docMk/>
            <pc:sldMk cId="1308514899" sldId="295"/>
            <ac:spMk id="75" creationId="{294CDEB3-9EFE-0266-FF20-40081A29B0B2}"/>
          </ac:spMkLst>
        </pc:spChg>
        <pc:spChg chg="del">
          <ac:chgData name="Lucas Genty" userId="0ff89410-5e71-4be0-bd77-4c071ba329e4" providerId="ADAL" clId="{299A151C-5B74-5660-9229-42BC38DFE690}" dt="2026-08-06T07:20:12.419" v="28" actId="478"/>
          <ac:spMkLst>
            <pc:docMk/>
            <pc:sldMk cId="1308514899" sldId="295"/>
            <ac:spMk id="76" creationId="{73812052-878C-4572-C8A4-EFFF0B2F41F5}"/>
          </ac:spMkLst>
        </pc:spChg>
        <pc:spChg chg="del">
          <ac:chgData name="Lucas Genty" userId="0ff89410-5e71-4be0-bd77-4c071ba329e4" providerId="ADAL" clId="{299A151C-5B74-5660-9229-42BC38DFE690}" dt="2026-08-06T07:20:12.419" v="28" actId="478"/>
          <ac:spMkLst>
            <pc:docMk/>
            <pc:sldMk cId="1308514899" sldId="295"/>
            <ac:spMk id="77" creationId="{B0BB5D4B-1512-046F-1259-BCF3377ECDC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4FD3-3D40-B196-0EF7A16EB7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ADAM EL BOUGHLAMY – 2008</a:t>
            </a:r>
          </a:p>
          <a:p>
            <a:r>
              <a:rPr lang="fr-FR" dirty="0"/>
              <a:t>SAISON 2026/2027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88BC7-6F50-69A1-363B-FB505E5E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Graphique 26">
            <a:extLst>
              <a:ext uri="{FF2B5EF4-FFF2-40B4-BE49-F238E27FC236}">
                <a16:creationId xmlns:a16="http://schemas.microsoft.com/office/drawing/2014/main" id="{DD532C90-DCE5-129E-3DAA-16C47BE55FA9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3" name="Image 12">
            <a:extLst>
              <a:ext uri="{FF2B5EF4-FFF2-40B4-BE49-F238E27FC236}">
                <a16:creationId xmlns:a16="http://schemas.microsoft.com/office/drawing/2014/main" id="{C093B480-83AD-EB5D-0AED-980C53F27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7A332DFB-7470-CC67-7D8D-A36255C652F3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C6E46E41-39AB-E260-B296-81AB9E606B5A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9ACFC456-6C1C-FB1A-21F5-856E4593522E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1DD81CDA-55D1-6B0A-B014-A34683BB1A36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F971DF2A-60FC-4426-E257-FE97B61ACA10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11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515D9C90-019C-52F8-9DAA-0552EDB704A4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PROJECTION CARRIÈRE 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A565E191-6C44-9FF1-2173-BEA212408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F8C87F8F-8856-0F4D-A33B-F65994784896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CE6FA858-7688-CCE5-FB98-4E1DF57F0A31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EA12DA09-5AE1-B2D0-A081-2598CF61D808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A90C6E3A-4254-E2D1-DE01-4E84F531DB97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0CDCB3A5-00B0-9685-81DA-D8B9963CAC34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A6A00240-D5BA-0B5C-4D37-92C76D374071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EAEEA18E-2CFE-7EB9-047E-824CD7ED430B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D10117AB-1551-1A6B-2801-297572EC2BA6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 dirty="0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E367848B-312F-2982-AB6F-E64A91C385F0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34445A6B-701C-DE84-1D00-7D1600B2036F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FC9186AF-F45A-FCA9-B6FF-6B30D5474DC8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D69ED4D-BB29-49B0-D7C5-D25F4CF5BE72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5F0C9E0-C91B-C18D-0820-610BDB7C554A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C708ED5-F86B-FDE5-7F0E-67469919657E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9C301B7-4338-E412-37A7-D3B277866618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6844021F-4CF9-2206-C42D-95241794CCCD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SÉLÉCTION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694EB23D-537F-03E3-8005-EFF2576CBFD0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8E6F7714-B660-381B-E7BF-F9576941461B}"/>
              </a:ext>
            </a:extLst>
          </p:cNvPr>
          <p:cNvSpPr>
            <a:spLocks noChangeAspect="1"/>
          </p:cNvSpPr>
          <p:nvPr/>
        </p:nvSpPr>
        <p:spPr>
          <a:xfrm>
            <a:off x="1997307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A7766534-F7DE-854B-82BC-2877EEA10049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DAC94F12-A662-753D-E247-236AAF19F6A4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B92881-86C0-AC85-02C4-3603CF9868BD}"/>
              </a:ext>
            </a:extLst>
          </p:cNvPr>
          <p:cNvSpPr/>
          <p:nvPr/>
        </p:nvSpPr>
        <p:spPr>
          <a:xfrm>
            <a:off x="3013020" y="3071172"/>
            <a:ext cx="2719446" cy="328184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3F798CE-ED26-26F0-4C1E-38D284C2856F}"/>
              </a:ext>
            </a:extLst>
          </p:cNvPr>
          <p:cNvSpPr txBox="1"/>
          <p:nvPr/>
        </p:nvSpPr>
        <p:spPr>
          <a:xfrm>
            <a:off x="3049234" y="3090383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8147B8C-B9BA-BECC-71BE-666E38C4A161}"/>
              </a:ext>
            </a:extLst>
          </p:cNvPr>
          <p:cNvSpPr/>
          <p:nvPr/>
        </p:nvSpPr>
        <p:spPr>
          <a:xfrm>
            <a:off x="5838516" y="3067199"/>
            <a:ext cx="2719446" cy="328184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007D73C-EB63-7878-EECC-92A1BA2194E0}"/>
              </a:ext>
            </a:extLst>
          </p:cNvPr>
          <p:cNvSpPr/>
          <p:nvPr/>
        </p:nvSpPr>
        <p:spPr>
          <a:xfrm>
            <a:off x="8664012" y="3071172"/>
            <a:ext cx="2719446" cy="328184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ECAD505-96A5-7990-5F17-3CE704E3CFE4}"/>
              </a:ext>
            </a:extLst>
          </p:cNvPr>
          <p:cNvSpPr txBox="1"/>
          <p:nvPr/>
        </p:nvSpPr>
        <p:spPr>
          <a:xfrm>
            <a:off x="5876613" y="3102575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2694982D-C12D-D80E-08DF-0AC03E880022}"/>
              </a:ext>
            </a:extLst>
          </p:cNvPr>
          <p:cNvSpPr txBox="1"/>
          <p:nvPr/>
        </p:nvSpPr>
        <p:spPr>
          <a:xfrm>
            <a:off x="8700226" y="3102575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C86C6354-67D5-26E0-64FF-F25909E68BEC}"/>
              </a:ext>
            </a:extLst>
          </p:cNvPr>
          <p:cNvSpPr txBox="1"/>
          <p:nvPr/>
        </p:nvSpPr>
        <p:spPr>
          <a:xfrm>
            <a:off x="3248298" y="343190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de balle et enchainement 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66D22E0-0B3B-3F1F-2CF6-F05519FFA339}"/>
              </a:ext>
            </a:extLst>
          </p:cNvPr>
          <p:cNvSpPr/>
          <p:nvPr/>
        </p:nvSpPr>
        <p:spPr>
          <a:xfrm>
            <a:off x="4430078" y="3118683"/>
            <a:ext cx="132154" cy="10047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4A9022-CD3F-AA13-AAB3-B02D334EEA52}"/>
              </a:ext>
            </a:extLst>
          </p:cNvPr>
          <p:cNvSpPr/>
          <p:nvPr/>
        </p:nvSpPr>
        <p:spPr>
          <a:xfrm>
            <a:off x="4627655" y="3124203"/>
            <a:ext cx="132154" cy="10047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E747726B-AE12-1F2E-85DB-810F06896505}"/>
              </a:ext>
            </a:extLst>
          </p:cNvPr>
          <p:cNvSpPr txBox="1"/>
          <p:nvPr/>
        </p:nvSpPr>
        <p:spPr>
          <a:xfrm>
            <a:off x="8933803" y="337018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S’associer avec les autres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337817CF-12B1-C31A-9E63-5CB357CB62A6}"/>
              </a:ext>
            </a:extLst>
          </p:cNvPr>
          <p:cNvSpPr txBox="1"/>
          <p:nvPr/>
        </p:nvSpPr>
        <p:spPr>
          <a:xfrm>
            <a:off x="3242202" y="367837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D69F1508-5025-54FD-A290-5DB500AD9B1D}"/>
              </a:ext>
            </a:extLst>
          </p:cNvPr>
          <p:cNvSpPr txBox="1"/>
          <p:nvPr/>
        </p:nvSpPr>
        <p:spPr>
          <a:xfrm>
            <a:off x="3242202" y="413350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196450D9-42D3-773E-3708-CAAB703E6F91}"/>
              </a:ext>
            </a:extLst>
          </p:cNvPr>
          <p:cNvSpPr txBox="1"/>
          <p:nvPr/>
        </p:nvSpPr>
        <p:spPr>
          <a:xfrm>
            <a:off x="6010645" y="343190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 / Orientation </a:t>
            </a: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67A9340A-799E-654E-BA5B-C4F46D6A7D4B}"/>
              </a:ext>
            </a:extLst>
          </p:cNvPr>
          <p:cNvSpPr txBox="1"/>
          <p:nvPr/>
        </p:nvSpPr>
        <p:spPr>
          <a:xfrm>
            <a:off x="6002257" y="366410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aérien </a:t>
            </a:r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69EEA90A-93D9-EEB5-F3D8-F3D82C16546B}"/>
              </a:ext>
            </a:extLst>
          </p:cNvPr>
          <p:cNvSpPr txBox="1"/>
          <p:nvPr/>
        </p:nvSpPr>
        <p:spPr>
          <a:xfrm>
            <a:off x="6004549" y="388777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Distance d’intervention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A3A5AB52-78D0-454E-8273-4A32739847E5}"/>
              </a:ext>
            </a:extLst>
          </p:cNvPr>
          <p:cNvSpPr txBox="1"/>
          <p:nvPr/>
        </p:nvSpPr>
        <p:spPr>
          <a:xfrm>
            <a:off x="8933803" y="356789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offensives</a:t>
            </a: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24DEF81B-8EF7-43C6-0F83-FBB9E2A97F6C}"/>
              </a:ext>
            </a:extLst>
          </p:cNvPr>
          <p:cNvSpPr txBox="1"/>
          <p:nvPr/>
        </p:nvSpPr>
        <p:spPr>
          <a:xfrm>
            <a:off x="8946981" y="543605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défensives</a:t>
            </a: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5E62E71B-CDB1-5988-8C06-6B815D93C0DA}"/>
              </a:ext>
            </a:extLst>
          </p:cNvPr>
          <p:cNvSpPr txBox="1"/>
          <p:nvPr/>
        </p:nvSpPr>
        <p:spPr>
          <a:xfrm>
            <a:off x="8936095" y="373993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reconnaitre son rôle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8FA45EF6-0B47-0172-9627-47A0BBC5CB08}"/>
              </a:ext>
            </a:extLst>
          </p:cNvPr>
          <p:cNvSpPr txBox="1"/>
          <p:nvPr/>
        </p:nvSpPr>
        <p:spPr>
          <a:xfrm>
            <a:off x="8936095" y="394282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d’informations</a:t>
            </a:r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34935F78-6BED-4314-046E-6D4AC9A17BF5}"/>
              </a:ext>
            </a:extLst>
          </p:cNvPr>
          <p:cNvSpPr txBox="1"/>
          <p:nvPr/>
        </p:nvSpPr>
        <p:spPr>
          <a:xfrm>
            <a:off x="3242202" y="437173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BB4E4F8B-52CB-4E4F-1920-303488E41631}"/>
              </a:ext>
            </a:extLst>
          </p:cNvPr>
          <p:cNvSpPr txBox="1"/>
          <p:nvPr/>
        </p:nvSpPr>
        <p:spPr>
          <a:xfrm>
            <a:off x="3248298" y="459729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Orientation du corps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60420833-4BE7-AD8D-F50C-DB39A50A0780}"/>
              </a:ext>
            </a:extLst>
          </p:cNvPr>
          <p:cNvSpPr txBox="1"/>
          <p:nvPr/>
        </p:nvSpPr>
        <p:spPr>
          <a:xfrm>
            <a:off x="8936095" y="415879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Volonté de jouer vers l’avant</a:t>
            </a: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7B77EF02-527C-DDFE-E8EE-692D1BDDED93}"/>
              </a:ext>
            </a:extLst>
          </p:cNvPr>
          <p:cNvSpPr txBox="1"/>
          <p:nvPr/>
        </p:nvSpPr>
        <p:spPr>
          <a:xfrm>
            <a:off x="8936095" y="436685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Détacher son regard du ballon</a:t>
            </a: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6842720E-DBAC-0AE9-DD25-1FA654F9E7AE}"/>
              </a:ext>
            </a:extLst>
          </p:cNvPr>
          <p:cNvSpPr txBox="1"/>
          <p:nvPr/>
        </p:nvSpPr>
        <p:spPr>
          <a:xfrm>
            <a:off x="6004549" y="413834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Présence 2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nd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ballon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CB930893-1D8D-0D2B-5658-301E39306030}"/>
              </a:ext>
            </a:extLst>
          </p:cNvPr>
          <p:cNvSpPr txBox="1"/>
          <p:nvPr/>
        </p:nvSpPr>
        <p:spPr>
          <a:xfrm>
            <a:off x="8936095" y="457801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Changement de statut rapide 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7699B353-DE59-27A1-E358-1D5468E41A62}"/>
              </a:ext>
            </a:extLst>
          </p:cNvPr>
          <p:cNvSpPr txBox="1"/>
          <p:nvPr/>
        </p:nvSpPr>
        <p:spPr>
          <a:xfrm>
            <a:off x="6004549" y="439313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les lignes de passes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CAF51F34-EC9F-C08C-0B83-A905062C1215}"/>
              </a:ext>
            </a:extLst>
          </p:cNvPr>
          <p:cNvSpPr txBox="1"/>
          <p:nvPr/>
        </p:nvSpPr>
        <p:spPr>
          <a:xfrm>
            <a:off x="6004549" y="463262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en avançant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B45404C1-BF23-59D7-0721-4B60E04BFF7A}"/>
              </a:ext>
            </a:extLst>
          </p:cNvPr>
          <p:cNvSpPr txBox="1"/>
          <p:nvPr/>
        </p:nvSpPr>
        <p:spPr>
          <a:xfrm>
            <a:off x="8946981" y="479490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de position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8B44875A-BCBE-A37D-8CF1-1257C49E71F8}"/>
              </a:ext>
            </a:extLst>
          </p:cNvPr>
          <p:cNvSpPr txBox="1"/>
          <p:nvPr/>
        </p:nvSpPr>
        <p:spPr>
          <a:xfrm>
            <a:off x="8946981" y="501226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du rythme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1F5012B7-8A82-2D7A-E3EC-DAF25D9B5132}"/>
              </a:ext>
            </a:extLst>
          </p:cNvPr>
          <p:cNvSpPr txBox="1"/>
          <p:nvPr/>
        </p:nvSpPr>
        <p:spPr>
          <a:xfrm>
            <a:off x="3242202" y="482982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Avant dernière et dernière passe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C226A8A4-3FBB-474D-170B-C4C3AD7443B7}"/>
              </a:ext>
            </a:extLst>
          </p:cNvPr>
          <p:cNvSpPr txBox="1"/>
          <p:nvPr/>
        </p:nvSpPr>
        <p:spPr>
          <a:xfrm>
            <a:off x="3242202" y="504754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Finition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C4CF7967-F33D-8CEA-AAEE-72A7513032E0}"/>
              </a:ext>
            </a:extLst>
          </p:cNvPr>
          <p:cNvSpPr txBox="1"/>
          <p:nvPr/>
        </p:nvSpPr>
        <p:spPr>
          <a:xfrm>
            <a:off x="3231316" y="391578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s’orienter sur une touche 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740ABF22-5610-F82E-DA10-E995430D3357}"/>
              </a:ext>
            </a:extLst>
          </p:cNvPr>
          <p:cNvSpPr txBox="1"/>
          <p:nvPr/>
        </p:nvSpPr>
        <p:spPr>
          <a:xfrm>
            <a:off x="3231316" y="526525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en une touche de balle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918B69C5-2D38-BE83-FDE3-606C4692108F}"/>
              </a:ext>
            </a:extLst>
          </p:cNvPr>
          <p:cNvSpPr txBox="1"/>
          <p:nvPr/>
        </p:nvSpPr>
        <p:spPr>
          <a:xfrm>
            <a:off x="8946981" y="524055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orienter le jeu 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987B2C67-78CB-AD4B-5A3A-AC1ACF97C769}"/>
              </a:ext>
            </a:extLst>
          </p:cNvPr>
          <p:cNvSpPr txBox="1"/>
          <p:nvPr/>
        </p:nvSpPr>
        <p:spPr>
          <a:xfrm>
            <a:off x="8946981" y="566106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des situations de crise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8894EA92-8A61-1524-D875-CA5B6BBF23DB}"/>
              </a:ext>
            </a:extLst>
          </p:cNvPr>
          <p:cNvSpPr txBox="1"/>
          <p:nvPr/>
        </p:nvSpPr>
        <p:spPr>
          <a:xfrm>
            <a:off x="8946981" y="5881699"/>
            <a:ext cx="24714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Préventif et accompagnement du bloc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286F6311-B090-F68B-770B-AD4AB29B8003}"/>
              </a:ext>
            </a:extLst>
          </p:cNvPr>
          <p:cNvSpPr txBox="1"/>
          <p:nvPr/>
        </p:nvSpPr>
        <p:spPr>
          <a:xfrm>
            <a:off x="3220431" y="550474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court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41361C84-55D5-D3F7-FD33-C33874A1D055}"/>
              </a:ext>
            </a:extLst>
          </p:cNvPr>
          <p:cNvSpPr txBox="1"/>
          <p:nvPr/>
        </p:nvSpPr>
        <p:spPr>
          <a:xfrm>
            <a:off x="3220431" y="572245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long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11FC8216-4AFE-1F16-D2BC-04B9D0C14016}"/>
              </a:ext>
            </a:extLst>
          </p:cNvPr>
          <p:cNvSpPr txBox="1"/>
          <p:nvPr/>
        </p:nvSpPr>
        <p:spPr>
          <a:xfrm>
            <a:off x="3242202" y="593948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des deux pieds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28217509-90B8-FC23-5DA9-DF8B62906C42}"/>
              </a:ext>
            </a:extLst>
          </p:cNvPr>
          <p:cNvSpPr txBox="1"/>
          <p:nvPr/>
        </p:nvSpPr>
        <p:spPr>
          <a:xfrm>
            <a:off x="6002257" y="486353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Engagement dans le duel 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5DA5E22D-FC3D-5DD7-2112-101783E2E512}"/>
              </a:ext>
            </a:extLst>
          </p:cNvPr>
          <p:cNvSpPr txBox="1"/>
          <p:nvPr/>
        </p:nvSpPr>
        <p:spPr>
          <a:xfrm>
            <a:off x="5996280" y="508466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Anticipation / interception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02403DA-245C-02F8-A254-32706F1229B7}"/>
              </a:ext>
            </a:extLst>
          </p:cNvPr>
          <p:cNvSpPr/>
          <p:nvPr/>
        </p:nvSpPr>
        <p:spPr>
          <a:xfrm>
            <a:off x="4836055" y="3126007"/>
            <a:ext cx="132154" cy="10047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6" name="ZoneTexte 165">
            <a:extLst>
              <a:ext uri="{FF2B5EF4-FFF2-40B4-BE49-F238E27FC236}">
                <a16:creationId xmlns:a16="http://schemas.microsoft.com/office/drawing/2014/main" id="{7CFD0E35-385A-776C-3953-84D37F0C4C16}"/>
              </a:ext>
            </a:extLst>
          </p:cNvPr>
          <p:cNvSpPr txBox="1"/>
          <p:nvPr/>
        </p:nvSpPr>
        <p:spPr>
          <a:xfrm>
            <a:off x="8946981" y="6114781"/>
            <a:ext cx="24714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Préventif et accompagnement du bloc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9152978-6C18-A32D-D208-584D9004E6DC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1737F3F-44E9-13BA-1740-EF386F88AAB5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734142C-51B3-85FA-E39E-6C7755C565F3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FBFF43D-F927-033C-8023-C56DB5ECCBD2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81D5EED-1871-3F33-D580-9219C0AF8E7E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A9FDD68-DA7F-B5B7-A784-F6ED4427CD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DABB435-076B-782F-81D1-32E2781F0E61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62EE7F-F1D7-3809-14AE-C98C7A95022C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F6BFC7F-9BCC-3409-DC7A-3ADA25A5188B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D40261-936C-A385-9D65-338CE6A7964F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FD8678A-6E4C-86D3-FC26-DAC10DF1970E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46" name="Graphique 45">
            <a:extLst>
              <a:ext uri="{FF2B5EF4-FFF2-40B4-BE49-F238E27FC236}">
                <a16:creationId xmlns:a16="http://schemas.microsoft.com/office/drawing/2014/main" id="{6A91D0F2-2D38-34AD-3B6E-E82D506962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B8843C73-B88B-A03E-E798-CE2CD543C83B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B5F0E82-84E5-5F09-52C0-BD2606502027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8EFF3D6-9830-D927-1951-39B7F464B198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D706FE1-23F2-177A-9C1C-A1F2F96630D3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FABE1EC-4801-1BA5-4566-8FBBA5D4E851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B97AA43-9FDB-3E3D-82FB-590DDFB342A0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FE76E05-7AD1-B8A2-3AE2-E9CF40E377A8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052166B-51B1-93A5-FE62-1804A9CEB40E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3BF4970-A2B9-0300-AB70-3561F0FA2854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C6AB493-E3BC-AEC5-7356-5D1A881C9749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933EE05-F974-0D52-F366-5C9431295D86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BD8C89D-907A-9114-695D-5332DF7D5295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0362362-CDE8-1995-199E-4DE0EA124637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F72469D-784C-D687-BF45-EEA42E257AEA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67B57FF-C03C-5C54-9AFD-9CD9A552CCBE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78" name="Image 77">
            <a:extLst>
              <a:ext uri="{FF2B5EF4-FFF2-40B4-BE49-F238E27FC236}">
                <a16:creationId xmlns:a16="http://schemas.microsoft.com/office/drawing/2014/main" id="{8888FAA6-1293-7E4F-3BDF-4E10B8DA0F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pic>
        <p:nvPicPr>
          <p:cNvPr id="79" name="Image 78">
            <a:extLst>
              <a:ext uri="{FF2B5EF4-FFF2-40B4-BE49-F238E27FC236}">
                <a16:creationId xmlns:a16="http://schemas.microsoft.com/office/drawing/2014/main" id="{DD8B29FC-2667-21F9-C869-35048BA349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693A8B01-A5E1-5ECB-1E64-6EB551BCB801}"/>
              </a:ext>
            </a:extLst>
          </p:cNvPr>
          <p:cNvSpPr/>
          <p:nvPr/>
        </p:nvSpPr>
        <p:spPr>
          <a:xfrm>
            <a:off x="3139227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C53D2FD-0468-F317-5DCF-9C8624715D83}"/>
              </a:ext>
            </a:extLst>
          </p:cNvPr>
          <p:cNvSpPr/>
          <p:nvPr/>
        </p:nvSpPr>
        <p:spPr>
          <a:xfrm>
            <a:off x="3868772" y="222839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5C7A83A-726C-87D2-0653-3C9D00FE2270}"/>
              </a:ext>
            </a:extLst>
          </p:cNvPr>
          <p:cNvSpPr/>
          <p:nvPr/>
        </p:nvSpPr>
        <p:spPr>
          <a:xfrm>
            <a:off x="4603327" y="2222298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74D6072-C71E-013D-E250-21EFE24AE2AD}"/>
              </a:ext>
            </a:extLst>
          </p:cNvPr>
          <p:cNvSpPr/>
          <p:nvPr/>
        </p:nvSpPr>
        <p:spPr>
          <a:xfrm>
            <a:off x="5332872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D61C4CC-3468-0A14-DA98-9003D95BC805}"/>
              </a:ext>
            </a:extLst>
          </p:cNvPr>
          <p:cNvSpPr/>
          <p:nvPr/>
        </p:nvSpPr>
        <p:spPr>
          <a:xfrm>
            <a:off x="6061726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91" name="Image 90">
            <a:extLst>
              <a:ext uri="{FF2B5EF4-FFF2-40B4-BE49-F238E27FC236}">
                <a16:creationId xmlns:a16="http://schemas.microsoft.com/office/drawing/2014/main" id="{7F5B8ED0-DF82-AE91-20C6-F163B8F2A4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6656" y="2228005"/>
            <a:ext cx="222863" cy="278579"/>
          </a:xfrm>
          <a:prstGeom prst="rect">
            <a:avLst/>
          </a:prstGeom>
        </p:spPr>
      </p:pic>
      <p:pic>
        <p:nvPicPr>
          <p:cNvPr id="92" name="Image 91">
            <a:extLst>
              <a:ext uri="{FF2B5EF4-FFF2-40B4-BE49-F238E27FC236}">
                <a16:creationId xmlns:a16="http://schemas.microsoft.com/office/drawing/2014/main" id="{2CFB8523-A75F-C80A-7CBF-962410E506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026" y="2201977"/>
            <a:ext cx="296513" cy="298061"/>
          </a:xfrm>
          <a:prstGeom prst="rect">
            <a:avLst/>
          </a:prstGeom>
        </p:spPr>
      </p:pic>
      <p:pic>
        <p:nvPicPr>
          <p:cNvPr id="93" name="Graphique 92">
            <a:extLst>
              <a:ext uri="{FF2B5EF4-FFF2-40B4-BE49-F238E27FC236}">
                <a16:creationId xmlns:a16="http://schemas.microsoft.com/office/drawing/2014/main" id="{D055BA02-441D-3AAA-E099-DC931C1806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94" name="ZoneTexte 93">
            <a:extLst>
              <a:ext uri="{FF2B5EF4-FFF2-40B4-BE49-F238E27FC236}">
                <a16:creationId xmlns:a16="http://schemas.microsoft.com/office/drawing/2014/main" id="{5C0D0F38-4CCB-DB38-EEB0-A272301778AF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66BA3AAA-94B3-C417-1AEB-83D693F82F0F}"/>
              </a:ext>
            </a:extLst>
          </p:cNvPr>
          <p:cNvSpPr txBox="1"/>
          <p:nvPr/>
        </p:nvSpPr>
        <p:spPr>
          <a:xfrm>
            <a:off x="1270506" y="3030408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30.01.2008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E391FBE2-A93E-8284-AF7F-166E07AA0036}"/>
              </a:ext>
            </a:extLst>
          </p:cNvPr>
          <p:cNvSpPr txBox="1"/>
          <p:nvPr/>
        </p:nvSpPr>
        <p:spPr>
          <a:xfrm>
            <a:off x="1221962" y="3421568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Droit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79D696AB-6DD2-9E77-B7C1-CA2213070952}"/>
              </a:ext>
            </a:extLst>
          </p:cNvPr>
          <p:cNvSpPr txBox="1"/>
          <p:nvPr/>
        </p:nvSpPr>
        <p:spPr>
          <a:xfrm>
            <a:off x="1221962" y="3787328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173.2cm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6FCDE6F7-5B0B-82B1-59A9-50EF4C02A9C4}"/>
              </a:ext>
            </a:extLst>
          </p:cNvPr>
          <p:cNvSpPr txBox="1"/>
          <p:nvPr/>
        </p:nvSpPr>
        <p:spPr>
          <a:xfrm>
            <a:off x="1219107" y="4199337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63.3kg</a:t>
            </a:r>
          </a:p>
        </p:txBody>
      </p:sp>
    </p:spTree>
    <p:extLst>
      <p:ext uri="{BB962C8B-B14F-4D97-AF65-F5344CB8AC3E}">
        <p14:creationId xmlns:p14="http://schemas.microsoft.com/office/powerpoint/2010/main" val="1308514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972530-D8AC-4752-AF38-EA380D352A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40e6f8-d294-4e0a-a4ec-60755aee44ca"/>
    <ds:schemaRef ds:uri="d2aa4942-3767-4fb4-b828-61a76fcbf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E9B66EE-43D2-49FF-898E-DCD517785142}">
  <ds:schemaRefs>
    <ds:schemaRef ds:uri="http://schemas.microsoft.com/office/2006/documentManagement/types"/>
    <ds:schemaRef ds:uri="http://purl.org/dc/terms/"/>
    <ds:schemaRef ds:uri="1d40e6f8-d294-4e0a-a4ec-60755aee44ca"/>
    <ds:schemaRef ds:uri="http://schemas.microsoft.com/office/infopath/2007/PartnerControls"/>
    <ds:schemaRef ds:uri="d2aa4942-3767-4fb4-b828-61a76fcbf9df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3</TotalTime>
  <Words>188</Words>
  <Application>Microsoft Macintosh PowerPoint</Application>
  <PresentationFormat>Grand écran</PresentationFormat>
  <Paragraphs>62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5</cp:revision>
  <dcterms:created xsi:type="dcterms:W3CDTF">2026-08-04T15:15:50Z</dcterms:created>
  <dcterms:modified xsi:type="dcterms:W3CDTF">2026-08-06T07:24:52Z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