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80" r:id="rId5"/>
    <p:sldId id="285" r:id="rId6"/>
    <p:sldId id="388" r:id="rId7"/>
  </p:sldIdLst>
  <p:sldSz cx="12192000" cy="6858000"/>
  <p:notesSz cx="6858000" cy="9144000"/>
  <p:embeddedFontLst>
    <p:embeddedFont>
      <p:font typeface="OM Marseille" pitchFamily="50" charset="0"/>
      <p:regular r:id="rId10"/>
    </p:embeddedFont>
    <p:embeddedFont>
      <p:font typeface="OM Marseille Light" pitchFamily="50" charset="0"/>
      <p:regular r:id="rId11"/>
    </p:embeddedFont>
    <p:embeddedFont>
      <p:font typeface="OM Marseille Medium" pitchFamily="50" charset="0"/>
      <p:regular r:id="rId12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61AC"/>
    <a:srgbClr val="3C9BF2"/>
    <a:srgbClr val="BCDBFA"/>
    <a:srgbClr val="0B61AC"/>
    <a:srgbClr val="FFFFFF"/>
    <a:srgbClr val="D7E6F2"/>
    <a:srgbClr val="0E7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B68D59-C66E-469D-A90F-D4D2426DA31C}" v="38" dt="2026-08-06T15:16:40.043"/>
    <p1510:client id="{9E8253E9-C5DE-E643-B9E2-056ABF117EF8}" v="61" dt="2026-08-06T07:18:36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8268" y="-40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Vincent" userId="ec4b5b03-53cd-4ef0-93ce-f00067d00fb4" providerId="ADAL" clId="{D1F170D2-7398-4584-AE52-C09508656B7F}"/>
    <pc:docChg chg="undo custSel addSld delSld modSld">
      <pc:chgData name="Simon Vincent" userId="ec4b5b03-53cd-4ef0-93ce-f00067d00fb4" providerId="ADAL" clId="{D1F170D2-7398-4584-AE52-C09508656B7F}" dt="2026-08-06T15:19:15.089" v="1401" actId="478"/>
      <pc:docMkLst>
        <pc:docMk/>
      </pc:docMkLst>
      <pc:sldChg chg="addSp delSp modSp mod">
        <pc:chgData name="Simon Vincent" userId="ec4b5b03-53cd-4ef0-93ce-f00067d00fb4" providerId="ADAL" clId="{D1F170D2-7398-4584-AE52-C09508656B7F}" dt="2026-08-06T14:35:47.269" v="739" actId="22"/>
        <pc:sldMkLst>
          <pc:docMk/>
          <pc:sldMk cId="2523577696" sldId="285"/>
        </pc:sldMkLst>
        <pc:spChg chg="add del mod">
          <ac:chgData name="Simon Vincent" userId="ec4b5b03-53cd-4ef0-93ce-f00067d00fb4" providerId="ADAL" clId="{D1F170D2-7398-4584-AE52-C09508656B7F}" dt="2026-08-06T14:35:47.269" v="739" actId="22"/>
          <ac:spMkLst>
            <pc:docMk/>
            <pc:sldMk cId="2523577696" sldId="285"/>
            <ac:spMk id="37" creationId="{B5999883-3BE5-F21E-816B-D38793D9202D}"/>
          </ac:spMkLst>
        </pc:spChg>
        <pc:spChg chg="add del mod">
          <ac:chgData name="Simon Vincent" userId="ec4b5b03-53cd-4ef0-93ce-f00067d00fb4" providerId="ADAL" clId="{D1F170D2-7398-4584-AE52-C09508656B7F}" dt="2026-08-06T14:35:47.269" v="739" actId="22"/>
          <ac:spMkLst>
            <pc:docMk/>
            <pc:sldMk cId="2523577696" sldId="285"/>
            <ac:spMk id="49" creationId="{EE9429F3-B6B6-DAAE-7FA3-3E8A33023FF0}"/>
          </ac:spMkLst>
        </pc:spChg>
        <pc:spChg chg="add del mod">
          <ac:chgData name="Simon Vincent" userId="ec4b5b03-53cd-4ef0-93ce-f00067d00fb4" providerId="ADAL" clId="{D1F170D2-7398-4584-AE52-C09508656B7F}" dt="2026-08-06T14:35:47.269" v="739" actId="22"/>
          <ac:spMkLst>
            <pc:docMk/>
            <pc:sldMk cId="2523577696" sldId="285"/>
            <ac:spMk id="56" creationId="{1B79A282-6C82-A2A4-9E4D-F224F07C82A9}"/>
          </ac:spMkLst>
        </pc:spChg>
        <pc:picChg chg="add del">
          <ac:chgData name="Simon Vincent" userId="ec4b5b03-53cd-4ef0-93ce-f00067d00fb4" providerId="ADAL" clId="{D1F170D2-7398-4584-AE52-C09508656B7F}" dt="2026-08-06T14:35:47.269" v="739" actId="22"/>
          <ac:picMkLst>
            <pc:docMk/>
            <pc:sldMk cId="2523577696" sldId="285"/>
            <ac:picMk id="41" creationId="{D973F5C0-6FDC-1A68-714E-D602124B441D}"/>
          </ac:picMkLst>
        </pc:picChg>
        <pc:picChg chg="add del">
          <ac:chgData name="Simon Vincent" userId="ec4b5b03-53cd-4ef0-93ce-f00067d00fb4" providerId="ADAL" clId="{D1F170D2-7398-4584-AE52-C09508656B7F}" dt="2026-08-06T14:35:47.269" v="739" actId="22"/>
          <ac:picMkLst>
            <pc:docMk/>
            <pc:sldMk cId="2523577696" sldId="285"/>
            <ac:picMk id="53" creationId="{7EAF8AF7-D45C-C881-308D-1052376E9637}"/>
          </ac:picMkLst>
        </pc:picChg>
        <pc:picChg chg="add del">
          <ac:chgData name="Simon Vincent" userId="ec4b5b03-53cd-4ef0-93ce-f00067d00fb4" providerId="ADAL" clId="{D1F170D2-7398-4584-AE52-C09508656B7F}" dt="2026-08-06T14:35:47.269" v="739" actId="22"/>
          <ac:picMkLst>
            <pc:docMk/>
            <pc:sldMk cId="2523577696" sldId="285"/>
            <ac:picMk id="64" creationId="{9021217B-E1C6-0C4D-CB6D-34B4D93B4DD5}"/>
          </ac:picMkLst>
        </pc:picChg>
      </pc:sldChg>
      <pc:sldChg chg="delSp modSp add del mod">
        <pc:chgData name="Simon Vincent" userId="ec4b5b03-53cd-4ef0-93ce-f00067d00fb4" providerId="ADAL" clId="{D1F170D2-7398-4584-AE52-C09508656B7F}" dt="2026-08-06T13:38:35.798" v="40" actId="47"/>
        <pc:sldMkLst>
          <pc:docMk/>
          <pc:sldMk cId="4168604492" sldId="286"/>
        </pc:sldMkLst>
        <pc:spChg chg="del">
          <ac:chgData name="Simon Vincent" userId="ec4b5b03-53cd-4ef0-93ce-f00067d00fb4" providerId="ADAL" clId="{D1F170D2-7398-4584-AE52-C09508656B7F}" dt="2026-08-06T13:37:54.281" v="1" actId="478"/>
          <ac:spMkLst>
            <pc:docMk/>
            <pc:sldMk cId="4168604492" sldId="286"/>
            <ac:spMk id="5" creationId="{D727CCCE-2877-DB4A-C62C-2F3F31AEF944}"/>
          </ac:spMkLst>
        </pc:spChg>
        <pc:spChg chg="del">
          <ac:chgData name="Simon Vincent" userId="ec4b5b03-53cd-4ef0-93ce-f00067d00fb4" providerId="ADAL" clId="{D1F170D2-7398-4584-AE52-C09508656B7F}" dt="2026-08-06T13:38:01.925" v="3" actId="478"/>
          <ac:spMkLst>
            <pc:docMk/>
            <pc:sldMk cId="4168604492" sldId="286"/>
            <ac:spMk id="7" creationId="{8C8BBB42-404E-697E-455D-7CBD671A2E3D}"/>
          </ac:spMkLst>
        </pc:spChg>
        <pc:spChg chg="del">
          <ac:chgData name="Simon Vincent" userId="ec4b5b03-53cd-4ef0-93ce-f00067d00fb4" providerId="ADAL" clId="{D1F170D2-7398-4584-AE52-C09508656B7F}" dt="2026-08-06T13:38:01.925" v="3" actId="478"/>
          <ac:spMkLst>
            <pc:docMk/>
            <pc:sldMk cId="4168604492" sldId="286"/>
            <ac:spMk id="8" creationId="{3E96200B-4F52-1AB8-8B9C-B8100154A794}"/>
          </ac:spMkLst>
        </pc:spChg>
        <pc:spChg chg="del">
          <ac:chgData name="Simon Vincent" userId="ec4b5b03-53cd-4ef0-93ce-f00067d00fb4" providerId="ADAL" clId="{D1F170D2-7398-4584-AE52-C09508656B7F}" dt="2026-08-06T13:38:01.925" v="3" actId="478"/>
          <ac:spMkLst>
            <pc:docMk/>
            <pc:sldMk cId="4168604492" sldId="286"/>
            <ac:spMk id="9" creationId="{67299E08-C3BD-EF46-FBEC-8A8FEE815621}"/>
          </ac:spMkLst>
        </pc:spChg>
        <pc:spChg chg="del">
          <ac:chgData name="Simon Vincent" userId="ec4b5b03-53cd-4ef0-93ce-f00067d00fb4" providerId="ADAL" clId="{D1F170D2-7398-4584-AE52-C09508656B7F}" dt="2026-08-06T13:38:09.312" v="6" actId="478"/>
          <ac:spMkLst>
            <pc:docMk/>
            <pc:sldMk cId="4168604492" sldId="286"/>
            <ac:spMk id="11" creationId="{2EA2D6BD-DF6A-7527-7CBE-B872514FF9A5}"/>
          </ac:spMkLst>
        </pc:spChg>
        <pc:spChg chg="del">
          <ac:chgData name="Simon Vincent" userId="ec4b5b03-53cd-4ef0-93ce-f00067d00fb4" providerId="ADAL" clId="{D1F170D2-7398-4584-AE52-C09508656B7F}" dt="2026-08-06T13:38:09.312" v="6" actId="478"/>
          <ac:spMkLst>
            <pc:docMk/>
            <pc:sldMk cId="4168604492" sldId="286"/>
            <ac:spMk id="12" creationId="{64D830D9-FD3D-AA68-75F3-D27621C13375}"/>
          </ac:spMkLst>
        </pc:spChg>
        <pc:spChg chg="del">
          <ac:chgData name="Simon Vincent" userId="ec4b5b03-53cd-4ef0-93ce-f00067d00fb4" providerId="ADAL" clId="{D1F170D2-7398-4584-AE52-C09508656B7F}" dt="2026-08-06T13:38:09.312" v="6" actId="478"/>
          <ac:spMkLst>
            <pc:docMk/>
            <pc:sldMk cId="4168604492" sldId="286"/>
            <ac:spMk id="14" creationId="{F5F2F69F-8FBF-A7B5-565D-267B12A05A16}"/>
          </ac:spMkLst>
        </pc:spChg>
        <pc:spChg chg="mod">
          <ac:chgData name="Simon Vincent" userId="ec4b5b03-53cd-4ef0-93ce-f00067d00fb4" providerId="ADAL" clId="{D1F170D2-7398-4584-AE52-C09508656B7F}" dt="2026-08-06T13:38:28.840" v="38" actId="14100"/>
          <ac:spMkLst>
            <pc:docMk/>
            <pc:sldMk cId="4168604492" sldId="286"/>
            <ac:spMk id="16" creationId="{ADA8E5FE-6503-4442-7630-1990B50854D3}"/>
          </ac:spMkLst>
        </pc:spChg>
        <pc:spChg chg="del">
          <ac:chgData name="Simon Vincent" userId="ec4b5b03-53cd-4ef0-93ce-f00067d00fb4" providerId="ADAL" clId="{D1F170D2-7398-4584-AE52-C09508656B7F}" dt="2026-08-06T13:38:01.925" v="3" actId="478"/>
          <ac:spMkLst>
            <pc:docMk/>
            <pc:sldMk cId="4168604492" sldId="286"/>
            <ac:spMk id="18" creationId="{DB0090EE-0451-4B3F-71C5-63801AAD447E}"/>
          </ac:spMkLst>
        </pc:spChg>
        <pc:spChg chg="del mod">
          <ac:chgData name="Simon Vincent" userId="ec4b5b03-53cd-4ef0-93ce-f00067d00fb4" providerId="ADAL" clId="{D1F170D2-7398-4584-AE52-C09508656B7F}" dt="2026-08-06T13:38:04.813" v="5" actId="478"/>
          <ac:spMkLst>
            <pc:docMk/>
            <pc:sldMk cId="4168604492" sldId="286"/>
            <ac:spMk id="20" creationId="{6CD7F2CB-525D-9191-F58B-158A97CEAF10}"/>
          </ac:spMkLst>
        </pc:spChg>
        <pc:spChg chg="del">
          <ac:chgData name="Simon Vincent" userId="ec4b5b03-53cd-4ef0-93ce-f00067d00fb4" providerId="ADAL" clId="{D1F170D2-7398-4584-AE52-C09508656B7F}" dt="2026-08-06T13:38:01.925" v="3" actId="478"/>
          <ac:spMkLst>
            <pc:docMk/>
            <pc:sldMk cId="4168604492" sldId="286"/>
            <ac:spMk id="25" creationId="{AF37C485-DF2C-D6D5-F5CB-99DAFEF14069}"/>
          </ac:spMkLst>
        </pc:spChg>
        <pc:spChg chg="del">
          <ac:chgData name="Simon Vincent" userId="ec4b5b03-53cd-4ef0-93ce-f00067d00fb4" providerId="ADAL" clId="{D1F170D2-7398-4584-AE52-C09508656B7F}" dt="2026-08-06T13:38:01.925" v="3" actId="478"/>
          <ac:spMkLst>
            <pc:docMk/>
            <pc:sldMk cId="4168604492" sldId="286"/>
            <ac:spMk id="26" creationId="{D7D66C9F-45EE-EFEA-28F8-E2210BC70355}"/>
          </ac:spMkLst>
        </pc:spChg>
        <pc:spChg chg="del">
          <ac:chgData name="Simon Vincent" userId="ec4b5b03-53cd-4ef0-93ce-f00067d00fb4" providerId="ADAL" clId="{D1F170D2-7398-4584-AE52-C09508656B7F}" dt="2026-08-06T13:37:54.281" v="1" actId="478"/>
          <ac:spMkLst>
            <pc:docMk/>
            <pc:sldMk cId="4168604492" sldId="286"/>
            <ac:spMk id="28" creationId="{07D67E72-60B8-1E29-AF52-EB42BDCA200F}"/>
          </ac:spMkLst>
        </pc:spChg>
        <pc:spChg chg="del">
          <ac:chgData name="Simon Vincent" userId="ec4b5b03-53cd-4ef0-93ce-f00067d00fb4" providerId="ADAL" clId="{D1F170D2-7398-4584-AE52-C09508656B7F}" dt="2026-08-06T13:37:54.281" v="1" actId="478"/>
          <ac:spMkLst>
            <pc:docMk/>
            <pc:sldMk cId="4168604492" sldId="286"/>
            <ac:spMk id="29" creationId="{668AD58C-7628-EC8A-D613-4B11EA053249}"/>
          </ac:spMkLst>
        </pc:spChg>
        <pc:spChg chg="del">
          <ac:chgData name="Simon Vincent" userId="ec4b5b03-53cd-4ef0-93ce-f00067d00fb4" providerId="ADAL" clId="{D1F170D2-7398-4584-AE52-C09508656B7F}" dt="2026-08-06T13:37:54.281" v="1" actId="478"/>
          <ac:spMkLst>
            <pc:docMk/>
            <pc:sldMk cId="4168604492" sldId="286"/>
            <ac:spMk id="30" creationId="{5D44A05C-7401-A960-9E97-D53A2479C55C}"/>
          </ac:spMkLst>
        </pc:spChg>
        <pc:spChg chg="del">
          <ac:chgData name="Simon Vincent" userId="ec4b5b03-53cd-4ef0-93ce-f00067d00fb4" providerId="ADAL" clId="{D1F170D2-7398-4584-AE52-C09508656B7F}" dt="2026-08-06T13:38:09.312" v="6" actId="478"/>
          <ac:spMkLst>
            <pc:docMk/>
            <pc:sldMk cId="4168604492" sldId="286"/>
            <ac:spMk id="34" creationId="{D46D0776-3561-F8D5-0B87-58A82B3BDFA7}"/>
          </ac:spMkLst>
        </pc:spChg>
        <pc:spChg chg="del">
          <ac:chgData name="Simon Vincent" userId="ec4b5b03-53cd-4ef0-93ce-f00067d00fb4" providerId="ADAL" clId="{D1F170D2-7398-4584-AE52-C09508656B7F}" dt="2026-08-06T13:38:09.312" v="6" actId="478"/>
          <ac:spMkLst>
            <pc:docMk/>
            <pc:sldMk cId="4168604492" sldId="286"/>
            <ac:spMk id="35" creationId="{49A5E2DF-1B97-E35C-FBD3-221632886879}"/>
          </ac:spMkLst>
        </pc:spChg>
        <pc:spChg chg="del">
          <ac:chgData name="Simon Vincent" userId="ec4b5b03-53cd-4ef0-93ce-f00067d00fb4" providerId="ADAL" clId="{D1F170D2-7398-4584-AE52-C09508656B7F}" dt="2026-08-06T13:38:09.312" v="6" actId="478"/>
          <ac:spMkLst>
            <pc:docMk/>
            <pc:sldMk cId="4168604492" sldId="286"/>
            <ac:spMk id="36" creationId="{AE06D66F-AC13-D87A-8C56-FE1E21576427}"/>
          </ac:spMkLst>
        </pc:spChg>
        <pc:spChg chg="del">
          <ac:chgData name="Simon Vincent" userId="ec4b5b03-53cd-4ef0-93ce-f00067d00fb4" providerId="ADAL" clId="{D1F170D2-7398-4584-AE52-C09508656B7F}" dt="2026-08-06T13:38:09.312" v="6" actId="478"/>
          <ac:spMkLst>
            <pc:docMk/>
            <pc:sldMk cId="4168604492" sldId="286"/>
            <ac:spMk id="38" creationId="{C602BF91-49CE-1C8F-21BC-49DE48007A22}"/>
          </ac:spMkLst>
        </pc:spChg>
        <pc:spChg chg="del">
          <ac:chgData name="Simon Vincent" userId="ec4b5b03-53cd-4ef0-93ce-f00067d00fb4" providerId="ADAL" clId="{D1F170D2-7398-4584-AE52-C09508656B7F}" dt="2026-08-06T13:38:09.312" v="6" actId="478"/>
          <ac:spMkLst>
            <pc:docMk/>
            <pc:sldMk cId="4168604492" sldId="286"/>
            <ac:spMk id="39" creationId="{2ED787C2-71FE-D7E9-44C4-9763DBFC1FBC}"/>
          </ac:spMkLst>
        </pc:spChg>
        <pc:spChg chg="del">
          <ac:chgData name="Simon Vincent" userId="ec4b5b03-53cd-4ef0-93ce-f00067d00fb4" providerId="ADAL" clId="{D1F170D2-7398-4584-AE52-C09508656B7F}" dt="2026-08-06T13:38:09.312" v="6" actId="478"/>
          <ac:spMkLst>
            <pc:docMk/>
            <pc:sldMk cId="4168604492" sldId="286"/>
            <ac:spMk id="42" creationId="{668D31D3-70C4-3B5F-FABE-A4A34793BD2D}"/>
          </ac:spMkLst>
        </pc:spChg>
        <pc:spChg chg="del">
          <ac:chgData name="Simon Vincent" userId="ec4b5b03-53cd-4ef0-93ce-f00067d00fb4" providerId="ADAL" clId="{D1F170D2-7398-4584-AE52-C09508656B7F}" dt="2026-08-06T13:38:01.925" v="3" actId="478"/>
          <ac:spMkLst>
            <pc:docMk/>
            <pc:sldMk cId="4168604492" sldId="286"/>
            <ac:spMk id="43" creationId="{0CED256F-1DFF-BBBD-9037-481F1A51893D}"/>
          </ac:spMkLst>
        </pc:spChg>
        <pc:spChg chg="del">
          <ac:chgData name="Simon Vincent" userId="ec4b5b03-53cd-4ef0-93ce-f00067d00fb4" providerId="ADAL" clId="{D1F170D2-7398-4584-AE52-C09508656B7F}" dt="2026-08-06T13:38:09.312" v="6" actId="478"/>
          <ac:spMkLst>
            <pc:docMk/>
            <pc:sldMk cId="4168604492" sldId="286"/>
            <ac:spMk id="44" creationId="{9B844FB4-A482-DAD5-8980-93EC1B4FD4F2}"/>
          </ac:spMkLst>
        </pc:spChg>
        <pc:spChg chg="del">
          <ac:chgData name="Simon Vincent" userId="ec4b5b03-53cd-4ef0-93ce-f00067d00fb4" providerId="ADAL" clId="{D1F170D2-7398-4584-AE52-C09508656B7F}" dt="2026-08-06T13:37:54.281" v="1" actId="478"/>
          <ac:spMkLst>
            <pc:docMk/>
            <pc:sldMk cId="4168604492" sldId="286"/>
            <ac:spMk id="47" creationId="{B9481B7A-19A4-9EB0-5892-5A0D06CB4A86}"/>
          </ac:spMkLst>
        </pc:spChg>
        <pc:spChg chg="del">
          <ac:chgData name="Simon Vincent" userId="ec4b5b03-53cd-4ef0-93ce-f00067d00fb4" providerId="ADAL" clId="{D1F170D2-7398-4584-AE52-C09508656B7F}" dt="2026-08-06T13:37:54.281" v="1" actId="478"/>
          <ac:spMkLst>
            <pc:docMk/>
            <pc:sldMk cId="4168604492" sldId="286"/>
            <ac:spMk id="57" creationId="{69D57B3C-A0CA-2B81-3362-E4644DAF0C25}"/>
          </ac:spMkLst>
        </pc:spChg>
        <pc:spChg chg="del">
          <ac:chgData name="Simon Vincent" userId="ec4b5b03-53cd-4ef0-93ce-f00067d00fb4" providerId="ADAL" clId="{D1F170D2-7398-4584-AE52-C09508656B7F}" dt="2026-08-06T13:38:01.925" v="3" actId="478"/>
          <ac:spMkLst>
            <pc:docMk/>
            <pc:sldMk cId="4168604492" sldId="286"/>
            <ac:spMk id="60" creationId="{E4DF730D-2CED-384B-9B4B-E228F295730C}"/>
          </ac:spMkLst>
        </pc:spChg>
        <pc:spChg chg="del">
          <ac:chgData name="Simon Vincent" userId="ec4b5b03-53cd-4ef0-93ce-f00067d00fb4" providerId="ADAL" clId="{D1F170D2-7398-4584-AE52-C09508656B7F}" dt="2026-08-06T13:38:01.925" v="3" actId="478"/>
          <ac:spMkLst>
            <pc:docMk/>
            <pc:sldMk cId="4168604492" sldId="286"/>
            <ac:spMk id="61" creationId="{1F8E8628-6D5E-9D3E-FD05-F5B3B8E09515}"/>
          </ac:spMkLst>
        </pc:spChg>
        <pc:spChg chg="del">
          <ac:chgData name="Simon Vincent" userId="ec4b5b03-53cd-4ef0-93ce-f00067d00fb4" providerId="ADAL" clId="{D1F170D2-7398-4584-AE52-C09508656B7F}" dt="2026-08-06T13:38:01.925" v="3" actId="478"/>
          <ac:spMkLst>
            <pc:docMk/>
            <pc:sldMk cId="4168604492" sldId="286"/>
            <ac:spMk id="63" creationId="{D6D66F9E-6D94-8841-5A70-1D452D8129C8}"/>
          </ac:spMkLst>
        </pc:spChg>
        <pc:spChg chg="del">
          <ac:chgData name="Simon Vincent" userId="ec4b5b03-53cd-4ef0-93ce-f00067d00fb4" providerId="ADAL" clId="{D1F170D2-7398-4584-AE52-C09508656B7F}" dt="2026-08-06T13:37:54.281" v="1" actId="478"/>
          <ac:spMkLst>
            <pc:docMk/>
            <pc:sldMk cId="4168604492" sldId="286"/>
            <ac:spMk id="65" creationId="{348F2E91-CE5C-472A-3A79-C8912DEF9FCD}"/>
          </ac:spMkLst>
        </pc:spChg>
        <pc:spChg chg="del">
          <ac:chgData name="Simon Vincent" userId="ec4b5b03-53cd-4ef0-93ce-f00067d00fb4" providerId="ADAL" clId="{D1F170D2-7398-4584-AE52-C09508656B7F}" dt="2026-08-06T13:37:54.281" v="1" actId="478"/>
          <ac:spMkLst>
            <pc:docMk/>
            <pc:sldMk cId="4168604492" sldId="286"/>
            <ac:spMk id="85" creationId="{7BBC04A6-8E9F-5BC9-7125-0A59DB48A3D1}"/>
          </ac:spMkLst>
        </pc:spChg>
        <pc:spChg chg="del">
          <ac:chgData name="Simon Vincent" userId="ec4b5b03-53cd-4ef0-93ce-f00067d00fb4" providerId="ADAL" clId="{D1F170D2-7398-4584-AE52-C09508656B7F}" dt="2026-08-06T13:37:54.281" v="1" actId="478"/>
          <ac:spMkLst>
            <pc:docMk/>
            <pc:sldMk cId="4168604492" sldId="286"/>
            <ac:spMk id="134" creationId="{4902D9B7-0C45-CBF8-7997-631413200B15}"/>
          </ac:spMkLst>
        </pc:spChg>
        <pc:spChg chg="del">
          <ac:chgData name="Simon Vincent" userId="ec4b5b03-53cd-4ef0-93ce-f00067d00fb4" providerId="ADAL" clId="{D1F170D2-7398-4584-AE52-C09508656B7F}" dt="2026-08-06T13:37:54.281" v="1" actId="478"/>
          <ac:spMkLst>
            <pc:docMk/>
            <pc:sldMk cId="4168604492" sldId="286"/>
            <ac:spMk id="148" creationId="{CBCB3007-F7B5-C1E9-D90A-AD0F4D6F9F18}"/>
          </ac:spMkLst>
        </pc:spChg>
        <pc:picChg chg="del">
          <ac:chgData name="Simon Vincent" userId="ec4b5b03-53cd-4ef0-93ce-f00067d00fb4" providerId="ADAL" clId="{D1F170D2-7398-4584-AE52-C09508656B7F}" dt="2026-08-06T13:37:55.419" v="2" actId="478"/>
          <ac:picMkLst>
            <pc:docMk/>
            <pc:sldMk cId="4168604492" sldId="286"/>
            <ac:picMk id="32" creationId="{B2E58C90-1257-E368-0D62-FAC75E68F0B5}"/>
          </ac:picMkLst>
        </pc:picChg>
      </pc:sldChg>
      <pc:sldChg chg="addSp delSp modSp add mod">
        <pc:chgData name="Simon Vincent" userId="ec4b5b03-53cd-4ef0-93ce-f00067d00fb4" providerId="ADAL" clId="{D1F170D2-7398-4584-AE52-C09508656B7F}" dt="2026-08-06T15:19:15.089" v="1401" actId="478"/>
        <pc:sldMkLst>
          <pc:docMk/>
          <pc:sldMk cId="1346724417" sldId="388"/>
        </pc:sldMkLst>
        <pc:spChg chg="mod">
          <ac:chgData name="Simon Vincent" userId="ec4b5b03-53cd-4ef0-93ce-f00067d00fb4" providerId="ADAL" clId="{D1F170D2-7398-4584-AE52-C09508656B7F}" dt="2026-08-06T15:15:21.485" v="1359" actId="1076"/>
          <ac:spMkLst>
            <pc:docMk/>
            <pc:sldMk cId="1346724417" sldId="388"/>
            <ac:spMk id="2" creationId="{8BFBF433-0918-530A-8B91-47878686AC88}"/>
          </ac:spMkLst>
        </pc:spChg>
        <pc:spChg chg="mod">
          <ac:chgData name="Simon Vincent" userId="ec4b5b03-53cd-4ef0-93ce-f00067d00fb4" providerId="ADAL" clId="{D1F170D2-7398-4584-AE52-C09508656B7F}" dt="2026-08-06T13:41:14.671" v="143" actId="1076"/>
          <ac:spMkLst>
            <pc:docMk/>
            <pc:sldMk cId="1346724417" sldId="388"/>
            <ac:spMk id="9" creationId="{BB93D1E6-CA80-0EEA-D782-CD8109BA9C7E}"/>
          </ac:spMkLst>
        </pc:spChg>
        <pc:spChg chg="del mod">
          <ac:chgData name="Simon Vincent" userId="ec4b5b03-53cd-4ef0-93ce-f00067d00fb4" providerId="ADAL" clId="{D1F170D2-7398-4584-AE52-C09508656B7F}" dt="2026-08-06T14:04:54.399" v="268" actId="478"/>
          <ac:spMkLst>
            <pc:docMk/>
            <pc:sldMk cId="1346724417" sldId="388"/>
            <ac:spMk id="18" creationId="{36522590-C30A-8E44-4239-8CE903FDB438}"/>
          </ac:spMkLst>
        </pc:spChg>
        <pc:spChg chg="add del">
          <ac:chgData name="Simon Vincent" userId="ec4b5b03-53cd-4ef0-93ce-f00067d00fb4" providerId="ADAL" clId="{D1F170D2-7398-4584-AE52-C09508656B7F}" dt="2026-08-06T13:42:44.849" v="157" actId="478"/>
          <ac:spMkLst>
            <pc:docMk/>
            <pc:sldMk cId="1346724417" sldId="388"/>
            <ac:spMk id="19" creationId="{403454C1-8EA4-5918-0504-3CC14CB488AE}"/>
          </ac:spMkLst>
        </pc:spChg>
        <pc:spChg chg="del">
          <ac:chgData name="Simon Vincent" userId="ec4b5b03-53cd-4ef0-93ce-f00067d00fb4" providerId="ADAL" clId="{D1F170D2-7398-4584-AE52-C09508656B7F}" dt="2026-08-06T13:38:49.574" v="44" actId="478"/>
          <ac:spMkLst>
            <pc:docMk/>
            <pc:sldMk cId="1346724417" sldId="388"/>
            <ac:spMk id="21" creationId="{837CD625-6CA7-34C4-3415-9F28FD300140}"/>
          </ac:spMkLst>
        </pc:spChg>
        <pc:spChg chg="del">
          <ac:chgData name="Simon Vincent" userId="ec4b5b03-53cd-4ef0-93ce-f00067d00fb4" providerId="ADAL" clId="{D1F170D2-7398-4584-AE52-C09508656B7F}" dt="2026-08-06T13:38:55.118" v="45" actId="478"/>
          <ac:spMkLst>
            <pc:docMk/>
            <pc:sldMk cId="1346724417" sldId="388"/>
            <ac:spMk id="23" creationId="{232B5461-F5ED-9DBB-9813-0B2EAD9B4C80}"/>
          </ac:spMkLst>
        </pc:spChg>
        <pc:spChg chg="del">
          <ac:chgData name="Simon Vincent" userId="ec4b5b03-53cd-4ef0-93ce-f00067d00fb4" providerId="ADAL" clId="{D1F170D2-7398-4584-AE52-C09508656B7F}" dt="2026-08-06T13:38:43.832" v="42" actId="478"/>
          <ac:spMkLst>
            <pc:docMk/>
            <pc:sldMk cId="1346724417" sldId="388"/>
            <ac:spMk id="24" creationId="{FF95D38E-ABEF-631D-1F93-8BD9A39C8E67}"/>
          </ac:spMkLst>
        </pc:spChg>
        <pc:spChg chg="del">
          <ac:chgData name="Simon Vincent" userId="ec4b5b03-53cd-4ef0-93ce-f00067d00fb4" providerId="ADAL" clId="{D1F170D2-7398-4584-AE52-C09508656B7F}" dt="2026-08-06T13:39:35.002" v="71" actId="478"/>
          <ac:spMkLst>
            <pc:docMk/>
            <pc:sldMk cId="1346724417" sldId="388"/>
            <ac:spMk id="27" creationId="{F7FA8E21-2BDC-EA79-3F32-891FAB1FFDED}"/>
          </ac:spMkLst>
        </pc:spChg>
        <pc:spChg chg="mod">
          <ac:chgData name="Simon Vincent" userId="ec4b5b03-53cd-4ef0-93ce-f00067d00fb4" providerId="ADAL" clId="{D1F170D2-7398-4584-AE52-C09508656B7F}" dt="2026-08-06T13:42:42.812" v="151" actId="27636"/>
          <ac:spMkLst>
            <pc:docMk/>
            <pc:sldMk cId="1346724417" sldId="388"/>
            <ac:spMk id="33" creationId="{EBFB205B-2C5D-59D9-175D-C92D68821472}"/>
          </ac:spMkLst>
        </pc:spChg>
        <pc:spChg chg="add del">
          <ac:chgData name="Simon Vincent" userId="ec4b5b03-53cd-4ef0-93ce-f00067d00fb4" providerId="ADAL" clId="{D1F170D2-7398-4584-AE52-C09508656B7F}" dt="2026-08-06T13:42:44.849" v="157" actId="478"/>
          <ac:spMkLst>
            <pc:docMk/>
            <pc:sldMk cId="1346724417" sldId="388"/>
            <ac:spMk id="36" creationId="{C4C2D58B-2F4A-F990-F9DB-48B6ECBF3751}"/>
          </ac:spMkLst>
        </pc:spChg>
        <pc:spChg chg="mod">
          <ac:chgData name="Simon Vincent" userId="ec4b5b03-53cd-4ef0-93ce-f00067d00fb4" providerId="ADAL" clId="{D1F170D2-7398-4584-AE52-C09508656B7F}" dt="2026-08-06T13:42:42.788" v="145" actId="27636"/>
          <ac:spMkLst>
            <pc:docMk/>
            <pc:sldMk cId="1346724417" sldId="388"/>
            <ac:spMk id="39" creationId="{EF064817-8C1F-9C3B-4DCB-291BFBDE47D7}"/>
          </ac:spMkLst>
        </pc:spChg>
        <pc:spChg chg="add del">
          <ac:chgData name="Simon Vincent" userId="ec4b5b03-53cd-4ef0-93ce-f00067d00fb4" providerId="ADAL" clId="{D1F170D2-7398-4584-AE52-C09508656B7F}" dt="2026-08-06T13:42:44.849" v="157" actId="478"/>
          <ac:spMkLst>
            <pc:docMk/>
            <pc:sldMk cId="1346724417" sldId="388"/>
            <ac:spMk id="41" creationId="{C9E4B808-5FB7-2A62-3984-86E553CE2925}"/>
          </ac:spMkLst>
        </pc:spChg>
        <pc:spChg chg="add del mod">
          <ac:chgData name="Simon Vincent" userId="ec4b5b03-53cd-4ef0-93ce-f00067d00fb4" providerId="ADAL" clId="{D1F170D2-7398-4584-AE52-C09508656B7F}" dt="2026-08-06T13:42:44.849" v="157" actId="478"/>
          <ac:spMkLst>
            <pc:docMk/>
            <pc:sldMk cId="1346724417" sldId="388"/>
            <ac:spMk id="43" creationId="{E4772969-9BEE-68F6-2A45-2D9E3D150D68}"/>
          </ac:spMkLst>
        </pc:spChg>
        <pc:spChg chg="mod">
          <ac:chgData name="Simon Vincent" userId="ec4b5b03-53cd-4ef0-93ce-f00067d00fb4" providerId="ADAL" clId="{D1F170D2-7398-4584-AE52-C09508656B7F}" dt="2026-08-06T13:42:42.803" v="150" actId="27636"/>
          <ac:spMkLst>
            <pc:docMk/>
            <pc:sldMk cId="1346724417" sldId="388"/>
            <ac:spMk id="47" creationId="{24B06FC3-8CA7-03E5-907E-DAC5191E71BC}"/>
          </ac:spMkLst>
        </pc:spChg>
        <pc:spChg chg="add del mod">
          <ac:chgData name="Simon Vincent" userId="ec4b5b03-53cd-4ef0-93ce-f00067d00fb4" providerId="ADAL" clId="{D1F170D2-7398-4584-AE52-C09508656B7F}" dt="2026-08-06T13:42:44.849" v="157" actId="478"/>
          <ac:spMkLst>
            <pc:docMk/>
            <pc:sldMk cId="1346724417" sldId="388"/>
            <ac:spMk id="51" creationId="{30A0A8DB-3ACF-AE67-637F-7F88468B699F}"/>
          </ac:spMkLst>
        </pc:spChg>
        <pc:spChg chg="add del mod">
          <ac:chgData name="Simon Vincent" userId="ec4b5b03-53cd-4ef0-93ce-f00067d00fb4" providerId="ADAL" clId="{D1F170D2-7398-4584-AE52-C09508656B7F}" dt="2026-08-06T13:42:44.849" v="157" actId="478"/>
          <ac:spMkLst>
            <pc:docMk/>
            <pc:sldMk cId="1346724417" sldId="388"/>
            <ac:spMk id="55" creationId="{841AAD47-E4D6-04C7-A293-7A2CFD15BED7}"/>
          </ac:spMkLst>
        </pc:spChg>
        <pc:spChg chg="add del mod">
          <ac:chgData name="Simon Vincent" userId="ec4b5b03-53cd-4ef0-93ce-f00067d00fb4" providerId="ADAL" clId="{D1F170D2-7398-4584-AE52-C09508656B7F}" dt="2026-08-06T13:42:44.849" v="157" actId="478"/>
          <ac:spMkLst>
            <pc:docMk/>
            <pc:sldMk cId="1346724417" sldId="388"/>
            <ac:spMk id="59" creationId="{7325C2AC-95CC-B10C-7895-12E360232BC1}"/>
          </ac:spMkLst>
        </pc:spChg>
        <pc:spChg chg="add del mod">
          <ac:chgData name="Simon Vincent" userId="ec4b5b03-53cd-4ef0-93ce-f00067d00fb4" providerId="ADAL" clId="{D1F170D2-7398-4584-AE52-C09508656B7F}" dt="2026-08-06T13:42:44.849" v="157" actId="478"/>
          <ac:spMkLst>
            <pc:docMk/>
            <pc:sldMk cId="1346724417" sldId="388"/>
            <ac:spMk id="61" creationId="{35DA989C-01CD-8C25-4433-B942CE63F03D}"/>
          </ac:spMkLst>
        </pc:spChg>
        <pc:spChg chg="add del mod">
          <ac:chgData name="Simon Vincent" userId="ec4b5b03-53cd-4ef0-93ce-f00067d00fb4" providerId="ADAL" clId="{D1F170D2-7398-4584-AE52-C09508656B7F}" dt="2026-08-06T13:42:44.849" v="157" actId="478"/>
          <ac:spMkLst>
            <pc:docMk/>
            <pc:sldMk cId="1346724417" sldId="388"/>
            <ac:spMk id="63" creationId="{0AD059F4-5415-14ED-447A-E2FE45DB04E2}"/>
          </ac:spMkLst>
        </pc:spChg>
        <pc:spChg chg="add del mod">
          <ac:chgData name="Simon Vincent" userId="ec4b5b03-53cd-4ef0-93ce-f00067d00fb4" providerId="ADAL" clId="{D1F170D2-7398-4584-AE52-C09508656B7F}" dt="2026-08-06T13:42:44.849" v="157" actId="478"/>
          <ac:spMkLst>
            <pc:docMk/>
            <pc:sldMk cId="1346724417" sldId="388"/>
            <ac:spMk id="67" creationId="{B4611C2A-DBF2-D5E1-8054-B0E44D3D3B03}"/>
          </ac:spMkLst>
        </pc:spChg>
        <pc:spChg chg="mod">
          <ac:chgData name="Simon Vincent" userId="ec4b5b03-53cd-4ef0-93ce-f00067d00fb4" providerId="ADAL" clId="{D1F170D2-7398-4584-AE52-C09508656B7F}" dt="2026-08-06T13:42:42.814" v="152" actId="27636"/>
          <ac:spMkLst>
            <pc:docMk/>
            <pc:sldMk cId="1346724417" sldId="388"/>
            <ac:spMk id="71" creationId="{C4FEF7D7-22DA-9164-1AE1-6AAD4A52C83C}"/>
          </ac:spMkLst>
        </pc:spChg>
        <pc:spChg chg="mod">
          <ac:chgData name="Simon Vincent" userId="ec4b5b03-53cd-4ef0-93ce-f00067d00fb4" providerId="ADAL" clId="{D1F170D2-7398-4584-AE52-C09508656B7F}" dt="2026-08-06T13:42:42.793" v="147" actId="27636"/>
          <ac:spMkLst>
            <pc:docMk/>
            <pc:sldMk cId="1346724417" sldId="388"/>
            <ac:spMk id="75" creationId="{A97EE00E-C38F-56C5-0188-4E74D952F869}"/>
          </ac:spMkLst>
        </pc:spChg>
        <pc:spChg chg="add mod">
          <ac:chgData name="Simon Vincent" userId="ec4b5b03-53cd-4ef0-93ce-f00067d00fb4" providerId="ADAL" clId="{D1F170D2-7398-4584-AE52-C09508656B7F}" dt="2026-08-06T13:44:03.490" v="166" actId="1076"/>
          <ac:spMkLst>
            <pc:docMk/>
            <pc:sldMk cId="1346724417" sldId="388"/>
            <ac:spMk id="77" creationId="{C2B7E406-B26F-9EDA-9AB1-81834581C8FA}"/>
          </ac:spMkLst>
        </pc:spChg>
        <pc:spChg chg="add mod">
          <ac:chgData name="Simon Vincent" userId="ec4b5b03-53cd-4ef0-93ce-f00067d00fb4" providerId="ADAL" clId="{D1F170D2-7398-4584-AE52-C09508656B7F}" dt="2026-08-06T13:44:03.490" v="166" actId="1076"/>
          <ac:spMkLst>
            <pc:docMk/>
            <pc:sldMk cId="1346724417" sldId="388"/>
            <ac:spMk id="82" creationId="{6AD8A84C-FEFE-B5BE-1270-05F2B62F9942}"/>
          </ac:spMkLst>
        </pc:spChg>
        <pc:spChg chg="add mod">
          <ac:chgData name="Simon Vincent" userId="ec4b5b03-53cd-4ef0-93ce-f00067d00fb4" providerId="ADAL" clId="{D1F170D2-7398-4584-AE52-C09508656B7F}" dt="2026-08-06T13:43:59.069" v="165" actId="1076"/>
          <ac:spMkLst>
            <pc:docMk/>
            <pc:sldMk cId="1346724417" sldId="388"/>
            <ac:spMk id="83" creationId="{F231DA27-D740-26A9-9061-5A81111CD1CD}"/>
          </ac:spMkLst>
        </pc:spChg>
        <pc:spChg chg="add mod">
          <ac:chgData name="Simon Vincent" userId="ec4b5b03-53cd-4ef0-93ce-f00067d00fb4" providerId="ADAL" clId="{D1F170D2-7398-4584-AE52-C09508656B7F}" dt="2026-08-06T13:44:03.490" v="166" actId="1076"/>
          <ac:spMkLst>
            <pc:docMk/>
            <pc:sldMk cId="1346724417" sldId="388"/>
            <ac:spMk id="84" creationId="{B835B76B-EE5D-2CDC-F05F-036053DF6AFD}"/>
          </ac:spMkLst>
        </pc:spChg>
        <pc:spChg chg="add mod">
          <ac:chgData name="Simon Vincent" userId="ec4b5b03-53cd-4ef0-93ce-f00067d00fb4" providerId="ADAL" clId="{D1F170D2-7398-4584-AE52-C09508656B7F}" dt="2026-08-06T13:44:03.490" v="166" actId="1076"/>
          <ac:spMkLst>
            <pc:docMk/>
            <pc:sldMk cId="1346724417" sldId="388"/>
            <ac:spMk id="85" creationId="{08344EF7-5252-A1B2-FB5F-CB49CB1FF73C}"/>
          </ac:spMkLst>
        </pc:spChg>
        <pc:spChg chg="add mod">
          <ac:chgData name="Simon Vincent" userId="ec4b5b03-53cd-4ef0-93ce-f00067d00fb4" providerId="ADAL" clId="{D1F170D2-7398-4584-AE52-C09508656B7F}" dt="2026-08-06T13:44:03.490" v="166" actId="1076"/>
          <ac:spMkLst>
            <pc:docMk/>
            <pc:sldMk cId="1346724417" sldId="388"/>
            <ac:spMk id="86" creationId="{79CAB227-04B0-FBC4-871F-297F3F2800D0}"/>
          </ac:spMkLst>
        </pc:spChg>
        <pc:spChg chg="add mod">
          <ac:chgData name="Simon Vincent" userId="ec4b5b03-53cd-4ef0-93ce-f00067d00fb4" providerId="ADAL" clId="{D1F170D2-7398-4584-AE52-C09508656B7F}" dt="2026-08-06T13:44:04.193" v="168"/>
          <ac:spMkLst>
            <pc:docMk/>
            <pc:sldMk cId="1346724417" sldId="388"/>
            <ac:spMk id="87" creationId="{F891D18E-315B-4003-67C6-410EA073FDE3}"/>
          </ac:spMkLst>
        </pc:spChg>
        <pc:spChg chg="add mod">
          <ac:chgData name="Simon Vincent" userId="ec4b5b03-53cd-4ef0-93ce-f00067d00fb4" providerId="ADAL" clId="{D1F170D2-7398-4584-AE52-C09508656B7F}" dt="2026-08-06T13:44:04.193" v="168"/>
          <ac:spMkLst>
            <pc:docMk/>
            <pc:sldMk cId="1346724417" sldId="388"/>
            <ac:spMk id="89" creationId="{9B02B807-1E6B-D02A-AD04-C01E35F894EF}"/>
          </ac:spMkLst>
        </pc:spChg>
        <pc:spChg chg="mod">
          <ac:chgData name="Simon Vincent" userId="ec4b5b03-53cd-4ef0-93ce-f00067d00fb4" providerId="ADAL" clId="{D1F170D2-7398-4584-AE52-C09508656B7F}" dt="2026-08-06T13:44:04.193" v="168"/>
          <ac:spMkLst>
            <pc:docMk/>
            <pc:sldMk cId="1346724417" sldId="388"/>
            <ac:spMk id="91" creationId="{F6066F8F-EF0C-1DDC-8B62-DDF9C105BF0D}"/>
          </ac:spMkLst>
        </pc:spChg>
        <pc:spChg chg="mod">
          <ac:chgData name="Simon Vincent" userId="ec4b5b03-53cd-4ef0-93ce-f00067d00fb4" providerId="ADAL" clId="{D1F170D2-7398-4584-AE52-C09508656B7F}" dt="2026-08-06T13:44:04.193" v="168"/>
          <ac:spMkLst>
            <pc:docMk/>
            <pc:sldMk cId="1346724417" sldId="388"/>
            <ac:spMk id="93" creationId="{5DA4E3C2-DEBF-256E-9960-F4E43A064143}"/>
          </ac:spMkLst>
        </pc:spChg>
        <pc:spChg chg="mod">
          <ac:chgData name="Simon Vincent" userId="ec4b5b03-53cd-4ef0-93ce-f00067d00fb4" providerId="ADAL" clId="{D1F170D2-7398-4584-AE52-C09508656B7F}" dt="2026-08-06T13:44:04.193" v="168"/>
          <ac:spMkLst>
            <pc:docMk/>
            <pc:sldMk cId="1346724417" sldId="388"/>
            <ac:spMk id="95" creationId="{E17D935A-D29E-20C4-B80E-380F0C7679E0}"/>
          </ac:spMkLst>
        </pc:spChg>
        <pc:spChg chg="add mod">
          <ac:chgData name="Simon Vincent" userId="ec4b5b03-53cd-4ef0-93ce-f00067d00fb4" providerId="ADAL" clId="{D1F170D2-7398-4584-AE52-C09508656B7F}" dt="2026-08-06T13:44:04.193" v="168"/>
          <ac:spMkLst>
            <pc:docMk/>
            <pc:sldMk cId="1346724417" sldId="388"/>
            <ac:spMk id="97" creationId="{FD1A947C-6D77-E89B-1AB1-5E53E1C9C6B8}"/>
          </ac:spMkLst>
        </pc:spChg>
        <pc:spChg chg="add mod">
          <ac:chgData name="Simon Vincent" userId="ec4b5b03-53cd-4ef0-93ce-f00067d00fb4" providerId="ADAL" clId="{D1F170D2-7398-4584-AE52-C09508656B7F}" dt="2026-08-06T13:44:03.490" v="166" actId="1076"/>
          <ac:spMkLst>
            <pc:docMk/>
            <pc:sldMk cId="1346724417" sldId="388"/>
            <ac:spMk id="98" creationId="{D59D0DFD-5D4B-3A01-9690-D3F64294E1D4}"/>
          </ac:spMkLst>
        </pc:spChg>
        <pc:spChg chg="mod">
          <ac:chgData name="Simon Vincent" userId="ec4b5b03-53cd-4ef0-93ce-f00067d00fb4" providerId="ADAL" clId="{D1F170D2-7398-4584-AE52-C09508656B7F}" dt="2026-08-06T13:44:04.193" v="168"/>
          <ac:spMkLst>
            <pc:docMk/>
            <pc:sldMk cId="1346724417" sldId="388"/>
            <ac:spMk id="100" creationId="{DFC4AA0D-4BCA-0965-8E7F-20512BF7DD4A}"/>
          </ac:spMkLst>
        </pc:spChg>
        <pc:spChg chg="add del mod">
          <ac:chgData name="Simon Vincent" userId="ec4b5b03-53cd-4ef0-93ce-f00067d00fb4" providerId="ADAL" clId="{D1F170D2-7398-4584-AE52-C09508656B7F}" dt="2026-08-06T13:47:14.779" v="195" actId="478"/>
          <ac:spMkLst>
            <pc:docMk/>
            <pc:sldMk cId="1346724417" sldId="388"/>
            <ac:spMk id="109" creationId="{C9A7334F-712B-F8A0-A38A-2B8D70CB9E9D}"/>
          </ac:spMkLst>
        </pc:spChg>
        <pc:spChg chg="add del mod">
          <ac:chgData name="Simon Vincent" userId="ec4b5b03-53cd-4ef0-93ce-f00067d00fb4" providerId="ADAL" clId="{D1F170D2-7398-4584-AE52-C09508656B7F}" dt="2026-08-06T13:47:11.489" v="194" actId="478"/>
          <ac:spMkLst>
            <pc:docMk/>
            <pc:sldMk cId="1346724417" sldId="388"/>
            <ac:spMk id="111" creationId="{A233FB6E-762A-1B05-D831-5B81ED13A227}"/>
          </ac:spMkLst>
        </pc:spChg>
        <pc:spChg chg="add mod">
          <ac:chgData name="Simon Vincent" userId="ec4b5b03-53cd-4ef0-93ce-f00067d00fb4" providerId="ADAL" clId="{D1F170D2-7398-4584-AE52-C09508656B7F}" dt="2026-08-06T13:49:20.425" v="210" actId="1076"/>
          <ac:spMkLst>
            <pc:docMk/>
            <pc:sldMk cId="1346724417" sldId="388"/>
            <ac:spMk id="113" creationId="{D173AC57-9F7A-F5DC-E189-0EB50DEFD8F1}"/>
          </ac:spMkLst>
        </pc:spChg>
        <pc:spChg chg="add mod">
          <ac:chgData name="Simon Vincent" userId="ec4b5b03-53cd-4ef0-93ce-f00067d00fb4" providerId="ADAL" clId="{D1F170D2-7398-4584-AE52-C09508656B7F}" dt="2026-08-06T13:49:20.425" v="210" actId="1076"/>
          <ac:spMkLst>
            <pc:docMk/>
            <pc:sldMk cId="1346724417" sldId="388"/>
            <ac:spMk id="115" creationId="{EA0DC7F0-CE5F-B583-8E34-0BD0C6A5D099}"/>
          </ac:spMkLst>
        </pc:spChg>
        <pc:spChg chg="add mod">
          <ac:chgData name="Simon Vincent" userId="ec4b5b03-53cd-4ef0-93ce-f00067d00fb4" providerId="ADAL" clId="{D1F170D2-7398-4584-AE52-C09508656B7F}" dt="2026-08-06T13:49:38.150" v="211" actId="1076"/>
          <ac:spMkLst>
            <pc:docMk/>
            <pc:sldMk cId="1346724417" sldId="388"/>
            <ac:spMk id="117" creationId="{8646F211-243A-70A1-A4BC-5FF37F9E56E1}"/>
          </ac:spMkLst>
        </pc:spChg>
        <pc:spChg chg="add mod">
          <ac:chgData name="Simon Vincent" userId="ec4b5b03-53cd-4ef0-93ce-f00067d00fb4" providerId="ADAL" clId="{D1F170D2-7398-4584-AE52-C09508656B7F}" dt="2026-08-06T13:49:38.150" v="211" actId="1076"/>
          <ac:spMkLst>
            <pc:docMk/>
            <pc:sldMk cId="1346724417" sldId="388"/>
            <ac:spMk id="119" creationId="{74977EDE-336C-31F6-ED1D-3EA31F11ECB0}"/>
          </ac:spMkLst>
        </pc:spChg>
        <pc:spChg chg="add mod">
          <ac:chgData name="Simon Vincent" userId="ec4b5b03-53cd-4ef0-93ce-f00067d00fb4" providerId="ADAL" clId="{D1F170D2-7398-4584-AE52-C09508656B7F}" dt="2026-08-06T13:49:02.576" v="209" actId="1076"/>
          <ac:spMkLst>
            <pc:docMk/>
            <pc:sldMk cId="1346724417" sldId="388"/>
            <ac:spMk id="121" creationId="{314F6C4F-4DB4-E38B-12DB-6CDA54DF359B}"/>
          </ac:spMkLst>
        </pc:spChg>
        <pc:spChg chg="add mod">
          <ac:chgData name="Simon Vincent" userId="ec4b5b03-53cd-4ef0-93ce-f00067d00fb4" providerId="ADAL" clId="{D1F170D2-7398-4584-AE52-C09508656B7F}" dt="2026-08-06T13:49:02.576" v="209" actId="1076"/>
          <ac:spMkLst>
            <pc:docMk/>
            <pc:sldMk cId="1346724417" sldId="388"/>
            <ac:spMk id="123" creationId="{6EC980E1-6C52-CE7D-4E85-3F09AB32F657}"/>
          </ac:spMkLst>
        </pc:spChg>
        <pc:spChg chg="add mod">
          <ac:chgData name="Simon Vincent" userId="ec4b5b03-53cd-4ef0-93ce-f00067d00fb4" providerId="ADAL" clId="{D1F170D2-7398-4584-AE52-C09508656B7F}" dt="2026-08-06T13:48:56.447" v="208" actId="1076"/>
          <ac:spMkLst>
            <pc:docMk/>
            <pc:sldMk cId="1346724417" sldId="388"/>
            <ac:spMk id="125" creationId="{F5450125-CA82-1903-3117-B12A94C31F53}"/>
          </ac:spMkLst>
        </pc:spChg>
        <pc:spChg chg="add mod">
          <ac:chgData name="Simon Vincent" userId="ec4b5b03-53cd-4ef0-93ce-f00067d00fb4" providerId="ADAL" clId="{D1F170D2-7398-4584-AE52-C09508656B7F}" dt="2026-08-06T13:48:56.447" v="208" actId="1076"/>
          <ac:spMkLst>
            <pc:docMk/>
            <pc:sldMk cId="1346724417" sldId="388"/>
            <ac:spMk id="127" creationId="{27CE9AEA-E7CD-9023-1B1E-2FE0C1CDDEC0}"/>
          </ac:spMkLst>
        </pc:spChg>
        <pc:spChg chg="add mod">
          <ac:chgData name="Simon Vincent" userId="ec4b5b03-53cd-4ef0-93ce-f00067d00fb4" providerId="ADAL" clId="{D1F170D2-7398-4584-AE52-C09508656B7F}" dt="2026-08-06T13:48:43.289" v="207" actId="1076"/>
          <ac:spMkLst>
            <pc:docMk/>
            <pc:sldMk cId="1346724417" sldId="388"/>
            <ac:spMk id="129" creationId="{A9541293-0500-A15B-B09E-BF6934E34F7A}"/>
          </ac:spMkLst>
        </pc:spChg>
        <pc:spChg chg="add mod">
          <ac:chgData name="Simon Vincent" userId="ec4b5b03-53cd-4ef0-93ce-f00067d00fb4" providerId="ADAL" clId="{D1F170D2-7398-4584-AE52-C09508656B7F}" dt="2026-08-06T13:48:43.289" v="207" actId="1076"/>
          <ac:spMkLst>
            <pc:docMk/>
            <pc:sldMk cId="1346724417" sldId="388"/>
            <ac:spMk id="131" creationId="{A3D92DE0-EA50-9798-CEAD-0D53AB66BD95}"/>
          </ac:spMkLst>
        </pc:spChg>
        <pc:spChg chg="add mod">
          <ac:chgData name="Simon Vincent" userId="ec4b5b03-53cd-4ef0-93ce-f00067d00fb4" providerId="ADAL" clId="{D1F170D2-7398-4584-AE52-C09508656B7F}" dt="2026-08-06T13:50:03.069" v="217" actId="20577"/>
          <ac:spMkLst>
            <pc:docMk/>
            <pc:sldMk cId="1346724417" sldId="388"/>
            <ac:spMk id="133" creationId="{8AF30C56-AF8B-DBEE-5A11-D29DC1312202}"/>
          </ac:spMkLst>
        </pc:spChg>
        <pc:spChg chg="add mod">
          <ac:chgData name="Simon Vincent" userId="ec4b5b03-53cd-4ef0-93ce-f00067d00fb4" providerId="ADAL" clId="{D1F170D2-7398-4584-AE52-C09508656B7F}" dt="2026-08-06T13:51:44.143" v="227" actId="20577"/>
          <ac:spMkLst>
            <pc:docMk/>
            <pc:sldMk cId="1346724417" sldId="388"/>
            <ac:spMk id="135" creationId="{28C6842D-3BBB-D8CD-C0AB-C0257C473EBF}"/>
          </ac:spMkLst>
        </pc:spChg>
        <pc:spChg chg="add del mod">
          <ac:chgData name="Simon Vincent" userId="ec4b5b03-53cd-4ef0-93ce-f00067d00fb4" providerId="ADAL" clId="{D1F170D2-7398-4584-AE52-C09508656B7F}" dt="2026-08-06T13:57:11.708" v="252" actId="478"/>
          <ac:spMkLst>
            <pc:docMk/>
            <pc:sldMk cId="1346724417" sldId="388"/>
            <ac:spMk id="138" creationId="{2B5B8D1E-0B41-E7BA-0794-28A50C59FB78}"/>
          </ac:spMkLst>
        </pc:spChg>
        <pc:spChg chg="del">
          <ac:chgData name="Simon Vincent" userId="ec4b5b03-53cd-4ef0-93ce-f00067d00fb4" providerId="ADAL" clId="{D1F170D2-7398-4584-AE52-C09508656B7F}" dt="2026-08-06T13:57:03.277" v="251" actId="478"/>
          <ac:spMkLst>
            <pc:docMk/>
            <pc:sldMk cId="1346724417" sldId="388"/>
            <ac:spMk id="144" creationId="{B2FE63AA-AF4E-76E7-3059-E56EC4E7744B}"/>
          </ac:spMkLst>
        </pc:spChg>
        <pc:spChg chg="add del mod">
          <ac:chgData name="Simon Vincent" userId="ec4b5b03-53cd-4ef0-93ce-f00067d00fb4" providerId="ADAL" clId="{D1F170D2-7398-4584-AE52-C09508656B7F}" dt="2026-08-06T13:57:11.708" v="252" actId="478"/>
          <ac:spMkLst>
            <pc:docMk/>
            <pc:sldMk cId="1346724417" sldId="388"/>
            <ac:spMk id="148" creationId="{167F95B8-F8E2-0B93-2F47-993CC632D45A}"/>
          </ac:spMkLst>
        </pc:spChg>
        <pc:spChg chg="del mod">
          <ac:chgData name="Simon Vincent" userId="ec4b5b03-53cd-4ef0-93ce-f00067d00fb4" providerId="ADAL" clId="{D1F170D2-7398-4584-AE52-C09508656B7F}" dt="2026-08-06T13:56:40.457" v="249" actId="478"/>
          <ac:spMkLst>
            <pc:docMk/>
            <pc:sldMk cId="1346724417" sldId="388"/>
            <ac:spMk id="152" creationId="{BF56445F-1A5B-2E93-43A9-C2915C641D88}"/>
          </ac:spMkLst>
        </pc:spChg>
        <pc:spChg chg="add del mod">
          <ac:chgData name="Simon Vincent" userId="ec4b5b03-53cd-4ef0-93ce-f00067d00fb4" providerId="ADAL" clId="{D1F170D2-7398-4584-AE52-C09508656B7F}" dt="2026-08-06T13:57:11.708" v="252" actId="478"/>
          <ac:spMkLst>
            <pc:docMk/>
            <pc:sldMk cId="1346724417" sldId="388"/>
            <ac:spMk id="154" creationId="{EF04FB57-BB67-FD06-26DF-0F096E6F6095}"/>
          </ac:spMkLst>
        </pc:spChg>
        <pc:spChg chg="add del mod">
          <ac:chgData name="Simon Vincent" userId="ec4b5b03-53cd-4ef0-93ce-f00067d00fb4" providerId="ADAL" clId="{D1F170D2-7398-4584-AE52-C09508656B7F}" dt="2026-08-06T13:57:11.708" v="252" actId="478"/>
          <ac:spMkLst>
            <pc:docMk/>
            <pc:sldMk cId="1346724417" sldId="388"/>
            <ac:spMk id="156" creationId="{06359FB2-9188-1CFE-162F-87FDC1A316BE}"/>
          </ac:spMkLst>
        </pc:spChg>
        <pc:spChg chg="mod">
          <ac:chgData name="Simon Vincent" userId="ec4b5b03-53cd-4ef0-93ce-f00067d00fb4" providerId="ADAL" clId="{D1F170D2-7398-4584-AE52-C09508656B7F}" dt="2026-08-06T13:56:05.264" v="234" actId="27636"/>
          <ac:spMkLst>
            <pc:docMk/>
            <pc:sldMk cId="1346724417" sldId="388"/>
            <ac:spMk id="160" creationId="{00349784-823F-4BE3-277B-BE3D52B59E9A}"/>
          </ac:spMkLst>
        </pc:spChg>
        <pc:spChg chg="add del">
          <ac:chgData name="Simon Vincent" userId="ec4b5b03-53cd-4ef0-93ce-f00067d00fb4" providerId="ADAL" clId="{D1F170D2-7398-4584-AE52-C09508656B7F}" dt="2026-08-06T13:57:11.708" v="252" actId="478"/>
          <ac:spMkLst>
            <pc:docMk/>
            <pc:sldMk cId="1346724417" sldId="388"/>
            <ac:spMk id="162" creationId="{9B0A24E6-4E65-8327-5D3A-E5496F2C7CA8}"/>
          </ac:spMkLst>
        </pc:spChg>
        <pc:spChg chg="mod">
          <ac:chgData name="Simon Vincent" userId="ec4b5b03-53cd-4ef0-93ce-f00067d00fb4" providerId="ADAL" clId="{D1F170D2-7398-4584-AE52-C09508656B7F}" dt="2026-08-06T13:56:05.282" v="240" actId="27636"/>
          <ac:spMkLst>
            <pc:docMk/>
            <pc:sldMk cId="1346724417" sldId="388"/>
            <ac:spMk id="164" creationId="{BF698517-59F8-F457-8623-8632EB4C1A82}"/>
          </ac:spMkLst>
        </pc:spChg>
        <pc:spChg chg="mod">
          <ac:chgData name="Simon Vincent" userId="ec4b5b03-53cd-4ef0-93ce-f00067d00fb4" providerId="ADAL" clId="{D1F170D2-7398-4584-AE52-C09508656B7F}" dt="2026-08-06T13:56:05.260" v="233" actId="27636"/>
          <ac:spMkLst>
            <pc:docMk/>
            <pc:sldMk cId="1346724417" sldId="388"/>
            <ac:spMk id="168" creationId="{C94DD905-17D1-0EA6-67F0-6F550C6FE3D7}"/>
          </ac:spMkLst>
        </pc:spChg>
        <pc:spChg chg="add del mod">
          <ac:chgData name="Simon Vincent" userId="ec4b5b03-53cd-4ef0-93ce-f00067d00fb4" providerId="ADAL" clId="{D1F170D2-7398-4584-AE52-C09508656B7F}" dt="2026-08-06T13:57:11.708" v="252" actId="478"/>
          <ac:spMkLst>
            <pc:docMk/>
            <pc:sldMk cId="1346724417" sldId="388"/>
            <ac:spMk id="170" creationId="{39602D60-D800-05EC-7D45-D604C3BCC79A}"/>
          </ac:spMkLst>
        </pc:spChg>
        <pc:spChg chg="add del mod">
          <ac:chgData name="Simon Vincent" userId="ec4b5b03-53cd-4ef0-93ce-f00067d00fb4" providerId="ADAL" clId="{D1F170D2-7398-4584-AE52-C09508656B7F}" dt="2026-08-06T13:57:11.708" v="252" actId="478"/>
          <ac:spMkLst>
            <pc:docMk/>
            <pc:sldMk cId="1346724417" sldId="388"/>
            <ac:spMk id="172" creationId="{540FFE99-1EA8-58B3-D864-C2800660582A}"/>
          </ac:spMkLst>
        </pc:spChg>
        <pc:spChg chg="add del mod">
          <ac:chgData name="Simon Vincent" userId="ec4b5b03-53cd-4ef0-93ce-f00067d00fb4" providerId="ADAL" clId="{D1F170D2-7398-4584-AE52-C09508656B7F}" dt="2026-08-06T13:57:11.708" v="252" actId="478"/>
          <ac:spMkLst>
            <pc:docMk/>
            <pc:sldMk cId="1346724417" sldId="388"/>
            <ac:spMk id="174" creationId="{875A71C1-3F96-EA4F-C717-60005FA7345A}"/>
          </ac:spMkLst>
        </pc:spChg>
        <pc:spChg chg="add del mod">
          <ac:chgData name="Simon Vincent" userId="ec4b5b03-53cd-4ef0-93ce-f00067d00fb4" providerId="ADAL" clId="{D1F170D2-7398-4584-AE52-C09508656B7F}" dt="2026-08-06T13:57:11.708" v="252" actId="478"/>
          <ac:spMkLst>
            <pc:docMk/>
            <pc:sldMk cId="1346724417" sldId="388"/>
            <ac:spMk id="176" creationId="{A17F1C6F-AC44-E49E-20DC-7727EB94B3C5}"/>
          </ac:spMkLst>
        </pc:spChg>
        <pc:spChg chg="mod">
          <ac:chgData name="Simon Vincent" userId="ec4b5b03-53cd-4ef0-93ce-f00067d00fb4" providerId="ADAL" clId="{D1F170D2-7398-4584-AE52-C09508656B7F}" dt="2026-08-06T13:56:05.307" v="244" actId="27636"/>
          <ac:spMkLst>
            <pc:docMk/>
            <pc:sldMk cId="1346724417" sldId="388"/>
            <ac:spMk id="178" creationId="{5B64CED1-46B6-B55F-E442-533C0E9CFA1E}"/>
          </ac:spMkLst>
        </pc:spChg>
        <pc:spChg chg="mod">
          <ac:chgData name="Simon Vincent" userId="ec4b5b03-53cd-4ef0-93ce-f00067d00fb4" providerId="ADAL" clId="{D1F170D2-7398-4584-AE52-C09508656B7F}" dt="2026-08-06T13:56:23.979" v="248" actId="207"/>
          <ac:spMkLst>
            <pc:docMk/>
            <pc:sldMk cId="1346724417" sldId="388"/>
            <ac:spMk id="180" creationId="{AD3F9DFB-3AF6-A8AF-91B1-804AFFABDFCB}"/>
          </ac:spMkLst>
        </pc:spChg>
        <pc:spChg chg="mod">
          <ac:chgData name="Simon Vincent" userId="ec4b5b03-53cd-4ef0-93ce-f00067d00fb4" providerId="ADAL" clId="{D1F170D2-7398-4584-AE52-C09508656B7F}" dt="2026-08-06T13:56:05.291" v="241" actId="27636"/>
          <ac:spMkLst>
            <pc:docMk/>
            <pc:sldMk cId="1346724417" sldId="388"/>
            <ac:spMk id="184" creationId="{B0B3C84C-CCA4-0275-D542-1E5D7FEB8ABB}"/>
          </ac:spMkLst>
        </pc:spChg>
        <pc:spChg chg="mod">
          <ac:chgData name="Simon Vincent" userId="ec4b5b03-53cd-4ef0-93ce-f00067d00fb4" providerId="ADAL" clId="{D1F170D2-7398-4584-AE52-C09508656B7F}" dt="2026-08-06T13:56:05.276" v="237" actId="27636"/>
          <ac:spMkLst>
            <pc:docMk/>
            <pc:sldMk cId="1346724417" sldId="388"/>
            <ac:spMk id="188" creationId="{DE5F77E1-D558-5697-5307-29750D6EF4AB}"/>
          </ac:spMkLst>
        </pc:spChg>
        <pc:spChg chg="add del mod">
          <ac:chgData name="Simon Vincent" userId="ec4b5b03-53cd-4ef0-93ce-f00067d00fb4" providerId="ADAL" clId="{D1F170D2-7398-4584-AE52-C09508656B7F}" dt="2026-08-06T13:57:11.708" v="252" actId="478"/>
          <ac:spMkLst>
            <pc:docMk/>
            <pc:sldMk cId="1346724417" sldId="388"/>
            <ac:spMk id="190" creationId="{1089AA06-1A3C-1439-7FDE-518A90BF61AA}"/>
          </ac:spMkLst>
        </pc:spChg>
        <pc:spChg chg="mod">
          <ac:chgData name="Simon Vincent" userId="ec4b5b03-53cd-4ef0-93ce-f00067d00fb4" providerId="ADAL" clId="{D1F170D2-7398-4584-AE52-C09508656B7F}" dt="2026-08-06T13:56:05.297" v="243" actId="27636"/>
          <ac:spMkLst>
            <pc:docMk/>
            <pc:sldMk cId="1346724417" sldId="388"/>
            <ac:spMk id="192" creationId="{CDD5A5AB-346D-29AA-FDFA-082E8CD7EF03}"/>
          </ac:spMkLst>
        </pc:spChg>
        <pc:spChg chg="add del mod">
          <ac:chgData name="Simon Vincent" userId="ec4b5b03-53cd-4ef0-93ce-f00067d00fb4" providerId="ADAL" clId="{D1F170D2-7398-4584-AE52-C09508656B7F}" dt="2026-08-06T14:04:57.300" v="269" actId="478"/>
          <ac:spMkLst>
            <pc:docMk/>
            <pc:sldMk cId="1346724417" sldId="388"/>
            <ac:spMk id="193" creationId="{E6192359-5609-A071-EC11-CE83D86B6FF8}"/>
          </ac:spMkLst>
        </pc:spChg>
        <pc:spChg chg="add del mod">
          <ac:chgData name="Simon Vincent" userId="ec4b5b03-53cd-4ef0-93ce-f00067d00fb4" providerId="ADAL" clId="{D1F170D2-7398-4584-AE52-C09508656B7F}" dt="2026-08-06T14:04:58.286" v="270" actId="478"/>
          <ac:spMkLst>
            <pc:docMk/>
            <pc:sldMk cId="1346724417" sldId="388"/>
            <ac:spMk id="195" creationId="{03311EFC-3ED0-D6F6-4984-434288C7E848}"/>
          </ac:spMkLst>
        </pc:spChg>
        <pc:spChg chg="add del mod">
          <ac:chgData name="Simon Vincent" userId="ec4b5b03-53cd-4ef0-93ce-f00067d00fb4" providerId="ADAL" clId="{D1F170D2-7398-4584-AE52-C09508656B7F}" dt="2026-08-06T14:04:57.300" v="269" actId="478"/>
          <ac:spMkLst>
            <pc:docMk/>
            <pc:sldMk cId="1346724417" sldId="388"/>
            <ac:spMk id="197" creationId="{6CF8612F-1E9C-420F-4709-054511CD3665}"/>
          </ac:spMkLst>
        </pc:spChg>
        <pc:spChg chg="add del mod">
          <ac:chgData name="Simon Vincent" userId="ec4b5b03-53cd-4ef0-93ce-f00067d00fb4" providerId="ADAL" clId="{D1F170D2-7398-4584-AE52-C09508656B7F}" dt="2026-08-06T14:05:00.445" v="272" actId="478"/>
          <ac:spMkLst>
            <pc:docMk/>
            <pc:sldMk cId="1346724417" sldId="388"/>
            <ac:spMk id="199" creationId="{0104BD69-1222-1E8B-EBAA-CF958FD4A9B9}"/>
          </ac:spMkLst>
        </pc:spChg>
        <pc:spChg chg="add del mod">
          <ac:chgData name="Simon Vincent" userId="ec4b5b03-53cd-4ef0-93ce-f00067d00fb4" providerId="ADAL" clId="{D1F170D2-7398-4584-AE52-C09508656B7F}" dt="2026-08-06T14:05:03.643" v="275" actId="478"/>
          <ac:spMkLst>
            <pc:docMk/>
            <pc:sldMk cId="1346724417" sldId="388"/>
            <ac:spMk id="201" creationId="{5E46CCDA-496F-5C89-B9CC-F9F3FE20D7E4}"/>
          </ac:spMkLst>
        </pc:spChg>
        <pc:spChg chg="add mod">
          <ac:chgData name="Simon Vincent" userId="ec4b5b03-53cd-4ef0-93ce-f00067d00fb4" providerId="ADAL" clId="{D1F170D2-7398-4584-AE52-C09508656B7F}" dt="2026-08-06T15:11:39.654" v="1208" actId="122"/>
          <ac:spMkLst>
            <pc:docMk/>
            <pc:sldMk cId="1346724417" sldId="388"/>
            <ac:spMk id="202" creationId="{94E1FFA3-58AD-8E8F-E642-BAC4A31D256E}"/>
          </ac:spMkLst>
        </pc:spChg>
        <pc:spChg chg="add del mod">
          <ac:chgData name="Simon Vincent" userId="ec4b5b03-53cd-4ef0-93ce-f00067d00fb4" providerId="ADAL" clId="{D1F170D2-7398-4584-AE52-C09508656B7F}" dt="2026-08-06T15:19:15.089" v="1401" actId="478"/>
          <ac:spMkLst>
            <pc:docMk/>
            <pc:sldMk cId="1346724417" sldId="388"/>
            <ac:spMk id="204" creationId="{0ECD0284-D084-33C4-B9E7-A387CEB7E3B2}"/>
          </ac:spMkLst>
        </pc:spChg>
        <pc:spChg chg="add del mod">
          <ac:chgData name="Simon Vincent" userId="ec4b5b03-53cd-4ef0-93ce-f00067d00fb4" providerId="ADAL" clId="{D1F170D2-7398-4584-AE52-C09508656B7F}" dt="2026-08-06T14:13:55.763" v="502" actId="478"/>
          <ac:spMkLst>
            <pc:docMk/>
            <pc:sldMk cId="1346724417" sldId="388"/>
            <ac:spMk id="206" creationId="{C37A1308-CF54-6AF7-604D-E55D8E6EF2DF}"/>
          </ac:spMkLst>
        </pc:spChg>
        <pc:spChg chg="add del mod">
          <ac:chgData name="Simon Vincent" userId="ec4b5b03-53cd-4ef0-93ce-f00067d00fb4" providerId="ADAL" clId="{D1F170D2-7398-4584-AE52-C09508656B7F}" dt="2026-08-06T14:13:35.193" v="492" actId="478"/>
          <ac:spMkLst>
            <pc:docMk/>
            <pc:sldMk cId="1346724417" sldId="388"/>
            <ac:spMk id="208" creationId="{66D69E65-0A07-ACA0-6ADD-E476B137D58F}"/>
          </ac:spMkLst>
        </pc:spChg>
        <pc:spChg chg="add mod">
          <ac:chgData name="Simon Vincent" userId="ec4b5b03-53cd-4ef0-93ce-f00067d00fb4" providerId="ADAL" clId="{D1F170D2-7398-4584-AE52-C09508656B7F}" dt="2026-08-06T15:11:30.332" v="1205" actId="122"/>
          <ac:spMkLst>
            <pc:docMk/>
            <pc:sldMk cId="1346724417" sldId="388"/>
            <ac:spMk id="211" creationId="{0CDBE95A-5AF1-B6A3-4A95-EABD72823931}"/>
          </ac:spMkLst>
        </pc:spChg>
        <pc:spChg chg="add mod">
          <ac:chgData name="Simon Vincent" userId="ec4b5b03-53cd-4ef0-93ce-f00067d00fb4" providerId="ADAL" clId="{D1F170D2-7398-4584-AE52-C09508656B7F}" dt="2026-08-06T15:12:21.641" v="1238" actId="1035"/>
          <ac:spMkLst>
            <pc:docMk/>
            <pc:sldMk cId="1346724417" sldId="388"/>
            <ac:spMk id="213" creationId="{D1CF7FF8-A0AD-6FC5-2285-72A6A127E24F}"/>
          </ac:spMkLst>
        </pc:spChg>
        <pc:spChg chg="add mod">
          <ac:chgData name="Simon Vincent" userId="ec4b5b03-53cd-4ef0-93ce-f00067d00fb4" providerId="ADAL" clId="{D1F170D2-7398-4584-AE52-C09508656B7F}" dt="2026-08-06T15:12:21.641" v="1238" actId="1035"/>
          <ac:spMkLst>
            <pc:docMk/>
            <pc:sldMk cId="1346724417" sldId="388"/>
            <ac:spMk id="215" creationId="{6CC4C901-E160-EBBA-07A4-1E6B1E93C419}"/>
          </ac:spMkLst>
        </pc:spChg>
        <pc:spChg chg="add mod">
          <ac:chgData name="Simon Vincent" userId="ec4b5b03-53cd-4ef0-93ce-f00067d00fb4" providerId="ADAL" clId="{D1F170D2-7398-4584-AE52-C09508656B7F}" dt="2026-08-06T15:12:21.641" v="1238" actId="1035"/>
          <ac:spMkLst>
            <pc:docMk/>
            <pc:sldMk cId="1346724417" sldId="388"/>
            <ac:spMk id="217" creationId="{09CDCC38-7ECA-4BCF-75FA-24C2E1329250}"/>
          </ac:spMkLst>
        </pc:spChg>
        <pc:spChg chg="add mod">
          <ac:chgData name="Simon Vincent" userId="ec4b5b03-53cd-4ef0-93ce-f00067d00fb4" providerId="ADAL" clId="{D1F170D2-7398-4584-AE52-C09508656B7F}" dt="2026-08-06T15:12:21.641" v="1238" actId="1035"/>
          <ac:spMkLst>
            <pc:docMk/>
            <pc:sldMk cId="1346724417" sldId="388"/>
            <ac:spMk id="219" creationId="{0BB3A1E1-1A89-8CA5-F064-8E534C8C0C2A}"/>
          </ac:spMkLst>
        </pc:spChg>
        <pc:spChg chg="add mod">
          <ac:chgData name="Simon Vincent" userId="ec4b5b03-53cd-4ef0-93ce-f00067d00fb4" providerId="ADAL" clId="{D1F170D2-7398-4584-AE52-C09508656B7F}" dt="2026-08-06T15:12:21.641" v="1238" actId="1035"/>
          <ac:spMkLst>
            <pc:docMk/>
            <pc:sldMk cId="1346724417" sldId="388"/>
            <ac:spMk id="221" creationId="{6F999E18-0D34-5EB0-98DD-C6BDA8CEEC6D}"/>
          </ac:spMkLst>
        </pc:spChg>
        <pc:spChg chg="add mod">
          <ac:chgData name="Simon Vincent" userId="ec4b5b03-53cd-4ef0-93ce-f00067d00fb4" providerId="ADAL" clId="{D1F170D2-7398-4584-AE52-C09508656B7F}" dt="2026-08-06T15:11:55.596" v="1210" actId="1076"/>
          <ac:spMkLst>
            <pc:docMk/>
            <pc:sldMk cId="1346724417" sldId="388"/>
            <ac:spMk id="223" creationId="{9629403E-FC17-078C-9640-B73D3057CC5B}"/>
          </ac:spMkLst>
        </pc:spChg>
        <pc:spChg chg="add del mod">
          <ac:chgData name="Simon Vincent" userId="ec4b5b03-53cd-4ef0-93ce-f00067d00fb4" providerId="ADAL" clId="{D1F170D2-7398-4584-AE52-C09508656B7F}" dt="2026-08-06T14:23:52.108" v="707" actId="478"/>
          <ac:spMkLst>
            <pc:docMk/>
            <pc:sldMk cId="1346724417" sldId="388"/>
            <ac:spMk id="231" creationId="{1D9B7C93-BEB6-2BF9-9AFC-95C96EA8E4A1}"/>
          </ac:spMkLst>
        </pc:spChg>
        <pc:spChg chg="add del mod">
          <ac:chgData name="Simon Vincent" userId="ec4b5b03-53cd-4ef0-93ce-f00067d00fb4" providerId="ADAL" clId="{D1F170D2-7398-4584-AE52-C09508656B7F}" dt="2026-08-06T14:28:15.510" v="731" actId="478"/>
          <ac:spMkLst>
            <pc:docMk/>
            <pc:sldMk cId="1346724417" sldId="388"/>
            <ac:spMk id="235" creationId="{98BADE5E-91B3-2294-A335-FD1C7BA8B0E9}"/>
          </ac:spMkLst>
        </pc:spChg>
        <pc:spChg chg="add del mod">
          <ac:chgData name="Simon Vincent" userId="ec4b5b03-53cd-4ef0-93ce-f00067d00fb4" providerId="ADAL" clId="{D1F170D2-7398-4584-AE52-C09508656B7F}" dt="2026-08-06T14:28:15.510" v="731" actId="478"/>
          <ac:spMkLst>
            <pc:docMk/>
            <pc:sldMk cId="1346724417" sldId="388"/>
            <ac:spMk id="239" creationId="{2866B017-D7F1-5277-C5C6-E6F00F411D48}"/>
          </ac:spMkLst>
        </pc:spChg>
        <pc:spChg chg="add del mod">
          <ac:chgData name="Simon Vincent" userId="ec4b5b03-53cd-4ef0-93ce-f00067d00fb4" providerId="ADAL" clId="{D1F170D2-7398-4584-AE52-C09508656B7F}" dt="2026-08-06T14:32:27.485" v="734" actId="478"/>
          <ac:spMkLst>
            <pc:docMk/>
            <pc:sldMk cId="1346724417" sldId="388"/>
            <ac:spMk id="243" creationId="{A8F34CE6-5BAB-0BE1-C6F2-F2E989CA1463}"/>
          </ac:spMkLst>
        </pc:spChg>
        <pc:spChg chg="add del mod">
          <ac:chgData name="Simon Vincent" userId="ec4b5b03-53cd-4ef0-93ce-f00067d00fb4" providerId="ADAL" clId="{D1F170D2-7398-4584-AE52-C09508656B7F}" dt="2026-08-06T14:41:22.879" v="817" actId="478"/>
          <ac:spMkLst>
            <pc:docMk/>
            <pc:sldMk cId="1346724417" sldId="388"/>
            <ac:spMk id="247" creationId="{5C239529-6C52-5A45-310D-40EDD7A07421}"/>
          </ac:spMkLst>
        </pc:spChg>
        <pc:spChg chg="add del mod">
          <ac:chgData name="Simon Vincent" userId="ec4b5b03-53cd-4ef0-93ce-f00067d00fb4" providerId="ADAL" clId="{D1F170D2-7398-4584-AE52-C09508656B7F}" dt="2026-08-06T14:41:22.879" v="817" actId="478"/>
          <ac:spMkLst>
            <pc:docMk/>
            <pc:sldMk cId="1346724417" sldId="388"/>
            <ac:spMk id="251" creationId="{81188B86-BD82-EA74-9B05-1DB69EEE63A5}"/>
          </ac:spMkLst>
        </pc:spChg>
        <pc:spChg chg="add del mod">
          <ac:chgData name="Simon Vincent" userId="ec4b5b03-53cd-4ef0-93ce-f00067d00fb4" providerId="ADAL" clId="{D1F170D2-7398-4584-AE52-C09508656B7F}" dt="2026-08-06T14:41:22.879" v="817" actId="478"/>
          <ac:spMkLst>
            <pc:docMk/>
            <pc:sldMk cId="1346724417" sldId="388"/>
            <ac:spMk id="255" creationId="{FA7A94F4-0EA1-167B-A9E1-6EABA6F584E9}"/>
          </ac:spMkLst>
        </pc:spChg>
        <pc:spChg chg="add del mod">
          <ac:chgData name="Simon Vincent" userId="ec4b5b03-53cd-4ef0-93ce-f00067d00fb4" providerId="ADAL" clId="{D1F170D2-7398-4584-AE52-C09508656B7F}" dt="2026-08-06T14:37:56.203" v="760" actId="767"/>
          <ac:spMkLst>
            <pc:docMk/>
            <pc:sldMk cId="1346724417" sldId="388"/>
            <ac:spMk id="258" creationId="{3E9AAFA1-857C-11F7-242D-9694CC5BC26A}"/>
          </ac:spMkLst>
        </pc:spChg>
        <pc:spChg chg="mod">
          <ac:chgData name="Simon Vincent" userId="ec4b5b03-53cd-4ef0-93ce-f00067d00fb4" providerId="ADAL" clId="{D1F170D2-7398-4584-AE52-C09508656B7F}" dt="2026-08-06T14:38:46.613" v="771"/>
          <ac:spMkLst>
            <pc:docMk/>
            <pc:sldMk cId="1346724417" sldId="388"/>
            <ac:spMk id="259" creationId="{3E6A763A-4B33-53F5-BE8C-433E9F6B74C7}"/>
          </ac:spMkLst>
        </pc:spChg>
        <pc:spChg chg="add del mod">
          <ac:chgData name="Simon Vincent" userId="ec4b5b03-53cd-4ef0-93ce-f00067d00fb4" providerId="ADAL" clId="{D1F170D2-7398-4584-AE52-C09508656B7F}" dt="2026-08-06T14:48:37.850" v="838" actId="478"/>
          <ac:spMkLst>
            <pc:docMk/>
            <pc:sldMk cId="1346724417" sldId="388"/>
            <ac:spMk id="262" creationId="{8985FB71-8856-9994-DEE5-70FF08777D87}"/>
          </ac:spMkLst>
        </pc:spChg>
        <pc:spChg chg="add mod">
          <ac:chgData name="Simon Vincent" userId="ec4b5b03-53cd-4ef0-93ce-f00067d00fb4" providerId="ADAL" clId="{D1F170D2-7398-4584-AE52-C09508656B7F}" dt="2026-08-06T14:59:24.298" v="937" actId="1076"/>
          <ac:spMkLst>
            <pc:docMk/>
            <pc:sldMk cId="1346724417" sldId="388"/>
            <ac:spMk id="266" creationId="{94CB2102-5107-E7B3-43D4-48276119A979}"/>
          </ac:spMkLst>
        </pc:spChg>
        <pc:spChg chg="add mod">
          <ac:chgData name="Simon Vincent" userId="ec4b5b03-53cd-4ef0-93ce-f00067d00fb4" providerId="ADAL" clId="{D1F170D2-7398-4584-AE52-C09508656B7F}" dt="2026-08-06T14:59:24.298" v="937" actId="1076"/>
          <ac:spMkLst>
            <pc:docMk/>
            <pc:sldMk cId="1346724417" sldId="388"/>
            <ac:spMk id="270" creationId="{D21A6A0F-83B1-0C50-69B6-CEA4B4C307C3}"/>
          </ac:spMkLst>
        </pc:spChg>
        <pc:spChg chg="add mod">
          <ac:chgData name="Simon Vincent" userId="ec4b5b03-53cd-4ef0-93ce-f00067d00fb4" providerId="ADAL" clId="{D1F170D2-7398-4584-AE52-C09508656B7F}" dt="2026-08-06T14:59:24.298" v="937" actId="1076"/>
          <ac:spMkLst>
            <pc:docMk/>
            <pc:sldMk cId="1346724417" sldId="388"/>
            <ac:spMk id="274" creationId="{1B8D0B95-0EDF-F350-65C0-5BABDD23F6A7}"/>
          </ac:spMkLst>
        </pc:spChg>
        <pc:spChg chg="add del mod">
          <ac:chgData name="Simon Vincent" userId="ec4b5b03-53cd-4ef0-93ce-f00067d00fb4" providerId="ADAL" clId="{D1F170D2-7398-4584-AE52-C09508656B7F}" dt="2026-08-06T15:01:39.753" v="955" actId="22"/>
          <ac:spMkLst>
            <pc:docMk/>
            <pc:sldMk cId="1346724417" sldId="388"/>
            <ac:spMk id="282" creationId="{C6EE8097-CFBC-7A63-934B-7479D24A382E}"/>
          </ac:spMkLst>
        </pc:spChg>
        <pc:spChg chg="add del mod">
          <ac:chgData name="Simon Vincent" userId="ec4b5b03-53cd-4ef0-93ce-f00067d00fb4" providerId="ADAL" clId="{D1F170D2-7398-4584-AE52-C09508656B7F}" dt="2026-08-06T15:01:39.753" v="955" actId="22"/>
          <ac:spMkLst>
            <pc:docMk/>
            <pc:sldMk cId="1346724417" sldId="388"/>
            <ac:spMk id="284" creationId="{2A52D620-330C-D989-30E1-A2C842DBC554}"/>
          </ac:spMkLst>
        </pc:spChg>
        <pc:spChg chg="add mod">
          <ac:chgData name="Simon Vincent" userId="ec4b5b03-53cd-4ef0-93ce-f00067d00fb4" providerId="ADAL" clId="{D1F170D2-7398-4584-AE52-C09508656B7F}" dt="2026-08-06T15:12:21.641" v="1238" actId="1035"/>
          <ac:spMkLst>
            <pc:docMk/>
            <pc:sldMk cId="1346724417" sldId="388"/>
            <ac:spMk id="286" creationId="{50D92D0F-05D1-3919-F54C-10D1C6EBE960}"/>
          </ac:spMkLst>
        </pc:spChg>
        <pc:spChg chg="add mod">
          <ac:chgData name="Simon Vincent" userId="ec4b5b03-53cd-4ef0-93ce-f00067d00fb4" providerId="ADAL" clId="{D1F170D2-7398-4584-AE52-C09508656B7F}" dt="2026-08-06T15:15:50.035" v="1361" actId="1076"/>
          <ac:spMkLst>
            <pc:docMk/>
            <pc:sldMk cId="1346724417" sldId="388"/>
            <ac:spMk id="291" creationId="{FDACE44C-3323-C607-31C0-EEA74C035D20}"/>
          </ac:spMkLst>
        </pc:spChg>
        <pc:spChg chg="add mod">
          <ac:chgData name="Simon Vincent" userId="ec4b5b03-53cd-4ef0-93ce-f00067d00fb4" providerId="ADAL" clId="{D1F170D2-7398-4584-AE52-C09508656B7F}" dt="2026-08-06T15:15:53.760" v="1362" actId="1076"/>
          <ac:spMkLst>
            <pc:docMk/>
            <pc:sldMk cId="1346724417" sldId="388"/>
            <ac:spMk id="295" creationId="{92BD0770-AD92-75DB-55E5-B8F481122DB1}"/>
          </ac:spMkLst>
        </pc:spChg>
        <pc:spChg chg="add mod">
          <ac:chgData name="Simon Vincent" userId="ec4b5b03-53cd-4ef0-93ce-f00067d00fb4" providerId="ADAL" clId="{D1F170D2-7398-4584-AE52-C09508656B7F}" dt="2026-08-06T15:18:37.549" v="1400" actId="1076"/>
          <ac:spMkLst>
            <pc:docMk/>
            <pc:sldMk cId="1346724417" sldId="388"/>
            <ac:spMk id="296" creationId="{8FA5A10E-A7B5-3694-4C37-FE1721416CA1}"/>
          </ac:spMkLst>
        </pc:spChg>
        <pc:spChg chg="add mod">
          <ac:chgData name="Simon Vincent" userId="ec4b5b03-53cd-4ef0-93ce-f00067d00fb4" providerId="ADAL" clId="{D1F170D2-7398-4584-AE52-C09508656B7F}" dt="2026-08-06T15:18:37.549" v="1400" actId="1076"/>
          <ac:spMkLst>
            <pc:docMk/>
            <pc:sldMk cId="1346724417" sldId="388"/>
            <ac:spMk id="297" creationId="{70CD0C7C-7DFD-47AE-1AA4-F367DE8A785C}"/>
          </ac:spMkLst>
        </pc:spChg>
        <pc:grpChg chg="add del mod">
          <ac:chgData name="Simon Vincent" userId="ec4b5b03-53cd-4ef0-93ce-f00067d00fb4" providerId="ADAL" clId="{D1F170D2-7398-4584-AE52-C09508656B7F}" dt="2026-08-06T14:39:45.072" v="791" actId="164"/>
          <ac:grpSpMkLst>
            <pc:docMk/>
            <pc:sldMk cId="1346724417" sldId="388"/>
            <ac:grpSpMk id="260" creationId="{EDD2A959-A13C-D58D-0C21-77938930499F}"/>
          </ac:grpSpMkLst>
        </pc:grpChg>
        <pc:graphicFrameChg chg="del">
          <ac:chgData name="Simon Vincent" userId="ec4b5b03-53cd-4ef0-93ce-f00067d00fb4" providerId="ADAL" clId="{D1F170D2-7398-4584-AE52-C09508656B7F}" dt="2026-08-06T13:38:45.183" v="43" actId="478"/>
          <ac:graphicFrameMkLst>
            <pc:docMk/>
            <pc:sldMk cId="1346724417" sldId="388"/>
            <ac:graphicFrameMk id="20" creationId="{DF8550C5-D42B-4350-9213-EEAC441B00BE}"/>
          </ac:graphicFrameMkLst>
        </pc:graphicFrameChg>
        <pc:picChg chg="add del mod">
          <ac:chgData name="Simon Vincent" userId="ec4b5b03-53cd-4ef0-93ce-f00067d00fb4" providerId="ADAL" clId="{D1F170D2-7398-4584-AE52-C09508656B7F}" dt="2026-08-06T13:41:01.747" v="141" actId="478"/>
          <ac:picMkLst>
            <pc:docMk/>
            <pc:sldMk cId="1346724417" sldId="388"/>
            <ac:picMk id="4" creationId="{505811AB-D317-255F-A707-23D0486ACC59}"/>
          </ac:picMkLst>
        </pc:picChg>
        <pc:picChg chg="add del">
          <ac:chgData name="Simon Vincent" userId="ec4b5b03-53cd-4ef0-93ce-f00067d00fb4" providerId="ADAL" clId="{D1F170D2-7398-4584-AE52-C09508656B7F}" dt="2026-08-06T13:40:53.946" v="140" actId="478"/>
          <ac:picMkLst>
            <pc:docMk/>
            <pc:sldMk cId="1346724417" sldId="388"/>
            <ac:picMk id="6" creationId="{ED82A025-62FD-0449-54B1-DE601F4376B7}"/>
          </ac:picMkLst>
        </pc:picChg>
        <pc:picChg chg="add">
          <ac:chgData name="Simon Vincent" userId="ec4b5b03-53cd-4ef0-93ce-f00067d00fb4" providerId="ADAL" clId="{D1F170D2-7398-4584-AE52-C09508656B7F}" dt="2026-08-06T13:41:05.329" v="142" actId="22"/>
          <ac:picMkLst>
            <pc:docMk/>
            <pc:sldMk cId="1346724417" sldId="388"/>
            <ac:picMk id="8" creationId="{9C63FCFF-3B0C-143A-F8F8-98CA17E45722}"/>
          </ac:picMkLst>
        </pc:picChg>
        <pc:picChg chg="del mod">
          <ac:chgData name="Simon Vincent" userId="ec4b5b03-53cd-4ef0-93ce-f00067d00fb4" providerId="ADAL" clId="{D1F170D2-7398-4584-AE52-C09508656B7F}" dt="2026-08-06T13:40:35.824" v="136" actId="478"/>
          <ac:picMkLst>
            <pc:docMk/>
            <pc:sldMk cId="1346724417" sldId="388"/>
            <ac:picMk id="11" creationId="{B7B4B688-9A2C-1B4E-6C2C-1D59F244CF3A}"/>
          </ac:picMkLst>
        </pc:picChg>
        <pc:picChg chg="del">
          <ac:chgData name="Simon Vincent" userId="ec4b5b03-53cd-4ef0-93ce-f00067d00fb4" providerId="ADAL" clId="{D1F170D2-7398-4584-AE52-C09508656B7F}" dt="2026-08-06T13:56:42.241" v="250" actId="478"/>
          <ac:picMkLst>
            <pc:docMk/>
            <pc:sldMk cId="1346724417" sldId="388"/>
            <ac:picMk id="146" creationId="{163A0244-5FDD-3080-0917-2BFBA92556A3}"/>
          </ac:picMkLst>
        </pc:picChg>
        <pc:picChg chg="add del mod">
          <ac:chgData name="Simon Vincent" userId="ec4b5b03-53cd-4ef0-93ce-f00067d00fb4" providerId="ADAL" clId="{D1F170D2-7398-4584-AE52-C09508656B7F}" dt="2026-08-06T14:04:57.300" v="269" actId="478"/>
          <ac:picMkLst>
            <pc:docMk/>
            <pc:sldMk cId="1346724417" sldId="388"/>
            <ac:picMk id="194" creationId="{745A8E42-F940-91A7-EB56-A82891A63183}"/>
          </ac:picMkLst>
        </pc:picChg>
        <pc:picChg chg="add del mod">
          <ac:chgData name="Simon Vincent" userId="ec4b5b03-53cd-4ef0-93ce-f00067d00fb4" providerId="ADAL" clId="{D1F170D2-7398-4584-AE52-C09508656B7F}" dt="2026-08-06T14:04:59.299" v="271" actId="478"/>
          <ac:picMkLst>
            <pc:docMk/>
            <pc:sldMk cId="1346724417" sldId="388"/>
            <ac:picMk id="196" creationId="{37691DCA-3AA8-4798-A1A9-F307F587114F}"/>
          </ac:picMkLst>
        </pc:picChg>
        <pc:picChg chg="add del mod">
          <ac:chgData name="Simon Vincent" userId="ec4b5b03-53cd-4ef0-93ce-f00067d00fb4" providerId="ADAL" clId="{D1F170D2-7398-4584-AE52-C09508656B7F}" dt="2026-08-06T14:05:02.266" v="274" actId="478"/>
          <ac:picMkLst>
            <pc:docMk/>
            <pc:sldMk cId="1346724417" sldId="388"/>
            <ac:picMk id="198" creationId="{0B16B21A-E15E-092D-91A7-702F1C0DFFBF}"/>
          </ac:picMkLst>
        </pc:picChg>
        <pc:picChg chg="add del mod">
          <ac:chgData name="Simon Vincent" userId="ec4b5b03-53cd-4ef0-93ce-f00067d00fb4" providerId="ADAL" clId="{D1F170D2-7398-4584-AE52-C09508656B7F}" dt="2026-08-06T14:05:01.312" v="273" actId="478"/>
          <ac:picMkLst>
            <pc:docMk/>
            <pc:sldMk cId="1346724417" sldId="388"/>
            <ac:picMk id="200" creationId="{0204CA0A-4E73-EDA8-69B8-379DE2FAEF4A}"/>
          </ac:picMkLst>
        </pc:picChg>
        <pc:picChg chg="add del mod">
          <ac:chgData name="Simon Vincent" userId="ec4b5b03-53cd-4ef0-93ce-f00067d00fb4" providerId="ADAL" clId="{D1F170D2-7398-4584-AE52-C09508656B7F}" dt="2026-08-06T14:22:58.427" v="689" actId="22"/>
          <ac:picMkLst>
            <pc:docMk/>
            <pc:sldMk cId="1346724417" sldId="388"/>
            <ac:picMk id="225" creationId="{52813C80-0C61-697E-A68E-C7822FDD948A}"/>
          </ac:picMkLst>
        </pc:picChg>
        <pc:picChg chg="add del mod">
          <ac:chgData name="Simon Vincent" userId="ec4b5b03-53cd-4ef0-93ce-f00067d00fb4" providerId="ADAL" clId="{D1F170D2-7398-4584-AE52-C09508656B7F}" dt="2026-08-06T14:22:58.427" v="689" actId="22"/>
          <ac:picMkLst>
            <pc:docMk/>
            <pc:sldMk cId="1346724417" sldId="388"/>
            <ac:picMk id="227" creationId="{FEADDAB0-B98B-FAE3-6957-4B044464EDDD}"/>
          </ac:picMkLst>
        </pc:picChg>
        <pc:picChg chg="add del mod">
          <ac:chgData name="Simon Vincent" userId="ec4b5b03-53cd-4ef0-93ce-f00067d00fb4" providerId="ADAL" clId="{D1F170D2-7398-4584-AE52-C09508656B7F}" dt="2026-08-06T14:22:58.427" v="689" actId="22"/>
          <ac:picMkLst>
            <pc:docMk/>
            <pc:sldMk cId="1346724417" sldId="388"/>
            <ac:picMk id="229" creationId="{943EF1E0-81CA-D5AE-065E-4954CFFE15BB}"/>
          </ac:picMkLst>
        </pc:picChg>
        <pc:picChg chg="add del mod">
          <ac:chgData name="Simon Vincent" userId="ec4b5b03-53cd-4ef0-93ce-f00067d00fb4" providerId="ADAL" clId="{D1F170D2-7398-4584-AE52-C09508656B7F}" dt="2026-08-06T14:23:51.307" v="706" actId="478"/>
          <ac:picMkLst>
            <pc:docMk/>
            <pc:sldMk cId="1346724417" sldId="388"/>
            <ac:picMk id="233" creationId="{523436C6-0643-848D-D6FC-6A8AEF09572C}"/>
          </ac:picMkLst>
        </pc:picChg>
        <pc:picChg chg="add del mod">
          <ac:chgData name="Simon Vincent" userId="ec4b5b03-53cd-4ef0-93ce-f00067d00fb4" providerId="ADAL" clId="{D1F170D2-7398-4584-AE52-C09508656B7F}" dt="2026-08-06T14:28:15.510" v="731" actId="478"/>
          <ac:picMkLst>
            <pc:docMk/>
            <pc:sldMk cId="1346724417" sldId="388"/>
            <ac:picMk id="237" creationId="{D4ADF846-BCA0-EAB2-AABA-0AD3E40B6BA3}"/>
          </ac:picMkLst>
        </pc:picChg>
        <pc:picChg chg="add del mod">
          <ac:chgData name="Simon Vincent" userId="ec4b5b03-53cd-4ef0-93ce-f00067d00fb4" providerId="ADAL" clId="{D1F170D2-7398-4584-AE52-C09508656B7F}" dt="2026-08-06T14:28:15.510" v="731" actId="478"/>
          <ac:picMkLst>
            <pc:docMk/>
            <pc:sldMk cId="1346724417" sldId="388"/>
            <ac:picMk id="241" creationId="{AF9E4000-028C-8B0A-7733-507B7C8FC7CA}"/>
          </ac:picMkLst>
        </pc:picChg>
        <pc:picChg chg="add del mod">
          <ac:chgData name="Simon Vincent" userId="ec4b5b03-53cd-4ef0-93ce-f00067d00fb4" providerId="ADAL" clId="{D1F170D2-7398-4584-AE52-C09508656B7F}" dt="2026-08-06T14:32:23.966" v="733" actId="478"/>
          <ac:picMkLst>
            <pc:docMk/>
            <pc:sldMk cId="1346724417" sldId="388"/>
            <ac:picMk id="245" creationId="{284F2C0A-60E3-28D8-6B3B-4A90F080F433}"/>
          </ac:picMkLst>
        </pc:picChg>
        <pc:picChg chg="add del mod">
          <ac:chgData name="Simon Vincent" userId="ec4b5b03-53cd-4ef0-93ce-f00067d00fb4" providerId="ADAL" clId="{D1F170D2-7398-4584-AE52-C09508656B7F}" dt="2026-08-06T14:41:22.879" v="817" actId="478"/>
          <ac:picMkLst>
            <pc:docMk/>
            <pc:sldMk cId="1346724417" sldId="388"/>
            <ac:picMk id="249" creationId="{62C85A71-DED5-4E6B-ADD8-1A216F929D73}"/>
          </ac:picMkLst>
        </pc:picChg>
        <pc:picChg chg="add del mod">
          <ac:chgData name="Simon Vincent" userId="ec4b5b03-53cd-4ef0-93ce-f00067d00fb4" providerId="ADAL" clId="{D1F170D2-7398-4584-AE52-C09508656B7F}" dt="2026-08-06T14:41:22.879" v="817" actId="478"/>
          <ac:picMkLst>
            <pc:docMk/>
            <pc:sldMk cId="1346724417" sldId="388"/>
            <ac:picMk id="253" creationId="{EA3951CB-E68A-64F9-DB53-CF882861C5EB}"/>
          </ac:picMkLst>
        </pc:picChg>
        <pc:picChg chg="add del mod">
          <ac:chgData name="Simon Vincent" userId="ec4b5b03-53cd-4ef0-93ce-f00067d00fb4" providerId="ADAL" clId="{D1F170D2-7398-4584-AE52-C09508656B7F}" dt="2026-08-06T14:41:22.879" v="817" actId="478"/>
          <ac:picMkLst>
            <pc:docMk/>
            <pc:sldMk cId="1346724417" sldId="388"/>
            <ac:picMk id="257" creationId="{48D9CFD5-626D-4251-F8AF-F023A4F5D950}"/>
          </ac:picMkLst>
        </pc:picChg>
        <pc:picChg chg="add del mod">
          <ac:chgData name="Simon Vincent" userId="ec4b5b03-53cd-4ef0-93ce-f00067d00fb4" providerId="ADAL" clId="{D1F170D2-7398-4584-AE52-C09508656B7F}" dt="2026-08-06T14:47:55.809" v="832" actId="478"/>
          <ac:picMkLst>
            <pc:docMk/>
            <pc:sldMk cId="1346724417" sldId="388"/>
            <ac:picMk id="264" creationId="{E3A9977C-59EB-5A4C-8DF2-05A26C75896E}"/>
          </ac:picMkLst>
        </pc:picChg>
        <pc:picChg chg="add mod ord">
          <ac:chgData name="Simon Vincent" userId="ec4b5b03-53cd-4ef0-93ce-f00067d00fb4" providerId="ADAL" clId="{D1F170D2-7398-4584-AE52-C09508656B7F}" dt="2026-08-06T14:59:24.298" v="937" actId="1076"/>
          <ac:picMkLst>
            <pc:docMk/>
            <pc:sldMk cId="1346724417" sldId="388"/>
            <ac:picMk id="268" creationId="{368B9886-1D84-6FB0-353E-933066DBD512}"/>
          </ac:picMkLst>
        </pc:picChg>
        <pc:picChg chg="add mod">
          <ac:chgData name="Simon Vincent" userId="ec4b5b03-53cd-4ef0-93ce-f00067d00fb4" providerId="ADAL" clId="{D1F170D2-7398-4584-AE52-C09508656B7F}" dt="2026-08-06T14:59:24.298" v="937" actId="1076"/>
          <ac:picMkLst>
            <pc:docMk/>
            <pc:sldMk cId="1346724417" sldId="388"/>
            <ac:picMk id="272" creationId="{948FBB56-5291-DB12-29F1-2E530764EC25}"/>
          </ac:picMkLst>
        </pc:picChg>
        <pc:picChg chg="add mod">
          <ac:chgData name="Simon Vincent" userId="ec4b5b03-53cd-4ef0-93ce-f00067d00fb4" providerId="ADAL" clId="{D1F170D2-7398-4584-AE52-C09508656B7F}" dt="2026-08-06T14:59:24.298" v="937" actId="1076"/>
          <ac:picMkLst>
            <pc:docMk/>
            <pc:sldMk cId="1346724417" sldId="388"/>
            <ac:picMk id="276" creationId="{CEA6C944-8872-E467-FDEF-E0ADB94A8669}"/>
          </ac:picMkLst>
        </pc:picChg>
        <pc:cxnChg chg="del">
          <ac:chgData name="Simon Vincent" userId="ec4b5b03-53cd-4ef0-93ce-f00067d00fb4" providerId="ADAL" clId="{D1F170D2-7398-4584-AE52-C09508656B7F}" dt="2026-08-06T13:39:32.449" v="70" actId="478"/>
          <ac:cxnSpMkLst>
            <pc:docMk/>
            <pc:sldMk cId="1346724417" sldId="388"/>
            <ac:cxnSpMk id="32" creationId="{593E1A22-E983-6515-766C-C3B2A992019A}"/>
          </ac:cxnSpMkLst>
        </pc:cxnChg>
        <pc:cxnChg chg="del">
          <ac:chgData name="Simon Vincent" userId="ec4b5b03-53cd-4ef0-93ce-f00067d00fb4" providerId="ADAL" clId="{D1F170D2-7398-4584-AE52-C09508656B7F}" dt="2026-08-06T13:39:31.549" v="69" actId="478"/>
          <ac:cxnSpMkLst>
            <pc:docMk/>
            <pc:sldMk cId="1346724417" sldId="388"/>
            <ac:cxnSpMk id="34" creationId="{7536B354-F322-F373-838E-B325890034D9}"/>
          </ac:cxnSpMkLst>
        </pc:cxnChg>
        <pc:cxnChg chg="del">
          <ac:chgData name="Simon Vincent" userId="ec4b5b03-53cd-4ef0-93ce-f00067d00fb4" providerId="ADAL" clId="{D1F170D2-7398-4584-AE52-C09508656B7F}" dt="2026-08-06T13:39:13.004" v="47" actId="478"/>
          <ac:cxnSpMkLst>
            <pc:docMk/>
            <pc:sldMk cId="1346724417" sldId="388"/>
            <ac:cxnSpMk id="37" creationId="{26B03DF5-D499-B382-688A-7CAAE4B1CBCE}"/>
          </ac:cxnSpMkLst>
        </pc:cxnChg>
        <pc:cxnChg chg="add mod">
          <ac:chgData name="Simon Vincent" userId="ec4b5b03-53cd-4ef0-93ce-f00067d00fb4" providerId="ADAL" clId="{D1F170D2-7398-4584-AE52-C09508656B7F}" dt="2026-08-06T15:11:08.166" v="1200" actId="1076"/>
          <ac:cxnSpMkLst>
            <pc:docMk/>
            <pc:sldMk cId="1346724417" sldId="388"/>
            <ac:cxnSpMk id="101" creationId="{CF15D719-D804-CECA-D010-476608F5746C}"/>
          </ac:cxnSpMkLst>
        </pc:cxnChg>
        <pc:cxnChg chg="add del mod">
          <ac:chgData name="Simon Vincent" userId="ec4b5b03-53cd-4ef0-93ce-f00067d00fb4" providerId="ADAL" clId="{D1F170D2-7398-4584-AE52-C09508656B7F}" dt="2026-08-06T15:00:14.898" v="943" actId="478"/>
          <ac:cxnSpMkLst>
            <pc:docMk/>
            <pc:sldMk cId="1346724417" sldId="388"/>
            <ac:cxnSpMk id="103" creationId="{96433583-F69C-6C6A-AC39-B4521C9C6669}"/>
          </ac:cxnSpMkLst>
        </pc:cxnChg>
        <pc:cxnChg chg="add del mod">
          <ac:chgData name="Simon Vincent" userId="ec4b5b03-53cd-4ef0-93ce-f00067d00fb4" providerId="ADAL" clId="{D1F170D2-7398-4584-AE52-C09508656B7F}" dt="2026-08-06T13:46:33.507" v="187" actId="478"/>
          <ac:cxnSpMkLst>
            <pc:docMk/>
            <pc:sldMk cId="1346724417" sldId="388"/>
            <ac:cxnSpMk id="107" creationId="{896E0D04-D93B-D558-E3AD-7A8000D2F797}"/>
          </ac:cxnSpMkLst>
        </pc:cxnChg>
        <pc:cxnChg chg="add mod">
          <ac:chgData name="Simon Vincent" userId="ec4b5b03-53cd-4ef0-93ce-f00067d00fb4" providerId="ADAL" clId="{D1F170D2-7398-4584-AE52-C09508656B7F}" dt="2026-08-06T14:59:39.783" v="941" actId="14100"/>
          <ac:cxnSpMkLst>
            <pc:docMk/>
            <pc:sldMk cId="1346724417" sldId="388"/>
            <ac:cxnSpMk id="209" creationId="{EEACA250-3FA1-6330-E8C5-DA05656706A2}"/>
          </ac:cxnSpMkLst>
        </pc:cxnChg>
        <pc:cxnChg chg="add del mod">
          <ac:chgData name="Simon Vincent" userId="ec4b5b03-53cd-4ef0-93ce-f00067d00fb4" providerId="ADAL" clId="{D1F170D2-7398-4584-AE52-C09508656B7F}" dt="2026-08-06T14:59:12.491" v="936" actId="478"/>
          <ac:cxnSpMkLst>
            <pc:docMk/>
            <pc:sldMk cId="1346724417" sldId="388"/>
            <ac:cxnSpMk id="277" creationId="{0132B006-16A3-2F35-3CB3-56919A3890A9}"/>
          </ac:cxnSpMkLst>
        </pc:cxnChg>
        <pc:cxnChg chg="add mod">
          <ac:chgData name="Simon Vincent" userId="ec4b5b03-53cd-4ef0-93ce-f00067d00fb4" providerId="ADAL" clId="{D1F170D2-7398-4584-AE52-C09508656B7F}" dt="2026-08-06T15:00:19.863" v="944" actId="12789"/>
          <ac:cxnSpMkLst>
            <pc:docMk/>
            <pc:sldMk cId="1346724417" sldId="388"/>
            <ac:cxnSpMk id="280" creationId="{44FC0C94-D1C0-6E23-997C-6D7A04BCF007}"/>
          </ac:cxnSpMkLst>
        </pc:cxnChg>
        <pc:cxnChg chg="add mod">
          <ac:chgData name="Simon Vincent" userId="ec4b5b03-53cd-4ef0-93ce-f00067d00fb4" providerId="ADAL" clId="{D1F170D2-7398-4584-AE52-C09508656B7F}" dt="2026-08-06T15:07:52.116" v="1048" actId="1076"/>
          <ac:cxnSpMkLst>
            <pc:docMk/>
            <pc:sldMk cId="1346724417" sldId="388"/>
            <ac:cxnSpMk id="287" creationId="{CA32C24F-979D-F689-D8EF-0B04C06299B0}"/>
          </ac:cxnSpMkLst>
        </pc:cxnChg>
      </pc:sldChg>
    </pc:docChg>
  </pc:docChgLst>
  <pc:docChgLst>
    <pc:chgData name="Lucas Genty" userId="0ff89410-5e71-4be0-bd77-4c071ba329e4" providerId="ADAL" clId="{299A151C-5B74-5660-9229-42BC38DFE690}"/>
    <pc:docChg chg="undo custSel modSld">
      <pc:chgData name="Lucas Genty" userId="0ff89410-5e71-4be0-bd77-4c071ba329e4" providerId="ADAL" clId="{299A151C-5B74-5660-9229-42BC38DFE690}" dt="2026-08-06T07:18:36.996" v="71" actId="1076"/>
      <pc:docMkLst>
        <pc:docMk/>
      </pc:docMkLst>
      <pc:sldChg chg="addSp delSp modSp mod">
        <pc:chgData name="Lucas Genty" userId="0ff89410-5e71-4be0-bd77-4c071ba329e4" providerId="ADAL" clId="{299A151C-5B74-5660-9229-42BC38DFE690}" dt="2026-08-06T07:18:36.996" v="71" actId="1076"/>
        <pc:sldMkLst>
          <pc:docMk/>
          <pc:sldMk cId="2523577696" sldId="285"/>
        </pc:sldMkLst>
        <pc:spChg chg="add mod">
          <ac:chgData name="Lucas Genty" userId="0ff89410-5e71-4be0-bd77-4c071ba329e4" providerId="ADAL" clId="{299A151C-5B74-5660-9229-42BC38DFE690}" dt="2026-08-06T07:15:04.731" v="41" actId="1076"/>
          <ac:spMkLst>
            <pc:docMk/>
            <pc:sldMk cId="2523577696" sldId="285"/>
            <ac:spMk id="6" creationId="{FC9C0DB8-1A43-B650-B319-E63B5659EE43}"/>
          </ac:spMkLst>
        </pc:spChg>
        <pc:spChg chg="add mod">
          <ac:chgData name="Lucas Genty" userId="0ff89410-5e71-4be0-bd77-4c071ba329e4" providerId="ADAL" clId="{299A151C-5B74-5660-9229-42BC38DFE690}" dt="2026-08-06T07:15:18.272" v="49" actId="1076"/>
          <ac:spMkLst>
            <pc:docMk/>
            <pc:sldMk cId="2523577696" sldId="285"/>
            <ac:spMk id="7" creationId="{D5F2A900-D553-DF16-9668-2CE31AC1ACBD}"/>
          </ac:spMkLst>
        </pc:spChg>
        <pc:spChg chg="add mod">
          <ac:chgData name="Lucas Genty" userId="0ff89410-5e71-4be0-bd77-4c071ba329e4" providerId="ADAL" clId="{299A151C-5B74-5660-9229-42BC38DFE690}" dt="2026-08-06T07:15:25.288" v="55" actId="20577"/>
          <ac:spMkLst>
            <pc:docMk/>
            <pc:sldMk cId="2523577696" sldId="285"/>
            <ac:spMk id="8" creationId="{8A88D6EC-D99C-24A7-36D8-68BCAE9FEAE1}"/>
          </ac:spMkLst>
        </pc:spChg>
        <pc:spChg chg="add mod">
          <ac:chgData name="Lucas Genty" userId="0ff89410-5e71-4be0-bd77-4c071ba329e4" providerId="ADAL" clId="{299A151C-5B74-5660-9229-42BC38DFE690}" dt="2026-08-06T07:18:36.996" v="71" actId="1076"/>
          <ac:spMkLst>
            <pc:docMk/>
            <pc:sldMk cId="2523577696" sldId="285"/>
            <ac:spMk id="9" creationId="{B5B86FDB-78F2-887C-79CE-3FB892713D9E}"/>
          </ac:spMkLst>
        </pc:spChg>
        <pc:spChg chg="add mod">
          <ac:chgData name="Lucas Genty" userId="0ff89410-5e71-4be0-bd77-4c071ba329e4" providerId="ADAL" clId="{299A151C-5B74-5660-9229-42BC38DFE690}" dt="2026-08-06T07:16:53.856" v="70"/>
          <ac:spMkLst>
            <pc:docMk/>
            <pc:sldMk cId="2523577696" sldId="285"/>
            <ac:spMk id="28" creationId="{623A64F0-385C-23AB-0B61-2F213D9F74DF}"/>
          </ac:spMkLst>
        </pc:spChg>
        <pc:spChg chg="add mod">
          <ac:chgData name="Lucas Genty" userId="0ff89410-5e71-4be0-bd77-4c071ba329e4" providerId="ADAL" clId="{299A151C-5B74-5660-9229-42BC38DFE690}" dt="2026-08-06T07:16:53.856" v="70"/>
          <ac:spMkLst>
            <pc:docMk/>
            <pc:sldMk cId="2523577696" sldId="285"/>
            <ac:spMk id="29" creationId="{68C90375-4787-C64C-A944-61E3AB4EB63E}"/>
          </ac:spMkLst>
        </pc:spChg>
        <pc:spChg chg="del mod">
          <ac:chgData name="Lucas Genty" userId="0ff89410-5e71-4be0-bd77-4c071ba329e4" providerId="ADAL" clId="{299A151C-5B74-5660-9229-42BC38DFE690}" dt="2026-08-06T07:14:57.224" v="39" actId="478"/>
          <ac:spMkLst>
            <pc:docMk/>
            <pc:sldMk cId="2523577696" sldId="285"/>
            <ac:spMk id="31" creationId="{655539A4-EB08-5921-5699-11AF5A70D403}"/>
          </ac:spMkLst>
        </pc:spChg>
        <pc:spChg chg="add mod">
          <ac:chgData name="Lucas Genty" userId="0ff89410-5e71-4be0-bd77-4c071ba329e4" providerId="ADAL" clId="{299A151C-5B74-5660-9229-42BC38DFE690}" dt="2026-08-06T07:16:53.856" v="70"/>
          <ac:spMkLst>
            <pc:docMk/>
            <pc:sldMk cId="2523577696" sldId="285"/>
            <ac:spMk id="33" creationId="{41EE4EB6-7C49-C467-16D6-E6F0FB3060C7}"/>
          </ac:spMkLst>
        </pc:spChg>
        <pc:spChg chg="del mod">
          <ac:chgData name="Lucas Genty" userId="0ff89410-5e71-4be0-bd77-4c071ba329e4" providerId="ADAL" clId="{299A151C-5B74-5660-9229-42BC38DFE690}" dt="2026-08-06T07:14:57.224" v="39" actId="478"/>
          <ac:spMkLst>
            <pc:docMk/>
            <pc:sldMk cId="2523577696" sldId="285"/>
            <ac:spMk id="37" creationId="{B769FD55-5F14-F709-6DF6-AC1BFA0D14E2}"/>
          </ac:spMkLst>
        </pc:spChg>
        <pc:spChg chg="del">
          <ac:chgData name="Lucas Genty" userId="0ff89410-5e71-4be0-bd77-4c071ba329e4" providerId="ADAL" clId="{299A151C-5B74-5660-9229-42BC38DFE690}" dt="2026-08-06T07:14:57.224" v="39" actId="478"/>
          <ac:spMkLst>
            <pc:docMk/>
            <pc:sldMk cId="2523577696" sldId="285"/>
            <ac:spMk id="40" creationId="{FD063836-3520-95C1-4B7C-B79F8E755B60}"/>
          </ac:spMkLst>
        </pc:spChg>
        <pc:spChg chg="del">
          <ac:chgData name="Lucas Genty" userId="0ff89410-5e71-4be0-bd77-4c071ba329e4" providerId="ADAL" clId="{299A151C-5B74-5660-9229-42BC38DFE690}" dt="2026-08-06T07:14:57.224" v="39" actId="478"/>
          <ac:spMkLst>
            <pc:docMk/>
            <pc:sldMk cId="2523577696" sldId="285"/>
            <ac:spMk id="41" creationId="{AD7F1876-6032-FB7F-22BD-E4261C2E71E4}"/>
          </ac:spMkLst>
        </pc:spChg>
        <pc:spChg chg="add mod">
          <ac:chgData name="Lucas Genty" userId="0ff89410-5e71-4be0-bd77-4c071ba329e4" providerId="ADAL" clId="{299A151C-5B74-5660-9229-42BC38DFE690}" dt="2026-08-06T07:16:53.856" v="70"/>
          <ac:spMkLst>
            <pc:docMk/>
            <pc:sldMk cId="2523577696" sldId="285"/>
            <ac:spMk id="45" creationId="{B95EC528-07B9-2D63-BDF2-8BE254F63346}"/>
          </ac:spMkLst>
        </pc:spChg>
        <pc:spChg chg="add mod">
          <ac:chgData name="Lucas Genty" userId="0ff89410-5e71-4be0-bd77-4c071ba329e4" providerId="ADAL" clId="{299A151C-5B74-5660-9229-42BC38DFE690}" dt="2026-08-06T07:16:53.856" v="70"/>
          <ac:spMkLst>
            <pc:docMk/>
            <pc:sldMk cId="2523577696" sldId="285"/>
            <ac:spMk id="46" creationId="{200D7C69-F7EE-5787-B662-4FDF337D52A8}"/>
          </ac:spMkLst>
        </pc:spChg>
        <pc:spChg chg="add mod">
          <ac:chgData name="Lucas Genty" userId="0ff89410-5e71-4be0-bd77-4c071ba329e4" providerId="ADAL" clId="{299A151C-5B74-5660-9229-42BC38DFE690}" dt="2026-08-06T07:16:53.856" v="70"/>
          <ac:spMkLst>
            <pc:docMk/>
            <pc:sldMk cId="2523577696" sldId="285"/>
            <ac:spMk id="47" creationId="{3DF53FB1-CA8A-4ACC-83D8-CB3131998586}"/>
          </ac:spMkLst>
        </pc:spChg>
        <pc:spChg chg="del">
          <ac:chgData name="Lucas Genty" userId="0ff89410-5e71-4be0-bd77-4c071ba329e4" providerId="ADAL" clId="{299A151C-5B74-5660-9229-42BC38DFE690}" dt="2026-08-06T07:16:09.033" v="62" actId="478"/>
          <ac:spMkLst>
            <pc:docMk/>
            <pc:sldMk cId="2523577696" sldId="285"/>
            <ac:spMk id="125" creationId="{33291788-9910-AA54-7615-7A65A3EBE5D2}"/>
          </ac:spMkLst>
        </pc:spChg>
        <pc:spChg chg="del">
          <ac:chgData name="Lucas Genty" userId="0ff89410-5e71-4be0-bd77-4c071ba329e4" providerId="ADAL" clId="{299A151C-5B74-5660-9229-42BC38DFE690}" dt="2026-08-06T07:16:09.033" v="62" actId="478"/>
          <ac:spMkLst>
            <pc:docMk/>
            <pc:sldMk cId="2523577696" sldId="285"/>
            <ac:spMk id="126" creationId="{1AAD3BF0-7923-12A2-B590-54890233602E}"/>
          </ac:spMkLst>
        </pc:spChg>
        <pc:spChg chg="mod">
          <ac:chgData name="Lucas Genty" userId="0ff89410-5e71-4be0-bd77-4c071ba329e4" providerId="ADAL" clId="{299A151C-5B74-5660-9229-42BC38DFE690}" dt="2026-08-06T07:16:11.656" v="63" actId="1076"/>
          <ac:spMkLst>
            <pc:docMk/>
            <pc:sldMk cId="2523577696" sldId="285"/>
            <ac:spMk id="127" creationId="{790FBFCC-2185-65E2-CE5B-36A3FA375E39}"/>
          </ac:spMkLst>
        </pc:spChg>
        <pc:spChg chg="del">
          <ac:chgData name="Lucas Genty" userId="0ff89410-5e71-4be0-bd77-4c071ba329e4" providerId="ADAL" clId="{299A151C-5B74-5660-9229-42BC38DFE690}" dt="2026-08-06T07:16:09.033" v="62" actId="478"/>
          <ac:spMkLst>
            <pc:docMk/>
            <pc:sldMk cId="2523577696" sldId="285"/>
            <ac:spMk id="143" creationId="{0A6FB7ED-8EFE-C259-C37F-C0C065FD8BAF}"/>
          </ac:spMkLst>
        </pc:spChg>
        <pc:spChg chg="del">
          <ac:chgData name="Lucas Genty" userId="0ff89410-5e71-4be0-bd77-4c071ba329e4" providerId="ADAL" clId="{299A151C-5B74-5660-9229-42BC38DFE690}" dt="2026-08-06T07:16:09.033" v="62" actId="478"/>
          <ac:spMkLst>
            <pc:docMk/>
            <pc:sldMk cId="2523577696" sldId="285"/>
            <ac:spMk id="144" creationId="{E5F9FB4E-002E-11CD-6834-9474FF58411A}"/>
          </ac:spMkLst>
        </pc:spChg>
        <pc:spChg chg="mod">
          <ac:chgData name="Lucas Genty" userId="0ff89410-5e71-4be0-bd77-4c071ba329e4" providerId="ADAL" clId="{299A151C-5B74-5660-9229-42BC38DFE690}" dt="2026-08-06T07:16:14.481" v="64" actId="1076"/>
          <ac:spMkLst>
            <pc:docMk/>
            <pc:sldMk cId="2523577696" sldId="285"/>
            <ac:spMk id="148" creationId="{CC5EDBCB-908D-459A-1994-FFFA20FF9FDF}"/>
          </ac:spMkLst>
        </pc:spChg>
        <pc:spChg chg="mod">
          <ac:chgData name="Lucas Genty" userId="0ff89410-5e71-4be0-bd77-4c071ba329e4" providerId="ADAL" clId="{299A151C-5B74-5660-9229-42BC38DFE690}" dt="2026-08-06T07:16:16.396" v="65" actId="1076"/>
          <ac:spMkLst>
            <pc:docMk/>
            <pc:sldMk cId="2523577696" sldId="285"/>
            <ac:spMk id="149" creationId="{0FF6F2F7-818C-302F-CBD5-536BF1967AA1}"/>
          </ac:spMkLst>
        </pc:spChg>
        <pc:spChg chg="del">
          <ac:chgData name="Lucas Genty" userId="0ff89410-5e71-4be0-bd77-4c071ba329e4" providerId="ADAL" clId="{299A151C-5B74-5660-9229-42BC38DFE690}" dt="2026-08-06T07:16:09.033" v="62" actId="478"/>
          <ac:spMkLst>
            <pc:docMk/>
            <pc:sldMk cId="2523577696" sldId="285"/>
            <ac:spMk id="151" creationId="{99FE2FFD-3696-9810-7C1B-FDB65A83C37C}"/>
          </ac:spMkLst>
        </pc:spChg>
        <pc:spChg chg="del">
          <ac:chgData name="Lucas Genty" userId="0ff89410-5e71-4be0-bd77-4c071ba329e4" providerId="ADAL" clId="{299A151C-5B74-5660-9229-42BC38DFE690}" dt="2026-08-06T07:16:09.033" v="62" actId="478"/>
          <ac:spMkLst>
            <pc:docMk/>
            <pc:sldMk cId="2523577696" sldId="285"/>
            <ac:spMk id="152" creationId="{77AC99CD-A4C9-F4EF-71B2-66460F7BF0D3}"/>
          </ac:spMkLst>
        </pc:spChg>
        <pc:spChg chg="del">
          <ac:chgData name="Lucas Genty" userId="0ff89410-5e71-4be0-bd77-4c071ba329e4" providerId="ADAL" clId="{299A151C-5B74-5660-9229-42BC38DFE690}" dt="2026-08-06T07:16:09.033" v="62" actId="478"/>
          <ac:spMkLst>
            <pc:docMk/>
            <pc:sldMk cId="2523577696" sldId="285"/>
            <ac:spMk id="155" creationId="{5DDB4A06-0BCC-24EE-DA11-30B9E01AE4C4}"/>
          </ac:spMkLst>
        </pc:spChg>
        <pc:spChg chg="del">
          <ac:chgData name="Lucas Genty" userId="0ff89410-5e71-4be0-bd77-4c071ba329e4" providerId="ADAL" clId="{299A151C-5B74-5660-9229-42BC38DFE690}" dt="2026-08-06T07:16:09.033" v="62" actId="478"/>
          <ac:spMkLst>
            <pc:docMk/>
            <pc:sldMk cId="2523577696" sldId="285"/>
            <ac:spMk id="156" creationId="{0171F3A6-C785-8495-1503-D8246A40135D}"/>
          </ac:spMkLst>
        </pc:spChg>
        <pc:spChg chg="del">
          <ac:chgData name="Lucas Genty" userId="0ff89410-5e71-4be0-bd77-4c071ba329e4" providerId="ADAL" clId="{299A151C-5B74-5660-9229-42BC38DFE690}" dt="2026-08-06T07:16:09.033" v="62" actId="478"/>
          <ac:spMkLst>
            <pc:docMk/>
            <pc:sldMk cId="2523577696" sldId="285"/>
            <ac:spMk id="157" creationId="{49F7BB85-306B-3E93-0A84-EBD8AD861B78}"/>
          </ac:spMkLst>
        </pc:spChg>
        <pc:spChg chg="del">
          <ac:chgData name="Lucas Genty" userId="0ff89410-5e71-4be0-bd77-4c071ba329e4" providerId="ADAL" clId="{299A151C-5B74-5660-9229-42BC38DFE690}" dt="2026-08-06T07:16:09.033" v="62" actId="478"/>
          <ac:spMkLst>
            <pc:docMk/>
            <pc:sldMk cId="2523577696" sldId="285"/>
            <ac:spMk id="158" creationId="{FF34D366-E988-2B21-513E-DC3EA0AD885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707C-E44D-A9BA-0D08C4FE70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Titre de la</a:t>
            </a:r>
            <a:br>
              <a:rPr lang="fr-FR" noProof="0"/>
            </a:br>
            <a:r>
              <a:rPr lang="fr-FR" noProof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/>
              <a:t>ÉVALUATION</a:t>
            </a:r>
            <a:br>
              <a:rPr lang="fr-FR" sz="4400"/>
            </a:br>
            <a:r>
              <a:rPr lang="fr-FR" sz="4400"/>
              <a:t>INDIVIDUALISATION</a:t>
            </a:r>
            <a:endParaRPr lang="fr-FR" sz="4400" noProof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/>
              <a:t>ALI AZHAR</a:t>
            </a:r>
            <a:r>
              <a:rPr lang="fr-FR"/>
              <a:t> - 2008</a:t>
            </a:r>
          </a:p>
          <a:p>
            <a:r>
              <a:rPr lang="fr-FR" noProof="0"/>
              <a:t>SAISON 2026 / 2027</a:t>
            </a:r>
          </a:p>
        </p:txBody>
      </p:sp>
    </p:spTree>
    <p:extLst>
      <p:ext uri="{BB962C8B-B14F-4D97-AF65-F5344CB8AC3E}">
        <p14:creationId xmlns:p14="http://schemas.microsoft.com/office/powerpoint/2010/main" val="1265883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6CD1-F9F1-E9A2-49D7-858E04E6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8ECD2657-1E04-BAFF-F4AC-F07DE44F016D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28EF2668-1B5E-5A78-E605-FBB8F72B2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D2C8D93-1FB5-A62F-6137-9AEE9C7FD788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E2E43A92-1207-9ABC-D0BB-81276EF71F26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C2E8DD4-F417-EFCC-16A3-6CA2C2684A5E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80813509-32B7-4AC0-5819-7EE5056F2769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2D6CD09-8E2E-30D9-407C-59FEEB4A3482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266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3FF50C31-8705-1E33-B81B-48CBC8A6675C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E9C2F71-DFCC-04CE-0D06-6AE05486B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87AC5F6C-BB56-032E-46F9-206303FBD30D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858C334-BA60-5A30-E795-337397AAF63E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DE54BE8E-1EF9-B275-5FD9-41833AF492C4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9C91104-F458-5E09-C78F-9CE2D719164D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1DDBD691-4045-8A28-1374-BB0A30C85226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33E8CC36-7F6B-1D8D-25BD-75125B84A0A0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7BC92DC-E0E1-AF4B-4A8A-74FB0CAFEA53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DAE3EB57-9F84-6021-F541-8E7C43588997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DA649F17-D406-7AC3-17A6-791C55DE7BD4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err="1">
                <a:solidFill>
                  <a:schemeClr val="bg1"/>
                </a:solidFill>
              </a:rPr>
              <a:t>T</a:t>
            </a:r>
            <a:r>
              <a:rPr lang="fr-FR" sz="140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710AC65A-990B-68CC-2828-6D57F712B52D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820C513E-A403-BDBA-C8AA-67E51142F0B4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0148D301-E451-E6A4-2F77-84E8F8CACC67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B0391404-6B98-D95F-9074-8D0ED013A01A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550A7F3-AB95-36E9-F1E3-F8CA54882FAE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A5EAA3-FFCD-8EDC-3C64-A4C8DB45289E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1B2FF96-4B79-C9EC-E657-1C13FBE72E84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64C6072-7A33-5A41-C07E-BD98AC589317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C8ED3D4-E071-EF13-8F3A-9BEC38045BA6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3163C77-EFF0-FC5D-D351-A57B83E02315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68634E-FA04-DBDB-38C6-9FDC6E4DB93D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8D92854-5F72-BEC9-08AB-FAE5F0BA3F6E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74BA2F9-0BCB-672F-49B8-C26A84AC6503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AFA8D4B-8189-BE58-D461-70FFBC24AE46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C3F7BDA-80BA-953E-C8CC-57CB99E9F61A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76FF3B73-D039-2041-F6D8-69D0B66353BE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B8F921F-63EC-2503-88FE-A008627D7156}"/>
              </a:ext>
            </a:extLst>
          </p:cNvPr>
          <p:cNvSpPr/>
          <p:nvPr/>
        </p:nvSpPr>
        <p:spPr>
          <a:xfrm>
            <a:off x="2915328" y="3202067"/>
            <a:ext cx="2719446" cy="304145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8D83A3E6-BA50-A9BC-13D9-12B835F0FAFD}"/>
              </a:ext>
            </a:extLst>
          </p:cNvPr>
          <p:cNvSpPr txBox="1"/>
          <p:nvPr/>
        </p:nvSpPr>
        <p:spPr>
          <a:xfrm>
            <a:off x="2951542" y="3221279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E4C575E-1BD5-F814-38D8-EB51781F8B06}"/>
              </a:ext>
            </a:extLst>
          </p:cNvPr>
          <p:cNvSpPr/>
          <p:nvPr/>
        </p:nvSpPr>
        <p:spPr>
          <a:xfrm>
            <a:off x="5740824" y="3198094"/>
            <a:ext cx="2719446" cy="304145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4B394AB-F72E-A505-9A4D-CF2BF2E7B7D6}"/>
              </a:ext>
            </a:extLst>
          </p:cNvPr>
          <p:cNvSpPr/>
          <p:nvPr/>
        </p:nvSpPr>
        <p:spPr>
          <a:xfrm>
            <a:off x="8566320" y="3202067"/>
            <a:ext cx="2719446" cy="304145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E66DBF4-85CA-A6D6-AA08-2404C70F363B}"/>
              </a:ext>
            </a:extLst>
          </p:cNvPr>
          <p:cNvSpPr txBox="1"/>
          <p:nvPr/>
        </p:nvSpPr>
        <p:spPr>
          <a:xfrm>
            <a:off x="5778921" y="3233471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95F6E1EB-062A-1446-F155-A8E0CA061159}"/>
              </a:ext>
            </a:extLst>
          </p:cNvPr>
          <p:cNvSpPr txBox="1"/>
          <p:nvPr/>
        </p:nvSpPr>
        <p:spPr>
          <a:xfrm>
            <a:off x="8602534" y="3233471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F558E6B4-57F5-147B-1E72-42C75981F80D}"/>
              </a:ext>
            </a:extLst>
          </p:cNvPr>
          <p:cNvSpPr txBox="1"/>
          <p:nvPr/>
        </p:nvSpPr>
        <p:spPr>
          <a:xfrm>
            <a:off x="3151233" y="357802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90FBFCC-2185-65E2-CE5B-36A3FA375E39}"/>
              </a:ext>
            </a:extLst>
          </p:cNvPr>
          <p:cNvSpPr/>
          <p:nvPr/>
        </p:nvSpPr>
        <p:spPr>
          <a:xfrm>
            <a:off x="4409752" y="3257360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0BE154BD-AC52-299F-BBBA-CE478D39ECC1}"/>
              </a:ext>
            </a:extLst>
          </p:cNvPr>
          <p:cNvSpPr txBox="1"/>
          <p:nvPr/>
        </p:nvSpPr>
        <p:spPr>
          <a:xfrm>
            <a:off x="3151233" y="380413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9222A193-E63E-B904-100A-C224DF0D25A7}"/>
              </a:ext>
            </a:extLst>
          </p:cNvPr>
          <p:cNvSpPr txBox="1"/>
          <p:nvPr/>
        </p:nvSpPr>
        <p:spPr>
          <a:xfrm>
            <a:off x="3151233" y="404187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6E115946-0D1D-F0AA-1D0B-34081AA00214}"/>
              </a:ext>
            </a:extLst>
          </p:cNvPr>
          <p:cNvSpPr txBox="1"/>
          <p:nvPr/>
        </p:nvSpPr>
        <p:spPr>
          <a:xfrm>
            <a:off x="5936151" y="378670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Pressing 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2AD148F4-70EC-58EA-26F5-94E7AF784C77}"/>
              </a:ext>
            </a:extLst>
          </p:cNvPr>
          <p:cNvSpPr txBox="1"/>
          <p:nvPr/>
        </p:nvSpPr>
        <p:spPr>
          <a:xfrm>
            <a:off x="5936151" y="357684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Fermer les lignes de passes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FD4A54DE-33E0-CD36-D3F7-2C3EF09D02F8}"/>
              </a:ext>
            </a:extLst>
          </p:cNvPr>
          <p:cNvSpPr txBox="1"/>
          <p:nvPr/>
        </p:nvSpPr>
        <p:spPr>
          <a:xfrm>
            <a:off x="3151232" y="4280116"/>
            <a:ext cx="2536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4E3C50E4-E180-D481-22E0-4252684DAB25}"/>
              </a:ext>
            </a:extLst>
          </p:cNvPr>
          <p:cNvSpPr txBox="1"/>
          <p:nvPr/>
        </p:nvSpPr>
        <p:spPr>
          <a:xfrm>
            <a:off x="3157329" y="450566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9930F25-A09F-DBAD-0F55-B5EE113D4C84}"/>
              </a:ext>
            </a:extLst>
          </p:cNvPr>
          <p:cNvSpPr txBox="1"/>
          <p:nvPr/>
        </p:nvSpPr>
        <p:spPr>
          <a:xfrm>
            <a:off x="3157329" y="473122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Efficacité en 1c1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E969D150-0BF2-4AA7-F981-3F4435003C0E}"/>
              </a:ext>
            </a:extLst>
          </p:cNvPr>
          <p:cNvSpPr txBox="1"/>
          <p:nvPr/>
        </p:nvSpPr>
        <p:spPr>
          <a:xfrm>
            <a:off x="3157329" y="493804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CE9B98C-8A33-B234-9E21-C0C14D13383F}"/>
              </a:ext>
            </a:extLst>
          </p:cNvPr>
          <p:cNvSpPr txBox="1"/>
          <p:nvPr/>
        </p:nvSpPr>
        <p:spPr>
          <a:xfrm>
            <a:off x="3168215" y="516664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31BA394-E80F-17DB-608C-0DB8C14B2AF2}"/>
              </a:ext>
            </a:extLst>
          </p:cNvPr>
          <p:cNvSpPr txBox="1"/>
          <p:nvPr/>
        </p:nvSpPr>
        <p:spPr>
          <a:xfrm>
            <a:off x="3168215" y="538436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Attaque du but / de la surface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376CB11-BABA-A670-602F-31DDA8BCCEE5}"/>
              </a:ext>
            </a:extLst>
          </p:cNvPr>
          <p:cNvSpPr txBox="1"/>
          <p:nvPr/>
        </p:nvSpPr>
        <p:spPr>
          <a:xfrm>
            <a:off x="5944072" y="399925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Aide défensive à son latéral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527F94DB-7E00-5750-E77B-81DC4CDD6C22}"/>
              </a:ext>
            </a:extLst>
          </p:cNvPr>
          <p:cNvSpPr txBox="1"/>
          <p:nvPr/>
        </p:nvSpPr>
        <p:spPr>
          <a:xfrm>
            <a:off x="3168215" y="559903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de centre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F6E70AC5-F522-8843-B9E5-027FA299602E}"/>
              </a:ext>
            </a:extLst>
          </p:cNvPr>
          <p:cNvSpPr txBox="1"/>
          <p:nvPr/>
        </p:nvSpPr>
        <p:spPr>
          <a:xfrm>
            <a:off x="3168215" y="584156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0E0E3597-E15C-E072-8AEC-01A793AC96F9}"/>
              </a:ext>
            </a:extLst>
          </p:cNvPr>
          <p:cNvSpPr txBox="1"/>
          <p:nvPr/>
        </p:nvSpPr>
        <p:spPr>
          <a:xfrm>
            <a:off x="3168215" y="606183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Vitesse d’enchainement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C5EDBCB-908D-459A-1994-FFFA20FF9FDF}"/>
              </a:ext>
            </a:extLst>
          </p:cNvPr>
          <p:cNvSpPr/>
          <p:nvPr/>
        </p:nvSpPr>
        <p:spPr>
          <a:xfrm>
            <a:off x="4645052" y="3279187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FF6F2F7-818C-302F-CBD5-536BF1967AA1}"/>
              </a:ext>
            </a:extLst>
          </p:cNvPr>
          <p:cNvSpPr/>
          <p:nvPr/>
        </p:nvSpPr>
        <p:spPr>
          <a:xfrm>
            <a:off x="4856832" y="3285596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4AB88DB-B7A6-6E39-FDB2-29353DA90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721E83-B7E5-0369-AF60-01A4C86A4F75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957053-8623-0AF3-5856-0ACEC0BC6194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2A6EED-C89E-808B-2025-57B0B58270D0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CB7A0EC-C5FF-BBF7-D7E0-8D6BF831DE3C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38C4381-E7C0-2E6D-2024-2B3E28A68AF0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pic>
        <p:nvPicPr>
          <p:cNvPr id="54" name="Graphique 53">
            <a:extLst>
              <a:ext uri="{FF2B5EF4-FFF2-40B4-BE49-F238E27FC236}">
                <a16:creationId xmlns:a16="http://schemas.microsoft.com/office/drawing/2014/main" id="{6478698B-9486-8833-3BAC-1574A9C9FC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8989E5C1-4D42-5EA4-7E83-926CB0D096D2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5FBC489-AD9D-64F5-70DC-7B71AF7BFCDC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D886EA0-7D90-9755-5C0F-4D30547E31D7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8F331B3-180C-B817-967B-ACC9C2220049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5322B22-D1FC-D249-7915-BC562A0C1ABB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C8922D2-5935-21E0-2C91-6C0E30EDC9BC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3465B31-7B7C-A971-028A-238CCE39B6CE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9E0F815-9A2C-7706-0FC6-492BFEF2E013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7236BB9-B5BB-A007-64EB-F1CAFC2E5094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FA64A3A-FD5A-7B90-A746-E0AA851B0EDA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7A4A328-4E6E-7379-7D40-CA8F618830D7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99C00DC-603C-8041-694C-4EA293880704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D964FF6-728A-3E4D-3C95-58B4DB8389ED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DA954F3-8E2D-50E2-4E04-27D3C178A443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C0A0283-6E7C-B684-5396-AB72EE67214F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pic>
        <p:nvPicPr>
          <p:cNvPr id="105" name="Image 104">
            <a:extLst>
              <a:ext uri="{FF2B5EF4-FFF2-40B4-BE49-F238E27FC236}">
                <a16:creationId xmlns:a16="http://schemas.microsoft.com/office/drawing/2014/main" id="{4E8D8E64-32B0-CE81-6EEA-CB32E3789E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107" name="Image 106">
            <a:extLst>
              <a:ext uri="{FF2B5EF4-FFF2-40B4-BE49-F238E27FC236}">
                <a16:creationId xmlns:a16="http://schemas.microsoft.com/office/drawing/2014/main" id="{722824C6-C6AC-BD11-3B97-A5D0B2BE9D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EBE1C0CD-1FE9-FD4B-E2B8-F91752E1353D}"/>
              </a:ext>
            </a:extLst>
          </p:cNvPr>
          <p:cNvSpPr/>
          <p:nvPr/>
        </p:nvSpPr>
        <p:spPr>
          <a:xfrm>
            <a:off x="3139227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8DA214D-A123-C821-E2C7-3B6F5AB54903}"/>
              </a:ext>
            </a:extLst>
          </p:cNvPr>
          <p:cNvSpPr/>
          <p:nvPr/>
        </p:nvSpPr>
        <p:spPr>
          <a:xfrm>
            <a:off x="3868772" y="222839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45DBCBB-A3F8-64CE-1CC9-BA33E3287ADD}"/>
              </a:ext>
            </a:extLst>
          </p:cNvPr>
          <p:cNvSpPr/>
          <p:nvPr/>
        </p:nvSpPr>
        <p:spPr>
          <a:xfrm>
            <a:off x="4603327" y="2222298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5C34991-E202-60DB-8AFE-68287E814976}"/>
              </a:ext>
            </a:extLst>
          </p:cNvPr>
          <p:cNvSpPr/>
          <p:nvPr/>
        </p:nvSpPr>
        <p:spPr>
          <a:xfrm>
            <a:off x="5332872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0E4395D-7681-BF00-A618-B6D1E9F253A3}"/>
              </a:ext>
            </a:extLst>
          </p:cNvPr>
          <p:cNvSpPr/>
          <p:nvPr/>
        </p:nvSpPr>
        <p:spPr>
          <a:xfrm>
            <a:off x="6061726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pic>
        <p:nvPicPr>
          <p:cNvPr id="113" name="Image 112">
            <a:extLst>
              <a:ext uri="{FF2B5EF4-FFF2-40B4-BE49-F238E27FC236}">
                <a16:creationId xmlns:a16="http://schemas.microsoft.com/office/drawing/2014/main" id="{EA72FA5C-B64B-F120-1555-038EA082D9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6656" y="2228005"/>
            <a:ext cx="222863" cy="278579"/>
          </a:xfrm>
          <a:prstGeom prst="rect">
            <a:avLst/>
          </a:prstGeom>
        </p:spPr>
      </p:pic>
      <p:pic>
        <p:nvPicPr>
          <p:cNvPr id="114" name="Image 113">
            <a:extLst>
              <a:ext uri="{FF2B5EF4-FFF2-40B4-BE49-F238E27FC236}">
                <a16:creationId xmlns:a16="http://schemas.microsoft.com/office/drawing/2014/main" id="{26CF5D68-A547-F12D-5A1C-7FF348B9C7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026" y="2201977"/>
            <a:ext cx="296513" cy="298061"/>
          </a:xfrm>
          <a:prstGeom prst="rect">
            <a:avLst/>
          </a:prstGeom>
        </p:spPr>
      </p:pic>
      <p:pic>
        <p:nvPicPr>
          <p:cNvPr id="115" name="Graphique 114">
            <a:extLst>
              <a:ext uri="{FF2B5EF4-FFF2-40B4-BE49-F238E27FC236}">
                <a16:creationId xmlns:a16="http://schemas.microsoft.com/office/drawing/2014/main" id="{7C96E536-5236-9E95-6E28-FF0FD5AA4D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116" name="ZoneTexte 115">
            <a:extLst>
              <a:ext uri="{FF2B5EF4-FFF2-40B4-BE49-F238E27FC236}">
                <a16:creationId xmlns:a16="http://schemas.microsoft.com/office/drawing/2014/main" id="{8D045D88-0FDF-ADA7-94D9-4B8A2DE810B9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C9C0DB8-1A43-B650-B319-E63B5659EE43}"/>
              </a:ext>
            </a:extLst>
          </p:cNvPr>
          <p:cNvSpPr txBox="1"/>
          <p:nvPr/>
        </p:nvSpPr>
        <p:spPr>
          <a:xfrm>
            <a:off x="1270506" y="303040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21.04.2008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5F2A900-D553-DF16-9668-2CE31AC1ACBD}"/>
              </a:ext>
            </a:extLst>
          </p:cNvPr>
          <p:cNvSpPr txBox="1"/>
          <p:nvPr/>
        </p:nvSpPr>
        <p:spPr>
          <a:xfrm>
            <a:off x="1221962" y="342156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>
                <a:solidFill>
                  <a:schemeClr val="bg1"/>
                </a:solidFill>
              </a:rPr>
              <a:t>Gauche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A88D6EC-D99C-24A7-36D8-68BCAE9FEAE1}"/>
              </a:ext>
            </a:extLst>
          </p:cNvPr>
          <p:cNvSpPr txBox="1"/>
          <p:nvPr/>
        </p:nvSpPr>
        <p:spPr>
          <a:xfrm>
            <a:off x="1221962" y="378732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>
                <a:solidFill>
                  <a:schemeClr val="bg1"/>
                </a:solidFill>
              </a:rPr>
              <a:t>183cm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5B86FDB-78F2-887C-79CE-3FB892713D9E}"/>
              </a:ext>
            </a:extLst>
          </p:cNvPr>
          <p:cNvSpPr txBox="1"/>
          <p:nvPr/>
        </p:nvSpPr>
        <p:spPr>
          <a:xfrm>
            <a:off x="1235015" y="4199337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>
                <a:solidFill>
                  <a:schemeClr val="bg1"/>
                </a:solidFill>
              </a:rPr>
              <a:t>73.9kg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23A64F0-385C-23AB-0B61-2F213D9F74DF}"/>
              </a:ext>
            </a:extLst>
          </p:cNvPr>
          <p:cNvSpPr txBox="1"/>
          <p:nvPr/>
        </p:nvSpPr>
        <p:spPr>
          <a:xfrm>
            <a:off x="8665446" y="3472522"/>
            <a:ext cx="25863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Compréhension des espaces à utiliser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8C90375-4787-C64C-A944-61E3AB4EB63E}"/>
              </a:ext>
            </a:extLst>
          </p:cNvPr>
          <p:cNvSpPr txBox="1"/>
          <p:nvPr/>
        </p:nvSpPr>
        <p:spPr>
          <a:xfrm>
            <a:off x="8659351" y="370757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 ses partenaires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1EE4EB6-7C49-C467-16D6-E6F0FB3060C7}"/>
              </a:ext>
            </a:extLst>
          </p:cNvPr>
          <p:cNvSpPr txBox="1"/>
          <p:nvPr/>
        </p:nvSpPr>
        <p:spPr>
          <a:xfrm>
            <a:off x="8659351" y="395915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B95EC528-07B9-2D63-BDF2-8BE254F63346}"/>
              </a:ext>
            </a:extLst>
          </p:cNvPr>
          <p:cNvSpPr txBox="1"/>
          <p:nvPr/>
        </p:nvSpPr>
        <p:spPr>
          <a:xfrm>
            <a:off x="8659351" y="419468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200D7C69-F7EE-5787-B662-4FDF337D52A8}"/>
              </a:ext>
            </a:extLst>
          </p:cNvPr>
          <p:cNvSpPr txBox="1"/>
          <p:nvPr/>
        </p:nvSpPr>
        <p:spPr>
          <a:xfrm>
            <a:off x="8647237" y="442618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Fermeture sur centre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DF53FB1-CA8A-4ACC-83D8-CB3131998586}"/>
              </a:ext>
            </a:extLst>
          </p:cNvPr>
          <p:cNvSpPr txBox="1"/>
          <p:nvPr/>
        </p:nvSpPr>
        <p:spPr>
          <a:xfrm>
            <a:off x="8647237" y="466303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</a:t>
            </a:r>
          </a:p>
        </p:txBody>
      </p:sp>
    </p:spTree>
    <p:extLst>
      <p:ext uri="{BB962C8B-B14F-4D97-AF65-F5344CB8AC3E}">
        <p14:creationId xmlns:p14="http://schemas.microsoft.com/office/powerpoint/2010/main" val="252357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CADFA-D716-D259-A687-BCC529C5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FBF433-0918-530A-8B91-47878686A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058" y="-33809"/>
            <a:ext cx="9966942" cy="796290"/>
          </a:xfrm>
        </p:spPr>
        <p:txBody>
          <a:bodyPr/>
          <a:lstStyle/>
          <a:p>
            <a:pPr algn="ctr"/>
            <a:r>
              <a:rPr lang="fr-FR" sz="2000" dirty="0">
                <a:latin typeface="OM Marseille" pitchFamily="50" charset="0"/>
              </a:rPr>
              <a:t>EVOLUTION ANTHROPOMETRIQUE</a:t>
            </a:r>
            <a:endParaRPr lang="fr-FR" sz="2000" noProof="0" dirty="0">
              <a:latin typeface="OM Marseille" pitchFamily="50" charset="0"/>
            </a:endParaRP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BB93D1E6-CA80-0EEA-D782-CD8109BA9C7E}"/>
              </a:ext>
            </a:extLst>
          </p:cNvPr>
          <p:cNvSpPr txBox="1">
            <a:spLocks/>
          </p:cNvSpPr>
          <p:nvPr/>
        </p:nvSpPr>
        <p:spPr bwMode="gray">
          <a:xfrm>
            <a:off x="1093270" y="600450"/>
            <a:ext cx="2808170" cy="79629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>
                <a:latin typeface="OM Marseille" pitchFamily="50" charset="0"/>
              </a:rPr>
              <a:t>ALI</a:t>
            </a:r>
            <a:endParaRPr lang="fr-FR" sz="2000" dirty="0">
              <a:latin typeface="OM Marseille" pitchFamily="50" charset="0"/>
            </a:endParaRPr>
          </a:p>
          <a:p>
            <a:r>
              <a:rPr lang="fr-FR" sz="2000" dirty="0"/>
              <a:t>Azhar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C63FCFF-3B0C-143A-F8F8-98CA17E45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CF15D719-D804-CECA-D010-476608F5746C}"/>
              </a:ext>
            </a:extLst>
          </p:cNvPr>
          <p:cNvCxnSpPr>
            <a:cxnSpLocks/>
          </p:cNvCxnSpPr>
          <p:nvPr/>
        </p:nvCxnSpPr>
        <p:spPr>
          <a:xfrm>
            <a:off x="2213498" y="1463572"/>
            <a:ext cx="0" cy="3940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 2">
            <a:extLst>
              <a:ext uri="{FF2B5EF4-FFF2-40B4-BE49-F238E27FC236}">
                <a16:creationId xmlns:a16="http://schemas.microsoft.com/office/drawing/2014/main" id="{D173AC57-9F7A-F5DC-E189-0EB50DEFD8F1}"/>
              </a:ext>
            </a:extLst>
          </p:cNvPr>
          <p:cNvSpPr/>
          <p:nvPr/>
        </p:nvSpPr>
        <p:spPr>
          <a:xfrm>
            <a:off x="167249" y="2044475"/>
            <a:ext cx="787902" cy="15388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chemeClr val="bg1"/>
                </a:solidFill>
              </a:rPr>
              <a:t>HEIGHT</a:t>
            </a:r>
          </a:p>
        </p:txBody>
      </p:sp>
      <p:sp>
        <p:nvSpPr>
          <p:cNvPr id="115" name="Text 3">
            <a:extLst>
              <a:ext uri="{FF2B5EF4-FFF2-40B4-BE49-F238E27FC236}">
                <a16:creationId xmlns:a16="http://schemas.microsoft.com/office/drawing/2014/main" id="{EA0DC7F0-CE5F-B583-8E34-0BD0C6A5D099}"/>
              </a:ext>
            </a:extLst>
          </p:cNvPr>
          <p:cNvSpPr/>
          <p:nvPr/>
        </p:nvSpPr>
        <p:spPr>
          <a:xfrm>
            <a:off x="167249" y="2198360"/>
            <a:ext cx="787902" cy="414182"/>
          </a:xfrm>
          <a:prstGeom prst="roundRect">
            <a:avLst>
              <a:gd name="adj" fmla="val 21231"/>
            </a:avLst>
          </a:prstGeom>
          <a:noFill/>
          <a:ln w="12700">
            <a:solidFill>
              <a:srgbClr val="CCCCCC"/>
            </a:solidFill>
          </a:ln>
        </p:spPr>
        <p:txBody>
          <a:bodyPr wrap="square" lIns="305" tIns="305" rIns="305" bIns="30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183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7" name="Text 4">
            <a:extLst>
              <a:ext uri="{FF2B5EF4-FFF2-40B4-BE49-F238E27FC236}">
                <a16:creationId xmlns:a16="http://schemas.microsoft.com/office/drawing/2014/main" id="{8646F211-243A-70A1-A4BC-5FF37F9E56E1}"/>
              </a:ext>
            </a:extLst>
          </p:cNvPr>
          <p:cNvSpPr/>
          <p:nvPr/>
        </p:nvSpPr>
        <p:spPr>
          <a:xfrm>
            <a:off x="1111298" y="2044475"/>
            <a:ext cx="787902" cy="15388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chemeClr val="bg1"/>
                </a:solidFill>
              </a:rPr>
              <a:t>WEIGHT</a:t>
            </a:r>
          </a:p>
        </p:txBody>
      </p:sp>
      <p:sp>
        <p:nvSpPr>
          <p:cNvPr id="119" name="Text 5">
            <a:extLst>
              <a:ext uri="{FF2B5EF4-FFF2-40B4-BE49-F238E27FC236}">
                <a16:creationId xmlns:a16="http://schemas.microsoft.com/office/drawing/2014/main" id="{74977EDE-336C-31F6-ED1D-3EA31F11ECB0}"/>
              </a:ext>
            </a:extLst>
          </p:cNvPr>
          <p:cNvSpPr/>
          <p:nvPr/>
        </p:nvSpPr>
        <p:spPr>
          <a:xfrm>
            <a:off x="1111298" y="2198360"/>
            <a:ext cx="787902" cy="414182"/>
          </a:xfrm>
          <a:prstGeom prst="roundRect">
            <a:avLst>
              <a:gd name="adj" fmla="val 21231"/>
            </a:avLst>
          </a:prstGeom>
          <a:noFill/>
          <a:ln w="12700">
            <a:solidFill>
              <a:srgbClr val="CCCCCC"/>
            </a:solidFill>
          </a:ln>
        </p:spPr>
        <p:txBody>
          <a:bodyPr wrap="square" lIns="305" tIns="305" rIns="305" bIns="30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73.9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1" name="Text 6">
            <a:extLst>
              <a:ext uri="{FF2B5EF4-FFF2-40B4-BE49-F238E27FC236}">
                <a16:creationId xmlns:a16="http://schemas.microsoft.com/office/drawing/2014/main" id="{314F6C4F-4DB4-E38B-12DB-6CDA54DF359B}"/>
              </a:ext>
            </a:extLst>
          </p:cNvPr>
          <p:cNvSpPr/>
          <p:nvPr/>
        </p:nvSpPr>
        <p:spPr>
          <a:xfrm>
            <a:off x="167249" y="2724727"/>
            <a:ext cx="787902" cy="15388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chemeClr val="bg1"/>
                </a:solidFill>
              </a:rPr>
              <a:t>SUM (6 PLIS)</a:t>
            </a:r>
          </a:p>
        </p:txBody>
      </p:sp>
      <p:sp>
        <p:nvSpPr>
          <p:cNvPr id="123" name="Text 7">
            <a:extLst>
              <a:ext uri="{FF2B5EF4-FFF2-40B4-BE49-F238E27FC236}">
                <a16:creationId xmlns:a16="http://schemas.microsoft.com/office/drawing/2014/main" id="{6EC980E1-6C52-CE7D-4E85-3F09AB32F657}"/>
              </a:ext>
            </a:extLst>
          </p:cNvPr>
          <p:cNvSpPr/>
          <p:nvPr/>
        </p:nvSpPr>
        <p:spPr>
          <a:xfrm>
            <a:off x="167249" y="2878612"/>
            <a:ext cx="787902" cy="414182"/>
          </a:xfrm>
          <a:prstGeom prst="roundRect">
            <a:avLst>
              <a:gd name="adj" fmla="val 21231"/>
            </a:avLst>
          </a:prstGeom>
          <a:noFill/>
          <a:ln w="12700">
            <a:solidFill>
              <a:srgbClr val="CCCCCC"/>
            </a:solidFill>
          </a:ln>
        </p:spPr>
        <p:txBody>
          <a:bodyPr wrap="square" lIns="305" tIns="305" rIns="305" bIns="30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35.6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5" name="Text 8">
            <a:extLst>
              <a:ext uri="{FF2B5EF4-FFF2-40B4-BE49-F238E27FC236}">
                <a16:creationId xmlns:a16="http://schemas.microsoft.com/office/drawing/2014/main" id="{F5450125-CA82-1903-3117-B12A94C31F53}"/>
              </a:ext>
            </a:extLst>
          </p:cNvPr>
          <p:cNvSpPr/>
          <p:nvPr/>
        </p:nvSpPr>
        <p:spPr>
          <a:xfrm>
            <a:off x="1111298" y="3410583"/>
            <a:ext cx="787902" cy="15388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chemeClr val="bg1"/>
                </a:solidFill>
              </a:rPr>
              <a:t>MBR</a:t>
            </a:r>
          </a:p>
        </p:txBody>
      </p:sp>
      <p:sp>
        <p:nvSpPr>
          <p:cNvPr id="127" name="Text 9">
            <a:extLst>
              <a:ext uri="{FF2B5EF4-FFF2-40B4-BE49-F238E27FC236}">
                <a16:creationId xmlns:a16="http://schemas.microsoft.com/office/drawing/2014/main" id="{27CE9AEA-E7CD-9023-1B1E-2FE0C1CDDEC0}"/>
              </a:ext>
            </a:extLst>
          </p:cNvPr>
          <p:cNvSpPr/>
          <p:nvPr/>
        </p:nvSpPr>
        <p:spPr>
          <a:xfrm>
            <a:off x="1111298" y="3564468"/>
            <a:ext cx="787902" cy="414182"/>
          </a:xfrm>
          <a:prstGeom prst="roundRect">
            <a:avLst>
              <a:gd name="adj" fmla="val 21231"/>
            </a:avLst>
          </a:prstGeom>
          <a:noFill/>
          <a:ln w="12700">
            <a:solidFill>
              <a:srgbClr val="CCCCCC"/>
            </a:solidFill>
          </a:ln>
        </p:spPr>
        <p:txBody>
          <a:bodyPr wrap="square" lIns="305" tIns="305" rIns="305" bIns="30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2.83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9" name="Text 10">
            <a:extLst>
              <a:ext uri="{FF2B5EF4-FFF2-40B4-BE49-F238E27FC236}">
                <a16:creationId xmlns:a16="http://schemas.microsoft.com/office/drawing/2014/main" id="{A9541293-0500-A15B-B09E-BF6934E34F7A}"/>
              </a:ext>
            </a:extLst>
          </p:cNvPr>
          <p:cNvSpPr/>
          <p:nvPr/>
        </p:nvSpPr>
        <p:spPr>
          <a:xfrm>
            <a:off x="167249" y="3410583"/>
            <a:ext cx="787902" cy="15388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chemeClr val="bg1"/>
                </a:solidFill>
              </a:rPr>
              <a:t>MUSCLE MASS</a:t>
            </a:r>
          </a:p>
        </p:txBody>
      </p:sp>
      <p:sp>
        <p:nvSpPr>
          <p:cNvPr id="131" name="Text 11">
            <a:extLst>
              <a:ext uri="{FF2B5EF4-FFF2-40B4-BE49-F238E27FC236}">
                <a16:creationId xmlns:a16="http://schemas.microsoft.com/office/drawing/2014/main" id="{A3D92DE0-EA50-9798-CEAD-0D53AB66BD95}"/>
              </a:ext>
            </a:extLst>
          </p:cNvPr>
          <p:cNvSpPr/>
          <p:nvPr/>
        </p:nvSpPr>
        <p:spPr>
          <a:xfrm>
            <a:off x="167249" y="3564468"/>
            <a:ext cx="787902" cy="414182"/>
          </a:xfrm>
          <a:prstGeom prst="roundRect">
            <a:avLst>
              <a:gd name="adj" fmla="val 21231"/>
            </a:avLst>
          </a:prstGeom>
          <a:noFill/>
          <a:ln w="12700">
            <a:solidFill>
              <a:srgbClr val="CCCCCC"/>
            </a:solidFill>
          </a:ln>
        </p:spPr>
        <p:txBody>
          <a:bodyPr wrap="square" lIns="305" tIns="305" rIns="305" bIns="30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36.67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3" name="Text 6">
            <a:extLst>
              <a:ext uri="{FF2B5EF4-FFF2-40B4-BE49-F238E27FC236}">
                <a16:creationId xmlns:a16="http://schemas.microsoft.com/office/drawing/2014/main" id="{8AF30C56-AF8B-DBEE-5A11-D29DC1312202}"/>
              </a:ext>
            </a:extLst>
          </p:cNvPr>
          <p:cNvSpPr/>
          <p:nvPr/>
        </p:nvSpPr>
        <p:spPr>
          <a:xfrm>
            <a:off x="1111298" y="2724727"/>
            <a:ext cx="787902" cy="15388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chemeClr val="bg1"/>
                </a:solidFill>
              </a:rPr>
              <a:t>SUM (8 PLIS)</a:t>
            </a:r>
          </a:p>
        </p:txBody>
      </p:sp>
      <p:sp>
        <p:nvSpPr>
          <p:cNvPr id="135" name="Text 7">
            <a:extLst>
              <a:ext uri="{FF2B5EF4-FFF2-40B4-BE49-F238E27FC236}">
                <a16:creationId xmlns:a16="http://schemas.microsoft.com/office/drawing/2014/main" id="{28C6842D-3BBB-D8CD-C0AB-C0257C473EBF}"/>
              </a:ext>
            </a:extLst>
          </p:cNvPr>
          <p:cNvSpPr/>
          <p:nvPr/>
        </p:nvSpPr>
        <p:spPr>
          <a:xfrm>
            <a:off x="1111298" y="2878612"/>
            <a:ext cx="787902" cy="414182"/>
          </a:xfrm>
          <a:prstGeom prst="roundRect">
            <a:avLst>
              <a:gd name="adj" fmla="val 21231"/>
            </a:avLst>
          </a:prstGeom>
          <a:noFill/>
          <a:ln w="12700">
            <a:solidFill>
              <a:srgbClr val="CCCCCC"/>
            </a:solidFill>
          </a:ln>
        </p:spPr>
        <p:txBody>
          <a:bodyPr wrap="square" lIns="305" tIns="305" rIns="305" bIns="30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45.8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2" name="Titel 1">
            <a:extLst>
              <a:ext uri="{FF2B5EF4-FFF2-40B4-BE49-F238E27FC236}">
                <a16:creationId xmlns:a16="http://schemas.microsoft.com/office/drawing/2014/main" id="{94E1FFA3-58AD-8E8F-E642-BAC4A31D256E}"/>
              </a:ext>
            </a:extLst>
          </p:cNvPr>
          <p:cNvSpPr txBox="1">
            <a:spLocks/>
          </p:cNvSpPr>
          <p:nvPr/>
        </p:nvSpPr>
        <p:spPr bwMode="gray">
          <a:xfrm>
            <a:off x="2225058" y="3369430"/>
            <a:ext cx="4974476" cy="79629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000" dirty="0">
                <a:latin typeface="OM Marseille" pitchFamily="50" charset="0"/>
              </a:rPr>
              <a:t>PROGRAMME NUTRITION </a:t>
            </a:r>
          </a:p>
        </p:txBody>
      </p:sp>
      <p:cxnSp>
        <p:nvCxnSpPr>
          <p:cNvPr id="209" name="Connecteur droit 208">
            <a:extLst>
              <a:ext uri="{FF2B5EF4-FFF2-40B4-BE49-F238E27FC236}">
                <a16:creationId xmlns:a16="http://schemas.microsoft.com/office/drawing/2014/main" id="{EEACA250-3FA1-6330-E8C5-DA05656706A2}"/>
              </a:ext>
            </a:extLst>
          </p:cNvPr>
          <p:cNvCxnSpPr>
            <a:cxnSpLocks/>
          </p:cNvCxnSpPr>
          <p:nvPr/>
        </p:nvCxnSpPr>
        <p:spPr>
          <a:xfrm>
            <a:off x="7187978" y="3423282"/>
            <a:ext cx="15663" cy="34347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itel 1">
            <a:extLst>
              <a:ext uri="{FF2B5EF4-FFF2-40B4-BE49-F238E27FC236}">
                <a16:creationId xmlns:a16="http://schemas.microsoft.com/office/drawing/2014/main" id="{0CDBE95A-5AF1-B6A3-4A95-EABD72823931}"/>
              </a:ext>
            </a:extLst>
          </p:cNvPr>
          <p:cNvSpPr txBox="1">
            <a:spLocks/>
          </p:cNvSpPr>
          <p:nvPr/>
        </p:nvSpPr>
        <p:spPr bwMode="gray">
          <a:xfrm>
            <a:off x="7187979" y="3369430"/>
            <a:ext cx="5015314" cy="79629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000" dirty="0">
                <a:latin typeface="OM Marseille" pitchFamily="50" charset="0"/>
              </a:rPr>
              <a:t>EVALUATION NUTRITION </a:t>
            </a:r>
          </a:p>
        </p:txBody>
      </p:sp>
      <p:sp>
        <p:nvSpPr>
          <p:cNvPr id="213" name="Titel 1">
            <a:extLst>
              <a:ext uri="{FF2B5EF4-FFF2-40B4-BE49-F238E27FC236}">
                <a16:creationId xmlns:a16="http://schemas.microsoft.com/office/drawing/2014/main" id="{D1CF7FF8-A0AD-6FC5-2285-72A6A127E24F}"/>
              </a:ext>
            </a:extLst>
          </p:cNvPr>
          <p:cNvSpPr txBox="1">
            <a:spLocks/>
          </p:cNvSpPr>
          <p:nvPr/>
        </p:nvSpPr>
        <p:spPr bwMode="gray">
          <a:xfrm>
            <a:off x="8242874" y="4628989"/>
            <a:ext cx="12275820" cy="79629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/>
              <a:t>Structure</a:t>
            </a:r>
          </a:p>
          <a:p>
            <a:endParaRPr lang="fr-FR" sz="1400" dirty="0"/>
          </a:p>
          <a:p>
            <a:r>
              <a:rPr lang="fr-FR" sz="1400" dirty="0"/>
              <a:t>Diversité </a:t>
            </a:r>
          </a:p>
          <a:p>
            <a:endParaRPr lang="fr-FR" sz="1400" dirty="0"/>
          </a:p>
          <a:p>
            <a:r>
              <a:rPr lang="fr-FR" sz="1400" dirty="0"/>
              <a:t>Quantité</a:t>
            </a:r>
          </a:p>
          <a:p>
            <a:endParaRPr lang="fr-FR" sz="1400" dirty="0"/>
          </a:p>
          <a:p>
            <a:r>
              <a:rPr lang="fr-FR" sz="1400" dirty="0"/>
              <a:t>Hydratation </a:t>
            </a:r>
          </a:p>
          <a:p>
            <a:endParaRPr lang="fr-FR" sz="1400" dirty="0"/>
          </a:p>
          <a:p>
            <a:r>
              <a:rPr lang="fr-FR" sz="1400" dirty="0"/>
              <a:t>Supplémentation 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6CC4C901-E160-EBBA-07A4-1E6B1E93C419}"/>
              </a:ext>
            </a:extLst>
          </p:cNvPr>
          <p:cNvSpPr/>
          <p:nvPr/>
        </p:nvSpPr>
        <p:spPr>
          <a:xfrm>
            <a:off x="7835379" y="4547973"/>
            <a:ext cx="212400" cy="1620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09CDCC38-7ECA-4BCF-75FA-24C2E1329250}"/>
              </a:ext>
            </a:extLst>
          </p:cNvPr>
          <p:cNvSpPr/>
          <p:nvPr/>
        </p:nvSpPr>
        <p:spPr>
          <a:xfrm>
            <a:off x="7836474" y="4946118"/>
            <a:ext cx="211305" cy="1620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0BB3A1E1-1A89-8CA5-F064-8E534C8C0C2A}"/>
              </a:ext>
            </a:extLst>
          </p:cNvPr>
          <p:cNvSpPr/>
          <p:nvPr/>
        </p:nvSpPr>
        <p:spPr>
          <a:xfrm>
            <a:off x="7835379" y="5694409"/>
            <a:ext cx="211305" cy="1620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6F999E18-0D34-5EB0-98DD-C6BDA8CEEC6D}"/>
              </a:ext>
            </a:extLst>
          </p:cNvPr>
          <p:cNvSpPr/>
          <p:nvPr/>
        </p:nvSpPr>
        <p:spPr>
          <a:xfrm>
            <a:off x="7835379" y="4177445"/>
            <a:ext cx="212400" cy="1620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23" name="Titel 1">
            <a:extLst>
              <a:ext uri="{FF2B5EF4-FFF2-40B4-BE49-F238E27FC236}">
                <a16:creationId xmlns:a16="http://schemas.microsoft.com/office/drawing/2014/main" id="{9629403E-FC17-078C-9640-B73D3057CC5B}"/>
              </a:ext>
            </a:extLst>
          </p:cNvPr>
          <p:cNvSpPr txBox="1">
            <a:spLocks/>
          </p:cNvSpPr>
          <p:nvPr/>
        </p:nvSpPr>
        <p:spPr bwMode="gray">
          <a:xfrm>
            <a:off x="2593437" y="4648131"/>
            <a:ext cx="4170343" cy="79629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fr-FR" sz="1400" u="sng" dirty="0">
                <a:latin typeface="OM Marseille" pitchFamily="50" charset="0"/>
              </a:rPr>
              <a:t>BALANCE ENERGETIQUE </a:t>
            </a:r>
          </a:p>
          <a:p>
            <a:pPr>
              <a:lnSpc>
                <a:spcPct val="150000"/>
              </a:lnSpc>
            </a:pPr>
            <a:r>
              <a:rPr lang="fr-FR" sz="1400" dirty="0"/>
              <a:t>Maintien </a:t>
            </a:r>
          </a:p>
          <a:p>
            <a:pPr>
              <a:lnSpc>
                <a:spcPct val="150000"/>
              </a:lnSpc>
            </a:pPr>
            <a:endParaRPr lang="fr-FR" sz="100" dirty="0"/>
          </a:p>
          <a:p>
            <a:pPr>
              <a:lnSpc>
                <a:spcPct val="150000"/>
              </a:lnSpc>
            </a:pPr>
            <a:r>
              <a:rPr lang="fr-FR" sz="1400" b="1" u="sng" dirty="0">
                <a:latin typeface="OM Marseille" pitchFamily="50" charset="0"/>
              </a:rPr>
              <a:t>REPARTITION MACRONUTRIMENTS  </a:t>
            </a:r>
          </a:p>
          <a:p>
            <a:pPr>
              <a:lnSpc>
                <a:spcPct val="150000"/>
              </a:lnSpc>
            </a:pPr>
            <a:r>
              <a:rPr lang="fr-FR" sz="1400" dirty="0"/>
              <a:t> 2g/kg PROT - 5g/kg GLU - 0.8g/kg LIP</a:t>
            </a:r>
          </a:p>
          <a:p>
            <a:pPr>
              <a:lnSpc>
                <a:spcPct val="100000"/>
              </a:lnSpc>
            </a:pPr>
            <a:endParaRPr lang="fr-FR" sz="100" dirty="0"/>
          </a:p>
          <a:p>
            <a:pPr>
              <a:lnSpc>
                <a:spcPct val="150000"/>
              </a:lnSpc>
            </a:pPr>
            <a:r>
              <a:rPr lang="fr-FR" sz="1400" u="sng" dirty="0">
                <a:latin typeface="OM Marseille" pitchFamily="50" charset="0"/>
              </a:rPr>
              <a:t>COMMENTAIRE</a:t>
            </a:r>
          </a:p>
          <a:p>
            <a:pPr>
              <a:lnSpc>
                <a:spcPct val="150000"/>
              </a:lnSpc>
            </a:pPr>
            <a:r>
              <a:rPr lang="fr-FR" sz="1400" dirty="0"/>
              <a:t>-</a:t>
            </a:r>
          </a:p>
        </p:txBody>
      </p:sp>
      <p:sp>
        <p:nvSpPr>
          <p:cNvPr id="266" name="Text 16">
            <a:extLst>
              <a:ext uri="{FF2B5EF4-FFF2-40B4-BE49-F238E27FC236}">
                <a16:creationId xmlns:a16="http://schemas.microsoft.com/office/drawing/2014/main" id="{94CB2102-5107-E7B3-43D4-48276119A979}"/>
              </a:ext>
            </a:extLst>
          </p:cNvPr>
          <p:cNvSpPr/>
          <p:nvPr/>
        </p:nvSpPr>
        <p:spPr>
          <a:xfrm>
            <a:off x="7203641" y="2084917"/>
            <a:ext cx="45870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Muscle Mass</a:t>
            </a:r>
          </a:p>
        </p:txBody>
      </p:sp>
      <p:sp>
        <p:nvSpPr>
          <p:cNvPr id="270" name="Text 13">
            <a:extLst>
              <a:ext uri="{FF2B5EF4-FFF2-40B4-BE49-F238E27FC236}">
                <a16:creationId xmlns:a16="http://schemas.microsoft.com/office/drawing/2014/main" id="{D21A6A0F-83B1-0C50-69B6-CEA4B4C307C3}"/>
              </a:ext>
            </a:extLst>
          </p:cNvPr>
          <p:cNvSpPr/>
          <p:nvPr/>
        </p:nvSpPr>
        <p:spPr>
          <a:xfrm>
            <a:off x="2481255" y="2080101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Sum (6 plis)</a:t>
            </a:r>
          </a:p>
        </p:txBody>
      </p:sp>
      <p:pic>
        <p:nvPicPr>
          <p:cNvPr id="268" name="Image 6" descr="preencoded.png">
            <a:extLst>
              <a:ext uri="{FF2B5EF4-FFF2-40B4-BE49-F238E27FC236}">
                <a16:creationId xmlns:a16="http://schemas.microsoft.com/office/drawing/2014/main" id="{368B9886-1D84-6FB0-353E-933066DBD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641" y="2359237"/>
            <a:ext cx="4587088" cy="883920"/>
          </a:xfrm>
          <a:prstGeom prst="rect">
            <a:avLst/>
          </a:prstGeom>
          <a:solidFill>
            <a:schemeClr val="accent6"/>
          </a:solidFill>
          <a:ln>
            <a:solidFill>
              <a:schemeClr val="accent2"/>
            </a:solidFill>
          </a:ln>
        </p:spPr>
      </p:pic>
      <p:pic>
        <p:nvPicPr>
          <p:cNvPr id="272" name="Image 3" descr="preencoded.png">
            <a:extLst>
              <a:ext uri="{FF2B5EF4-FFF2-40B4-BE49-F238E27FC236}">
                <a16:creationId xmlns:a16="http://schemas.microsoft.com/office/drawing/2014/main" id="{948FBB56-5291-DB12-29F1-2E530764E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255" y="2354421"/>
            <a:ext cx="4678528" cy="883920"/>
          </a:xfrm>
          <a:prstGeom prst="rect">
            <a:avLst/>
          </a:prstGeom>
          <a:solidFill>
            <a:schemeClr val="accent6"/>
          </a:solidFill>
        </p:spPr>
      </p:pic>
      <p:sp>
        <p:nvSpPr>
          <p:cNvPr id="274" name="Text 12">
            <a:extLst>
              <a:ext uri="{FF2B5EF4-FFF2-40B4-BE49-F238E27FC236}">
                <a16:creationId xmlns:a16="http://schemas.microsoft.com/office/drawing/2014/main" id="{1B8D0B95-0EDF-F350-65C0-5BABDD23F6A7}"/>
              </a:ext>
            </a:extLst>
          </p:cNvPr>
          <p:cNvSpPr/>
          <p:nvPr/>
        </p:nvSpPr>
        <p:spPr>
          <a:xfrm>
            <a:off x="3809792" y="631692"/>
            <a:ext cx="6231241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Weight</a:t>
            </a:r>
          </a:p>
        </p:txBody>
      </p:sp>
      <p:pic>
        <p:nvPicPr>
          <p:cNvPr id="276" name="Image 2" descr="preencoded.png">
            <a:extLst>
              <a:ext uri="{FF2B5EF4-FFF2-40B4-BE49-F238E27FC236}">
                <a16:creationId xmlns:a16="http://schemas.microsoft.com/office/drawing/2014/main" id="{CEA6C944-8872-E467-FDEF-E0ADB94A8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792" y="906012"/>
            <a:ext cx="6231241" cy="1063981"/>
          </a:xfrm>
          <a:prstGeom prst="rect">
            <a:avLst/>
          </a:prstGeom>
          <a:solidFill>
            <a:schemeClr val="accent6"/>
          </a:solidFill>
        </p:spPr>
      </p:pic>
      <p:cxnSp>
        <p:nvCxnSpPr>
          <p:cNvPr id="280" name="Connecteur droit 279">
            <a:extLst>
              <a:ext uri="{FF2B5EF4-FFF2-40B4-BE49-F238E27FC236}">
                <a16:creationId xmlns:a16="http://schemas.microsoft.com/office/drawing/2014/main" id="{44FC0C94-D1C0-6E23-997C-6D7A04BCF007}"/>
              </a:ext>
            </a:extLst>
          </p:cNvPr>
          <p:cNvCxnSpPr>
            <a:cxnSpLocks/>
          </p:cNvCxnSpPr>
          <p:nvPr/>
        </p:nvCxnSpPr>
        <p:spPr>
          <a:xfrm flipH="1">
            <a:off x="2593437" y="3429000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50D92D0F-05D1-3919-F54C-10D1C6EBE960}"/>
              </a:ext>
            </a:extLst>
          </p:cNvPr>
          <p:cNvSpPr/>
          <p:nvPr/>
        </p:nvSpPr>
        <p:spPr>
          <a:xfrm>
            <a:off x="7835379" y="5318953"/>
            <a:ext cx="212400" cy="1620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cxnSp>
        <p:nvCxnSpPr>
          <p:cNvPr id="287" name="Connecteur droit 286">
            <a:extLst>
              <a:ext uri="{FF2B5EF4-FFF2-40B4-BE49-F238E27FC236}">
                <a16:creationId xmlns:a16="http://schemas.microsoft.com/office/drawing/2014/main" id="{CA32C24F-979D-F689-D8EF-0B04C06299B0}"/>
              </a:ext>
            </a:extLst>
          </p:cNvPr>
          <p:cNvCxnSpPr>
            <a:cxnSpLocks/>
          </p:cNvCxnSpPr>
          <p:nvPr/>
        </p:nvCxnSpPr>
        <p:spPr>
          <a:xfrm flipH="1">
            <a:off x="243449" y="4181220"/>
            <a:ext cx="150368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itel 1">
            <a:extLst>
              <a:ext uri="{FF2B5EF4-FFF2-40B4-BE49-F238E27FC236}">
                <a16:creationId xmlns:a16="http://schemas.microsoft.com/office/drawing/2014/main" id="{FDACE44C-3323-C607-31C0-EEA74C035D20}"/>
              </a:ext>
            </a:extLst>
          </p:cNvPr>
          <p:cNvSpPr txBox="1">
            <a:spLocks/>
          </p:cNvSpPr>
          <p:nvPr/>
        </p:nvSpPr>
        <p:spPr bwMode="gray">
          <a:xfrm>
            <a:off x="8551" y="4234613"/>
            <a:ext cx="2179775" cy="54991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fr-FR" sz="1400" dirty="0">
                <a:latin typeface="OM Marseille" pitchFamily="50" charset="0"/>
              </a:rPr>
              <a:t>OBJECTIF ANTHROPOMETRIQUE</a:t>
            </a:r>
          </a:p>
        </p:txBody>
      </p:sp>
      <p:sp>
        <p:nvSpPr>
          <p:cNvPr id="295" name="Titel 1">
            <a:extLst>
              <a:ext uri="{FF2B5EF4-FFF2-40B4-BE49-F238E27FC236}">
                <a16:creationId xmlns:a16="http://schemas.microsoft.com/office/drawing/2014/main" id="{92BD0770-AD92-75DB-55E5-B8F481122DB1}"/>
              </a:ext>
            </a:extLst>
          </p:cNvPr>
          <p:cNvSpPr txBox="1">
            <a:spLocks/>
          </p:cNvSpPr>
          <p:nvPr/>
        </p:nvSpPr>
        <p:spPr bwMode="gray">
          <a:xfrm>
            <a:off x="71804" y="4784530"/>
            <a:ext cx="2042932" cy="54991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fr-FR" sz="1050" dirty="0"/>
              <a:t>Maintien masse musculaire : &gt;37kg au 01/09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8FA5A10E-A7B5-3694-4C37-FE1721416CA1}"/>
              </a:ext>
            </a:extLst>
          </p:cNvPr>
          <p:cNvSpPr/>
          <p:nvPr/>
        </p:nvSpPr>
        <p:spPr>
          <a:xfrm>
            <a:off x="6913136" y="1325140"/>
            <a:ext cx="36000" cy="36000"/>
          </a:xfrm>
          <a:prstGeom prst="ellipse">
            <a:avLst/>
          </a:prstGeom>
          <a:solidFill>
            <a:schemeClr val="accent2"/>
          </a:solidFill>
          <a:ln>
            <a:solidFill>
              <a:srgbClr val="0C61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97" name="ZoneTexte 296">
            <a:extLst>
              <a:ext uri="{FF2B5EF4-FFF2-40B4-BE49-F238E27FC236}">
                <a16:creationId xmlns:a16="http://schemas.microsoft.com/office/drawing/2014/main" id="{70CD0C7C-7DFD-47AE-1AA4-F367DE8A785C}"/>
              </a:ext>
            </a:extLst>
          </p:cNvPr>
          <p:cNvSpPr txBox="1"/>
          <p:nvPr/>
        </p:nvSpPr>
        <p:spPr>
          <a:xfrm>
            <a:off x="6751669" y="1221124"/>
            <a:ext cx="358933" cy="769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500" b="1" dirty="0">
                <a:ln w="3175"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73.9</a:t>
            </a:r>
          </a:p>
        </p:txBody>
      </p:sp>
    </p:spTree>
    <p:extLst>
      <p:ext uri="{BB962C8B-B14F-4D97-AF65-F5344CB8AC3E}">
        <p14:creationId xmlns:p14="http://schemas.microsoft.com/office/powerpoint/2010/main" val="1346724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eate a new document." ma:contentTypeScope="" ma:versionID="517b3813a201485b8c54bf9f74964b3a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a089e74ce745d3fded66e58ae9f2f1ef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9B66EE-43D2-49FF-898E-DCD517785142}">
  <ds:schemaRefs>
    <ds:schemaRef ds:uri="http://www.w3.org/XML/1998/namespace"/>
    <ds:schemaRef ds:uri="1d40e6f8-d294-4e0a-a4ec-60755aee44ca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d2aa4942-3767-4fb4-b828-61a76fcbf9df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06B4263-B60B-4AC9-8818-0B5BCDA4A7FE}">
  <ds:schemaRefs>
    <ds:schemaRef ds:uri="1d40e6f8-d294-4e0a-a4ec-60755aee44ca"/>
    <ds:schemaRef ds:uri="d2aa4942-3767-4fb4-b828-61a76fcbf9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210</Words>
  <Application>Microsoft Office PowerPoint</Application>
  <PresentationFormat>Grand écran</PresentationFormat>
  <Paragraphs>89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OM Marseille Medium</vt:lpstr>
      <vt:lpstr>OM Marseille Light</vt:lpstr>
      <vt:lpstr>OM Marseille</vt:lpstr>
      <vt:lpstr>Office</vt:lpstr>
      <vt:lpstr>ÉVALUATION INDIVIDUALISATION</vt:lpstr>
      <vt:lpstr>Présentation PowerPoint</vt:lpstr>
      <vt:lpstr>EVOLUTION ANTHROPOMETRIQUE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Simon Vincent</cp:lastModifiedBy>
  <cp:revision>1</cp:revision>
  <dcterms:created xsi:type="dcterms:W3CDTF">2026-08-04T15:09:48Z</dcterms:created>
  <dcterms:modified xsi:type="dcterms:W3CDTF">2026-08-06T15:19:15Z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