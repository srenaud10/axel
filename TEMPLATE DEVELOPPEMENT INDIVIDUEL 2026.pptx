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10"/>
  </p:notesMasterIdLst>
  <p:handoutMasterIdLst>
    <p:handoutMasterId r:id="rId11"/>
  </p:handoutMasterIdLst>
  <p:sldIdLst>
    <p:sldId id="270" r:id="rId5"/>
    <p:sldId id="271" r:id="rId6"/>
    <p:sldId id="256" r:id="rId7"/>
    <p:sldId id="261" r:id="rId8"/>
    <p:sldId id="257" r:id="rId9"/>
  </p:sldIdLst>
  <p:sldSz cx="12192000" cy="6858000"/>
  <p:notesSz cx="6858000" cy="9144000"/>
  <p:embeddedFontLst>
    <p:embeddedFont>
      <p:font typeface="OM Marseille Light" pitchFamily="50" charset="0"/>
      <p:regular r:id="rId12"/>
    </p:embeddedFont>
    <p:embeddedFont>
      <p:font typeface="OM Marseille Medium" pitchFamily="50" charset="0"/>
      <p:regular r:id="rId13"/>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4A89"/>
    <a:srgbClr val="0B61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575302-670F-4E08-BE55-2E49F6D6167B}" v="40" dt="2026-06-28T16:19:29.4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120" d="100"/>
          <a:sy n="120" d="100"/>
        </p:scale>
        <p:origin x="234" y="108"/>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notesMaster" Target="notesMasters/notesMaster1.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ébastien Renaud" userId="5e596eca-c704-4701-9deb-91e2038d048e" providerId="ADAL" clId="{34329023-3EC5-4071-89E2-665FADB32EB6}"/>
    <pc:docChg chg="undo custSel addSld delSld modSld sldOrd">
      <pc:chgData name="Sébastien Renaud" userId="5e596eca-c704-4701-9deb-91e2038d048e" providerId="ADAL" clId="{34329023-3EC5-4071-89E2-665FADB32EB6}" dt="2026-06-28T16:19:29.485" v="1776"/>
      <pc:docMkLst>
        <pc:docMk/>
      </pc:docMkLst>
      <pc:sldChg chg="addSp delSp modSp add del mod setBg">
        <pc:chgData name="Sébastien Renaud" userId="5e596eca-c704-4701-9deb-91e2038d048e" providerId="ADAL" clId="{34329023-3EC5-4071-89E2-665FADB32EB6}" dt="2026-06-28T16:19:29.485" v="1776"/>
        <pc:sldMkLst>
          <pc:docMk/>
          <pc:sldMk cId="0" sldId="256"/>
        </pc:sldMkLst>
        <pc:spChg chg="mod">
          <ac:chgData name="Sébastien Renaud" userId="5e596eca-c704-4701-9deb-91e2038d048e" providerId="ADAL" clId="{34329023-3EC5-4071-89E2-665FADB32EB6}" dt="2026-06-27T20:27:13.616" v="544" actId="14100"/>
          <ac:spMkLst>
            <pc:docMk/>
            <pc:sldMk cId="0" sldId="256"/>
            <ac:spMk id="2" creationId="{00000000-0000-0000-0000-000000000000}"/>
          </ac:spMkLst>
        </pc:spChg>
        <pc:spChg chg="del">
          <ac:chgData name="Sébastien Renaud" userId="5e596eca-c704-4701-9deb-91e2038d048e" providerId="ADAL" clId="{34329023-3EC5-4071-89E2-665FADB32EB6}" dt="2026-06-27T15:51:40.542" v="193" actId="478"/>
          <ac:spMkLst>
            <pc:docMk/>
            <pc:sldMk cId="0" sldId="256"/>
            <ac:spMk id="3" creationId="{00000000-0000-0000-0000-000000000000}"/>
          </ac:spMkLst>
        </pc:spChg>
        <pc:spChg chg="add mod">
          <ac:chgData name="Sébastien Renaud" userId="5e596eca-c704-4701-9deb-91e2038d048e" providerId="ADAL" clId="{34329023-3EC5-4071-89E2-665FADB32EB6}" dt="2026-06-28T15:49:26.882" v="1561" actId="555"/>
          <ac:spMkLst>
            <pc:docMk/>
            <pc:sldMk cId="0" sldId="256"/>
            <ac:spMk id="3" creationId="{708FD697-0032-C4FF-5073-9BB04FDB09CC}"/>
          </ac:spMkLst>
        </pc:spChg>
        <pc:spChg chg="add mod">
          <ac:chgData name="Sébastien Renaud" userId="5e596eca-c704-4701-9deb-91e2038d048e" providerId="ADAL" clId="{34329023-3EC5-4071-89E2-665FADB32EB6}" dt="2026-06-28T14:45:04.185" v="1206" actId="1037"/>
          <ac:spMkLst>
            <pc:docMk/>
            <pc:sldMk cId="0" sldId="256"/>
            <ac:spMk id="4" creationId="{66FE29F8-5630-87CE-6698-17129588A57A}"/>
          </ac:spMkLst>
        </pc:spChg>
        <pc:spChg chg="del">
          <ac:chgData name="Sébastien Renaud" userId="5e596eca-c704-4701-9deb-91e2038d048e" providerId="ADAL" clId="{34329023-3EC5-4071-89E2-665FADB32EB6}" dt="2026-06-27T15:51:11.700" v="177" actId="478"/>
          <ac:spMkLst>
            <pc:docMk/>
            <pc:sldMk cId="0" sldId="256"/>
            <ac:spMk id="5" creationId="{00000000-0000-0000-0000-000000000000}"/>
          </ac:spMkLst>
        </pc:spChg>
        <pc:spChg chg="add mod">
          <ac:chgData name="Sébastien Renaud" userId="5e596eca-c704-4701-9deb-91e2038d048e" providerId="ADAL" clId="{34329023-3EC5-4071-89E2-665FADB32EB6}" dt="2026-06-28T14:45:04.185" v="1206" actId="1037"/>
          <ac:spMkLst>
            <pc:docMk/>
            <pc:sldMk cId="0" sldId="256"/>
            <ac:spMk id="5" creationId="{E1FC14C0-0487-0212-AF05-242ECBDBB79A}"/>
          </ac:spMkLst>
        </pc:spChg>
        <pc:spChg chg="del">
          <ac:chgData name="Sébastien Renaud" userId="5e596eca-c704-4701-9deb-91e2038d048e" providerId="ADAL" clId="{34329023-3EC5-4071-89E2-665FADB32EB6}" dt="2026-06-27T15:51:09.524" v="176" actId="478"/>
          <ac:spMkLst>
            <pc:docMk/>
            <pc:sldMk cId="0" sldId="256"/>
            <ac:spMk id="6" creationId="{00000000-0000-0000-0000-000000000000}"/>
          </ac:spMkLst>
        </pc:spChg>
        <pc:spChg chg="add mod">
          <ac:chgData name="Sébastien Renaud" userId="5e596eca-c704-4701-9deb-91e2038d048e" providerId="ADAL" clId="{34329023-3EC5-4071-89E2-665FADB32EB6}" dt="2026-06-28T14:45:04.185" v="1206" actId="1037"/>
          <ac:spMkLst>
            <pc:docMk/>
            <pc:sldMk cId="0" sldId="256"/>
            <ac:spMk id="6" creationId="{B2F53460-55E2-2B21-4536-F4327BEE563D}"/>
          </ac:spMkLst>
        </pc:spChg>
        <pc:spChg chg="del">
          <ac:chgData name="Sébastien Renaud" userId="5e596eca-c704-4701-9deb-91e2038d048e" providerId="ADAL" clId="{34329023-3EC5-4071-89E2-665FADB32EB6}" dt="2026-06-27T15:51:15.732" v="178" actId="478"/>
          <ac:spMkLst>
            <pc:docMk/>
            <pc:sldMk cId="0" sldId="256"/>
            <ac:spMk id="7" creationId="{00000000-0000-0000-0000-000000000000}"/>
          </ac:spMkLst>
        </pc:spChg>
        <pc:spChg chg="add mod">
          <ac:chgData name="Sébastien Renaud" userId="5e596eca-c704-4701-9deb-91e2038d048e" providerId="ADAL" clId="{34329023-3EC5-4071-89E2-665FADB32EB6}" dt="2026-06-28T14:45:04.185" v="1206" actId="1037"/>
          <ac:spMkLst>
            <pc:docMk/>
            <pc:sldMk cId="0" sldId="256"/>
            <ac:spMk id="7" creationId="{2ADB8F21-0A0F-842A-E159-7D69A580216E}"/>
          </ac:spMkLst>
        </pc:spChg>
        <pc:spChg chg="mod">
          <ac:chgData name="Sébastien Renaud" userId="5e596eca-c704-4701-9deb-91e2038d048e" providerId="ADAL" clId="{34329023-3EC5-4071-89E2-665FADB32EB6}" dt="2026-06-27T20:27:07.289" v="543" actId="403"/>
          <ac:spMkLst>
            <pc:docMk/>
            <pc:sldMk cId="0" sldId="256"/>
            <ac:spMk id="8" creationId="{00000000-0000-0000-0000-000000000000}"/>
          </ac:spMkLst>
        </pc:spChg>
        <pc:spChg chg="del mod">
          <ac:chgData name="Sébastien Renaud" userId="5e596eca-c704-4701-9deb-91e2038d048e" providerId="ADAL" clId="{34329023-3EC5-4071-89E2-665FADB32EB6}" dt="2026-06-27T15:54:49.244" v="232" actId="478"/>
          <ac:spMkLst>
            <pc:docMk/>
            <pc:sldMk cId="0" sldId="256"/>
            <ac:spMk id="9" creationId="{00000000-0000-0000-0000-000000000000}"/>
          </ac:spMkLst>
        </pc:spChg>
        <pc:spChg chg="add mod">
          <ac:chgData name="Sébastien Renaud" userId="5e596eca-c704-4701-9deb-91e2038d048e" providerId="ADAL" clId="{34329023-3EC5-4071-89E2-665FADB32EB6}" dt="2026-06-28T14:45:04.185" v="1206" actId="1037"/>
          <ac:spMkLst>
            <pc:docMk/>
            <pc:sldMk cId="0" sldId="256"/>
            <ac:spMk id="9" creationId="{AFA0A710-364F-5377-5120-A437A505D05A}"/>
          </ac:spMkLst>
        </pc:spChg>
        <pc:spChg chg="del">
          <ac:chgData name="Sébastien Renaud" userId="5e596eca-c704-4701-9deb-91e2038d048e" providerId="ADAL" clId="{34329023-3EC5-4071-89E2-665FADB32EB6}" dt="2026-06-27T15:53:30.637" v="195" actId="478"/>
          <ac:spMkLst>
            <pc:docMk/>
            <pc:sldMk cId="0" sldId="256"/>
            <ac:spMk id="10" creationId="{00000000-0000-0000-0000-000000000000}"/>
          </ac:spMkLst>
        </pc:spChg>
        <pc:spChg chg="add mod">
          <ac:chgData name="Sébastien Renaud" userId="5e596eca-c704-4701-9deb-91e2038d048e" providerId="ADAL" clId="{34329023-3EC5-4071-89E2-665FADB32EB6}" dt="2026-06-28T14:45:04.185" v="1206" actId="1037"/>
          <ac:spMkLst>
            <pc:docMk/>
            <pc:sldMk cId="0" sldId="256"/>
            <ac:spMk id="10" creationId="{475507EA-C487-9CE9-4C1E-414C09186341}"/>
          </ac:spMkLst>
        </pc:spChg>
        <pc:spChg chg="mod">
          <ac:chgData name="Sébastien Renaud" userId="5e596eca-c704-4701-9deb-91e2038d048e" providerId="ADAL" clId="{34329023-3EC5-4071-89E2-665FADB32EB6}" dt="2026-06-27T20:26:42.487" v="538" actId="554"/>
          <ac:spMkLst>
            <pc:docMk/>
            <pc:sldMk cId="0" sldId="256"/>
            <ac:spMk id="11" creationId="{00000000-0000-0000-0000-000000000000}"/>
          </ac:spMkLst>
        </pc:spChg>
        <pc:spChg chg="del">
          <ac:chgData name="Sébastien Renaud" userId="5e596eca-c704-4701-9deb-91e2038d048e" providerId="ADAL" clId="{34329023-3EC5-4071-89E2-665FADB32EB6}" dt="2026-06-27T15:54:46.683" v="230" actId="478"/>
          <ac:spMkLst>
            <pc:docMk/>
            <pc:sldMk cId="0" sldId="256"/>
            <ac:spMk id="12" creationId="{00000000-0000-0000-0000-000000000000}"/>
          </ac:spMkLst>
        </pc:spChg>
        <pc:spChg chg="add mod">
          <ac:chgData name="Sébastien Renaud" userId="5e596eca-c704-4701-9deb-91e2038d048e" providerId="ADAL" clId="{34329023-3EC5-4071-89E2-665FADB32EB6}" dt="2026-06-28T14:45:04.185" v="1206" actId="1037"/>
          <ac:spMkLst>
            <pc:docMk/>
            <pc:sldMk cId="0" sldId="256"/>
            <ac:spMk id="12" creationId="{A5026B91-94C2-B899-6E6A-D58ECA2EA4A0}"/>
          </ac:spMkLst>
        </pc:spChg>
        <pc:spChg chg="mod">
          <ac:chgData name="Sébastien Renaud" userId="5e596eca-c704-4701-9deb-91e2038d048e" providerId="ADAL" clId="{34329023-3EC5-4071-89E2-665FADB32EB6}" dt="2026-06-27T20:26:42.487" v="538" actId="554"/>
          <ac:spMkLst>
            <pc:docMk/>
            <pc:sldMk cId="0" sldId="256"/>
            <ac:spMk id="13" creationId="{00000000-0000-0000-0000-000000000000}"/>
          </ac:spMkLst>
        </pc:spChg>
        <pc:spChg chg="del">
          <ac:chgData name="Sébastien Renaud" userId="5e596eca-c704-4701-9deb-91e2038d048e" providerId="ADAL" clId="{34329023-3EC5-4071-89E2-665FADB32EB6}" dt="2026-06-27T15:54:51.832" v="233" actId="478"/>
          <ac:spMkLst>
            <pc:docMk/>
            <pc:sldMk cId="0" sldId="256"/>
            <ac:spMk id="14" creationId="{00000000-0000-0000-0000-000000000000}"/>
          </ac:spMkLst>
        </pc:spChg>
        <pc:spChg chg="add mod">
          <ac:chgData name="Sébastien Renaud" userId="5e596eca-c704-4701-9deb-91e2038d048e" providerId="ADAL" clId="{34329023-3EC5-4071-89E2-665FADB32EB6}" dt="2026-06-28T14:45:04.185" v="1206" actId="1037"/>
          <ac:spMkLst>
            <pc:docMk/>
            <pc:sldMk cId="0" sldId="256"/>
            <ac:spMk id="14" creationId="{10BCFC0F-C173-DE50-CACD-946CB9BE4B2D}"/>
          </ac:spMkLst>
        </pc:spChg>
        <pc:spChg chg="del">
          <ac:chgData name="Sébastien Renaud" userId="5e596eca-c704-4701-9deb-91e2038d048e" providerId="ADAL" clId="{34329023-3EC5-4071-89E2-665FADB32EB6}" dt="2026-06-27T15:54:48.067" v="231" actId="478"/>
          <ac:spMkLst>
            <pc:docMk/>
            <pc:sldMk cId="0" sldId="256"/>
            <ac:spMk id="15" creationId="{00000000-0000-0000-0000-000000000000}"/>
          </ac:spMkLst>
        </pc:spChg>
        <pc:spChg chg="mod">
          <ac:chgData name="Sébastien Renaud" userId="5e596eca-c704-4701-9deb-91e2038d048e" providerId="ADAL" clId="{34329023-3EC5-4071-89E2-665FADB32EB6}" dt="2026-06-28T15:54:46.444" v="1697" actId="1037"/>
          <ac:spMkLst>
            <pc:docMk/>
            <pc:sldMk cId="0" sldId="256"/>
            <ac:spMk id="17" creationId="{00000000-0000-0000-0000-000000000000}"/>
          </ac:spMkLst>
        </pc:spChg>
        <pc:spChg chg="mod">
          <ac:chgData name="Sébastien Renaud" userId="5e596eca-c704-4701-9deb-91e2038d048e" providerId="ADAL" clId="{34329023-3EC5-4071-89E2-665FADB32EB6}" dt="2026-06-27T20:27:29.858" v="565" actId="1035"/>
          <ac:spMkLst>
            <pc:docMk/>
            <pc:sldMk cId="0" sldId="256"/>
            <ac:spMk id="18" creationId="{00000000-0000-0000-0000-000000000000}"/>
          </ac:spMkLst>
        </pc:spChg>
        <pc:spChg chg="mod">
          <ac:chgData name="Sébastien Renaud" userId="5e596eca-c704-4701-9deb-91e2038d048e" providerId="ADAL" clId="{34329023-3EC5-4071-89E2-665FADB32EB6}" dt="2026-06-27T20:27:29.858" v="565" actId="1035"/>
          <ac:spMkLst>
            <pc:docMk/>
            <pc:sldMk cId="0" sldId="256"/>
            <ac:spMk id="19" creationId="{00000000-0000-0000-0000-000000000000}"/>
          </ac:spMkLst>
        </pc:spChg>
        <pc:spChg chg="mod">
          <ac:chgData name="Sébastien Renaud" userId="5e596eca-c704-4701-9deb-91e2038d048e" providerId="ADAL" clId="{34329023-3EC5-4071-89E2-665FADB32EB6}" dt="2026-06-27T20:27:49.082" v="603" actId="1035"/>
          <ac:spMkLst>
            <pc:docMk/>
            <pc:sldMk cId="0" sldId="256"/>
            <ac:spMk id="20" creationId="{00000000-0000-0000-0000-000000000000}"/>
          </ac:spMkLst>
        </pc:spChg>
        <pc:spChg chg="mod">
          <ac:chgData name="Sébastien Renaud" userId="5e596eca-c704-4701-9deb-91e2038d048e" providerId="ADAL" clId="{34329023-3EC5-4071-89E2-665FADB32EB6}" dt="2026-06-27T20:27:49.082" v="603" actId="1035"/>
          <ac:spMkLst>
            <pc:docMk/>
            <pc:sldMk cId="0" sldId="256"/>
            <ac:spMk id="21" creationId="{00000000-0000-0000-0000-000000000000}"/>
          </ac:spMkLst>
        </pc:spChg>
        <pc:spChg chg="del mod">
          <ac:chgData name="Sébastien Renaud" userId="5e596eca-c704-4701-9deb-91e2038d048e" providerId="ADAL" clId="{34329023-3EC5-4071-89E2-665FADB32EB6}" dt="2026-06-27T20:29:23.646" v="711" actId="478"/>
          <ac:spMkLst>
            <pc:docMk/>
            <pc:sldMk cId="0" sldId="256"/>
            <ac:spMk id="22" creationId="{00000000-0000-0000-0000-000000000000}"/>
          </ac:spMkLst>
        </pc:spChg>
        <pc:spChg chg="mod">
          <ac:chgData name="Sébastien Renaud" userId="5e596eca-c704-4701-9deb-91e2038d048e" providerId="ADAL" clId="{34329023-3EC5-4071-89E2-665FADB32EB6}" dt="2026-06-27T20:28:41.457" v="671" actId="207"/>
          <ac:spMkLst>
            <pc:docMk/>
            <pc:sldMk cId="0" sldId="256"/>
            <ac:spMk id="23" creationId="{00000000-0000-0000-0000-000000000000}"/>
          </ac:spMkLst>
        </pc:spChg>
        <pc:spChg chg="mod">
          <ac:chgData name="Sébastien Renaud" userId="5e596eca-c704-4701-9deb-91e2038d048e" providerId="ADAL" clId="{34329023-3EC5-4071-89E2-665FADB32EB6}" dt="2026-06-28T15:53:39.435" v="1690" actId="12788"/>
          <ac:spMkLst>
            <pc:docMk/>
            <pc:sldMk cId="0" sldId="256"/>
            <ac:spMk id="24" creationId="{00000000-0000-0000-0000-000000000000}"/>
          </ac:spMkLst>
        </pc:spChg>
        <pc:spChg chg="mod">
          <ac:chgData name="Sébastien Renaud" userId="5e596eca-c704-4701-9deb-91e2038d048e" providerId="ADAL" clId="{34329023-3EC5-4071-89E2-665FADB32EB6}" dt="2026-06-28T15:53:39.435" v="1690" actId="12788"/>
          <ac:spMkLst>
            <pc:docMk/>
            <pc:sldMk cId="0" sldId="256"/>
            <ac:spMk id="25" creationId="{00000000-0000-0000-0000-000000000000}"/>
          </ac:spMkLst>
        </pc:spChg>
        <pc:spChg chg="mod">
          <ac:chgData name="Sébastien Renaud" userId="5e596eca-c704-4701-9deb-91e2038d048e" providerId="ADAL" clId="{34329023-3EC5-4071-89E2-665FADB32EB6}" dt="2026-06-27T20:28:41.457" v="671" actId="207"/>
          <ac:spMkLst>
            <pc:docMk/>
            <pc:sldMk cId="0" sldId="256"/>
            <ac:spMk id="26" creationId="{00000000-0000-0000-0000-000000000000}"/>
          </ac:spMkLst>
        </pc:spChg>
        <pc:spChg chg="del">
          <ac:chgData name="Sébastien Renaud" userId="5e596eca-c704-4701-9deb-91e2038d048e" providerId="ADAL" clId="{34329023-3EC5-4071-89E2-665FADB32EB6}" dt="2026-06-27T20:34:27.514" v="948" actId="478"/>
          <ac:spMkLst>
            <pc:docMk/>
            <pc:sldMk cId="0" sldId="256"/>
            <ac:spMk id="27" creationId="{00000000-0000-0000-0000-000000000000}"/>
          </ac:spMkLst>
        </pc:spChg>
        <pc:spChg chg="mod">
          <ac:chgData name="Sébastien Renaud" userId="5e596eca-c704-4701-9deb-91e2038d048e" providerId="ADAL" clId="{34329023-3EC5-4071-89E2-665FADB32EB6}" dt="2026-06-28T15:51:03.657" v="1619" actId="1037"/>
          <ac:spMkLst>
            <pc:docMk/>
            <pc:sldMk cId="0" sldId="256"/>
            <ac:spMk id="28" creationId="{00000000-0000-0000-0000-000000000000}"/>
          </ac:spMkLst>
        </pc:spChg>
        <pc:spChg chg="mod">
          <ac:chgData name="Sébastien Renaud" userId="5e596eca-c704-4701-9deb-91e2038d048e" providerId="ADAL" clId="{34329023-3EC5-4071-89E2-665FADB32EB6}" dt="2026-06-28T15:53:39.435" v="1690" actId="12788"/>
          <ac:spMkLst>
            <pc:docMk/>
            <pc:sldMk cId="0" sldId="256"/>
            <ac:spMk id="29" creationId="{00000000-0000-0000-0000-000000000000}"/>
          </ac:spMkLst>
        </pc:spChg>
        <pc:spChg chg="mod">
          <ac:chgData name="Sébastien Renaud" userId="5e596eca-c704-4701-9deb-91e2038d048e" providerId="ADAL" clId="{34329023-3EC5-4071-89E2-665FADB32EB6}" dt="2026-06-28T15:53:39.435" v="1690" actId="12788"/>
          <ac:spMkLst>
            <pc:docMk/>
            <pc:sldMk cId="0" sldId="256"/>
            <ac:spMk id="30" creationId="{00000000-0000-0000-0000-000000000000}"/>
          </ac:spMkLst>
        </pc:spChg>
        <pc:spChg chg="mod">
          <ac:chgData name="Sébastien Renaud" userId="5e596eca-c704-4701-9deb-91e2038d048e" providerId="ADAL" clId="{34329023-3EC5-4071-89E2-665FADB32EB6}" dt="2026-06-28T15:51:03.657" v="1619" actId="1037"/>
          <ac:spMkLst>
            <pc:docMk/>
            <pc:sldMk cId="0" sldId="256"/>
            <ac:spMk id="31" creationId="{00000000-0000-0000-0000-000000000000}"/>
          </ac:spMkLst>
        </pc:spChg>
        <pc:spChg chg="del">
          <ac:chgData name="Sébastien Renaud" userId="5e596eca-c704-4701-9deb-91e2038d048e" providerId="ADAL" clId="{34329023-3EC5-4071-89E2-665FADB32EB6}" dt="2026-06-27T20:35:16.110" v="990" actId="478"/>
          <ac:spMkLst>
            <pc:docMk/>
            <pc:sldMk cId="0" sldId="256"/>
            <ac:spMk id="32" creationId="{00000000-0000-0000-0000-000000000000}"/>
          </ac:spMkLst>
        </pc:spChg>
        <pc:spChg chg="mod">
          <ac:chgData name="Sébastien Renaud" userId="5e596eca-c704-4701-9deb-91e2038d048e" providerId="ADAL" clId="{34329023-3EC5-4071-89E2-665FADB32EB6}" dt="2026-06-28T15:49:38.872" v="1590" actId="1037"/>
          <ac:spMkLst>
            <pc:docMk/>
            <pc:sldMk cId="0" sldId="256"/>
            <ac:spMk id="33" creationId="{00000000-0000-0000-0000-000000000000}"/>
          </ac:spMkLst>
        </pc:spChg>
        <pc:spChg chg="mod">
          <ac:chgData name="Sébastien Renaud" userId="5e596eca-c704-4701-9deb-91e2038d048e" providerId="ADAL" clId="{34329023-3EC5-4071-89E2-665FADB32EB6}" dt="2026-06-28T15:53:39.435" v="1690" actId="12788"/>
          <ac:spMkLst>
            <pc:docMk/>
            <pc:sldMk cId="0" sldId="256"/>
            <ac:spMk id="34" creationId="{00000000-0000-0000-0000-000000000000}"/>
          </ac:spMkLst>
        </pc:spChg>
        <pc:spChg chg="mod">
          <ac:chgData name="Sébastien Renaud" userId="5e596eca-c704-4701-9deb-91e2038d048e" providerId="ADAL" clId="{34329023-3EC5-4071-89E2-665FADB32EB6}" dt="2026-06-28T15:53:39.435" v="1690" actId="12788"/>
          <ac:spMkLst>
            <pc:docMk/>
            <pc:sldMk cId="0" sldId="256"/>
            <ac:spMk id="35" creationId="{00000000-0000-0000-0000-000000000000}"/>
          </ac:spMkLst>
        </pc:spChg>
        <pc:spChg chg="mod">
          <ac:chgData name="Sébastien Renaud" userId="5e596eca-c704-4701-9deb-91e2038d048e" providerId="ADAL" clId="{34329023-3EC5-4071-89E2-665FADB32EB6}" dt="2026-06-28T15:49:38.872" v="1590" actId="1037"/>
          <ac:spMkLst>
            <pc:docMk/>
            <pc:sldMk cId="0" sldId="256"/>
            <ac:spMk id="36" creationId="{00000000-0000-0000-0000-000000000000}"/>
          </ac:spMkLst>
        </pc:spChg>
        <pc:spChg chg="mod">
          <ac:chgData name="Sébastien Renaud" userId="5e596eca-c704-4701-9deb-91e2038d048e" providerId="ADAL" clId="{34329023-3EC5-4071-89E2-665FADB32EB6}" dt="2026-06-27T20:27:29.858" v="565" actId="1035"/>
          <ac:spMkLst>
            <pc:docMk/>
            <pc:sldMk cId="0" sldId="256"/>
            <ac:spMk id="37" creationId="{00000000-0000-0000-0000-000000000000}"/>
          </ac:spMkLst>
        </pc:spChg>
        <pc:spChg chg="mod">
          <ac:chgData name="Sébastien Renaud" userId="5e596eca-c704-4701-9deb-91e2038d048e" providerId="ADAL" clId="{34329023-3EC5-4071-89E2-665FADB32EB6}" dt="2026-06-27T20:27:29.858" v="565" actId="1035"/>
          <ac:spMkLst>
            <pc:docMk/>
            <pc:sldMk cId="0" sldId="256"/>
            <ac:spMk id="38" creationId="{00000000-0000-0000-0000-000000000000}"/>
          </ac:spMkLst>
        </pc:spChg>
        <pc:spChg chg="mod">
          <ac:chgData name="Sébastien Renaud" userId="5e596eca-c704-4701-9deb-91e2038d048e" providerId="ADAL" clId="{34329023-3EC5-4071-89E2-665FADB32EB6}" dt="2026-06-28T15:52:22.411" v="1637" actId="554"/>
          <ac:spMkLst>
            <pc:docMk/>
            <pc:sldMk cId="0" sldId="256"/>
            <ac:spMk id="39" creationId="{00000000-0000-0000-0000-000000000000}"/>
          </ac:spMkLst>
        </pc:spChg>
        <pc:spChg chg="mod">
          <ac:chgData name="Sébastien Renaud" userId="5e596eca-c704-4701-9deb-91e2038d048e" providerId="ADAL" clId="{34329023-3EC5-4071-89E2-665FADB32EB6}" dt="2026-06-27T20:37:15.163" v="1084" actId="1035"/>
          <ac:spMkLst>
            <pc:docMk/>
            <pc:sldMk cId="0" sldId="256"/>
            <ac:spMk id="41" creationId="{00000000-0000-0000-0000-000000000000}"/>
          </ac:spMkLst>
        </pc:spChg>
        <pc:spChg chg="mod">
          <ac:chgData name="Sébastien Renaud" userId="5e596eca-c704-4701-9deb-91e2038d048e" providerId="ADAL" clId="{34329023-3EC5-4071-89E2-665FADB32EB6}" dt="2026-06-27T20:36:59.459" v="1056" actId="1035"/>
          <ac:spMkLst>
            <pc:docMk/>
            <pc:sldMk cId="0" sldId="256"/>
            <ac:spMk id="42" creationId="{00000000-0000-0000-0000-000000000000}"/>
          </ac:spMkLst>
        </pc:spChg>
        <pc:spChg chg="mod">
          <ac:chgData name="Sébastien Renaud" userId="5e596eca-c704-4701-9deb-91e2038d048e" providerId="ADAL" clId="{34329023-3EC5-4071-89E2-665FADB32EB6}" dt="2026-06-27T20:37:15.163" v="1084" actId="1035"/>
          <ac:spMkLst>
            <pc:docMk/>
            <pc:sldMk cId="0" sldId="256"/>
            <ac:spMk id="43" creationId="{00000000-0000-0000-0000-000000000000}"/>
          </ac:spMkLst>
        </pc:spChg>
        <pc:spChg chg="mod">
          <ac:chgData name="Sébastien Renaud" userId="5e596eca-c704-4701-9deb-91e2038d048e" providerId="ADAL" clId="{34329023-3EC5-4071-89E2-665FADB32EB6}" dt="2026-06-27T20:37:15.163" v="1084" actId="1035"/>
          <ac:spMkLst>
            <pc:docMk/>
            <pc:sldMk cId="0" sldId="256"/>
            <ac:spMk id="44" creationId="{00000000-0000-0000-0000-000000000000}"/>
          </ac:spMkLst>
        </pc:spChg>
        <pc:spChg chg="mod">
          <ac:chgData name="Sébastien Renaud" userId="5e596eca-c704-4701-9deb-91e2038d048e" providerId="ADAL" clId="{34329023-3EC5-4071-89E2-665FADB32EB6}" dt="2026-06-27T20:37:15.163" v="1084" actId="1035"/>
          <ac:spMkLst>
            <pc:docMk/>
            <pc:sldMk cId="0" sldId="256"/>
            <ac:spMk id="46" creationId="{00000000-0000-0000-0000-000000000000}"/>
          </ac:spMkLst>
        </pc:spChg>
        <pc:spChg chg="mod">
          <ac:chgData name="Sébastien Renaud" userId="5e596eca-c704-4701-9deb-91e2038d048e" providerId="ADAL" clId="{34329023-3EC5-4071-89E2-665FADB32EB6}" dt="2026-06-27T20:37:15.163" v="1084" actId="1035"/>
          <ac:spMkLst>
            <pc:docMk/>
            <pc:sldMk cId="0" sldId="256"/>
            <ac:spMk id="47" creationId="{00000000-0000-0000-0000-000000000000}"/>
          </ac:spMkLst>
        </pc:spChg>
        <pc:spChg chg="mod">
          <ac:chgData name="Sébastien Renaud" userId="5e596eca-c704-4701-9deb-91e2038d048e" providerId="ADAL" clId="{34329023-3EC5-4071-89E2-665FADB32EB6}" dt="2026-06-28T15:50:12.955" v="1592" actId="555"/>
          <ac:spMkLst>
            <pc:docMk/>
            <pc:sldMk cId="0" sldId="256"/>
            <ac:spMk id="48" creationId="{00000000-0000-0000-0000-000000000000}"/>
          </ac:spMkLst>
        </pc:spChg>
        <pc:spChg chg="mod">
          <ac:chgData name="Sébastien Renaud" userId="5e596eca-c704-4701-9deb-91e2038d048e" providerId="ADAL" clId="{34329023-3EC5-4071-89E2-665FADB32EB6}" dt="2026-06-28T14:42:28.898" v="1138" actId="14100"/>
          <ac:spMkLst>
            <pc:docMk/>
            <pc:sldMk cId="0" sldId="256"/>
            <ac:spMk id="49" creationId="{00000000-0000-0000-0000-000000000000}"/>
          </ac:spMkLst>
        </pc:spChg>
        <pc:spChg chg="mod">
          <ac:chgData name="Sébastien Renaud" userId="5e596eca-c704-4701-9deb-91e2038d048e" providerId="ADAL" clId="{34329023-3EC5-4071-89E2-665FADB32EB6}" dt="2026-06-27T20:37:15.163" v="1084" actId="1035"/>
          <ac:spMkLst>
            <pc:docMk/>
            <pc:sldMk cId="0" sldId="256"/>
            <ac:spMk id="50" creationId="{00000000-0000-0000-0000-000000000000}"/>
          </ac:spMkLst>
        </pc:spChg>
        <pc:spChg chg="mod">
          <ac:chgData name="Sébastien Renaud" userId="5e596eca-c704-4701-9deb-91e2038d048e" providerId="ADAL" clId="{34329023-3EC5-4071-89E2-665FADB32EB6}" dt="2026-06-27T20:37:15.163" v="1084" actId="1035"/>
          <ac:spMkLst>
            <pc:docMk/>
            <pc:sldMk cId="0" sldId="256"/>
            <ac:spMk id="53" creationId="{00000000-0000-0000-0000-000000000000}"/>
          </ac:spMkLst>
        </pc:spChg>
        <pc:spChg chg="mod">
          <ac:chgData name="Sébastien Renaud" userId="5e596eca-c704-4701-9deb-91e2038d048e" providerId="ADAL" clId="{34329023-3EC5-4071-89E2-665FADB32EB6}" dt="2026-06-27T20:36:59.459" v="1056" actId="1035"/>
          <ac:spMkLst>
            <pc:docMk/>
            <pc:sldMk cId="0" sldId="256"/>
            <ac:spMk id="55" creationId="{00000000-0000-0000-0000-000000000000}"/>
          </ac:spMkLst>
        </pc:spChg>
        <pc:spChg chg="mod">
          <ac:chgData name="Sébastien Renaud" userId="5e596eca-c704-4701-9deb-91e2038d048e" providerId="ADAL" clId="{34329023-3EC5-4071-89E2-665FADB32EB6}" dt="2026-06-27T20:37:15.163" v="1084" actId="1035"/>
          <ac:spMkLst>
            <pc:docMk/>
            <pc:sldMk cId="0" sldId="256"/>
            <ac:spMk id="56" creationId="{00000000-0000-0000-0000-000000000000}"/>
          </ac:spMkLst>
        </pc:spChg>
        <pc:spChg chg="mod">
          <ac:chgData name="Sébastien Renaud" userId="5e596eca-c704-4701-9deb-91e2038d048e" providerId="ADAL" clId="{34329023-3EC5-4071-89E2-665FADB32EB6}" dt="2026-06-28T15:47:26.644" v="1559" actId="554"/>
          <ac:spMkLst>
            <pc:docMk/>
            <pc:sldMk cId="0" sldId="256"/>
            <ac:spMk id="57" creationId="{00000000-0000-0000-0000-000000000000}"/>
          </ac:spMkLst>
        </pc:spChg>
        <pc:spChg chg="del">
          <ac:chgData name="Sébastien Renaud" userId="5e596eca-c704-4701-9deb-91e2038d048e" providerId="ADAL" clId="{34329023-3EC5-4071-89E2-665FADB32EB6}" dt="2026-06-27T20:43:22.175" v="1136" actId="478"/>
          <ac:spMkLst>
            <pc:docMk/>
            <pc:sldMk cId="0" sldId="256"/>
            <ac:spMk id="58" creationId="{00000000-0000-0000-0000-000000000000}"/>
          </ac:spMkLst>
        </pc:spChg>
        <pc:spChg chg="del">
          <ac:chgData name="Sébastien Renaud" userId="5e596eca-c704-4701-9deb-91e2038d048e" providerId="ADAL" clId="{34329023-3EC5-4071-89E2-665FADB32EB6}" dt="2026-06-27T20:43:06.792" v="1130" actId="478"/>
          <ac:spMkLst>
            <pc:docMk/>
            <pc:sldMk cId="0" sldId="256"/>
            <ac:spMk id="59" creationId="{00000000-0000-0000-0000-000000000000}"/>
          </ac:spMkLst>
        </pc:spChg>
        <pc:spChg chg="mod">
          <ac:chgData name="Sébastien Renaud" userId="5e596eca-c704-4701-9deb-91e2038d048e" providerId="ADAL" clId="{34329023-3EC5-4071-89E2-665FADB32EB6}" dt="2026-06-28T15:46:33.394" v="1538" actId="1036"/>
          <ac:spMkLst>
            <pc:docMk/>
            <pc:sldMk cId="0" sldId="256"/>
            <ac:spMk id="60" creationId="{00000000-0000-0000-0000-000000000000}"/>
          </ac:spMkLst>
        </pc:spChg>
        <pc:spChg chg="mod">
          <ac:chgData name="Sébastien Renaud" userId="5e596eca-c704-4701-9deb-91e2038d048e" providerId="ADAL" clId="{34329023-3EC5-4071-89E2-665FADB32EB6}" dt="2026-06-28T15:46:33.394" v="1538" actId="1036"/>
          <ac:spMkLst>
            <pc:docMk/>
            <pc:sldMk cId="0" sldId="256"/>
            <ac:spMk id="61" creationId="{00000000-0000-0000-0000-000000000000}"/>
          </ac:spMkLst>
        </pc:spChg>
        <pc:spChg chg="mod">
          <ac:chgData name="Sébastien Renaud" userId="5e596eca-c704-4701-9deb-91e2038d048e" providerId="ADAL" clId="{34329023-3EC5-4071-89E2-665FADB32EB6}" dt="2026-06-28T15:46:33.394" v="1538" actId="1036"/>
          <ac:spMkLst>
            <pc:docMk/>
            <pc:sldMk cId="0" sldId="256"/>
            <ac:spMk id="62" creationId="{00000000-0000-0000-0000-000000000000}"/>
          </ac:spMkLst>
        </pc:spChg>
        <pc:spChg chg="mod">
          <ac:chgData name="Sébastien Renaud" userId="5e596eca-c704-4701-9deb-91e2038d048e" providerId="ADAL" clId="{34329023-3EC5-4071-89E2-665FADB32EB6}" dt="2026-06-28T15:47:36.777" v="1560" actId="14100"/>
          <ac:spMkLst>
            <pc:docMk/>
            <pc:sldMk cId="0" sldId="256"/>
            <ac:spMk id="63" creationId="{00000000-0000-0000-0000-000000000000}"/>
          </ac:spMkLst>
        </pc:spChg>
        <pc:spChg chg="mod">
          <ac:chgData name="Sébastien Renaud" userId="5e596eca-c704-4701-9deb-91e2038d048e" providerId="ADAL" clId="{34329023-3EC5-4071-89E2-665FADB32EB6}" dt="2026-06-28T15:46:42.688" v="1558" actId="1036"/>
          <ac:spMkLst>
            <pc:docMk/>
            <pc:sldMk cId="0" sldId="256"/>
            <ac:spMk id="64" creationId="{00000000-0000-0000-0000-000000000000}"/>
          </ac:spMkLst>
        </pc:spChg>
        <pc:spChg chg="mod">
          <ac:chgData name="Sébastien Renaud" userId="5e596eca-c704-4701-9deb-91e2038d048e" providerId="ADAL" clId="{34329023-3EC5-4071-89E2-665FADB32EB6}" dt="2026-06-28T15:46:42.688" v="1558" actId="1036"/>
          <ac:spMkLst>
            <pc:docMk/>
            <pc:sldMk cId="0" sldId="256"/>
            <ac:spMk id="65" creationId="{00000000-0000-0000-0000-000000000000}"/>
          </ac:spMkLst>
        </pc:spChg>
        <pc:spChg chg="mod">
          <ac:chgData name="Sébastien Renaud" userId="5e596eca-c704-4701-9deb-91e2038d048e" providerId="ADAL" clId="{34329023-3EC5-4071-89E2-665FADB32EB6}" dt="2026-06-28T15:46:42.688" v="1558" actId="1036"/>
          <ac:spMkLst>
            <pc:docMk/>
            <pc:sldMk cId="0" sldId="256"/>
            <ac:spMk id="66" creationId="{00000000-0000-0000-0000-000000000000}"/>
          </ac:spMkLst>
        </pc:spChg>
        <pc:spChg chg="del">
          <ac:chgData name="Sébastien Renaud" userId="5e596eca-c704-4701-9deb-91e2038d048e" providerId="ADAL" clId="{34329023-3EC5-4071-89E2-665FADB32EB6}" dt="2026-06-28T15:46:22.054" v="1517" actId="478"/>
          <ac:spMkLst>
            <pc:docMk/>
            <pc:sldMk cId="0" sldId="256"/>
            <ac:spMk id="67" creationId="{00000000-0000-0000-0000-000000000000}"/>
          </ac:spMkLst>
        </pc:spChg>
        <pc:spChg chg="del">
          <ac:chgData name="Sébastien Renaud" userId="5e596eca-c704-4701-9deb-91e2038d048e" providerId="ADAL" clId="{34329023-3EC5-4071-89E2-665FADB32EB6}" dt="2026-06-28T15:46:20.398" v="1516" actId="478"/>
          <ac:spMkLst>
            <pc:docMk/>
            <pc:sldMk cId="0" sldId="256"/>
            <ac:spMk id="68" creationId="{00000000-0000-0000-0000-000000000000}"/>
          </ac:spMkLst>
        </pc:spChg>
        <pc:spChg chg="del">
          <ac:chgData name="Sébastien Renaud" userId="5e596eca-c704-4701-9deb-91e2038d048e" providerId="ADAL" clId="{34329023-3EC5-4071-89E2-665FADB32EB6}" dt="2026-06-28T15:46:23.782" v="1518" actId="478"/>
          <ac:spMkLst>
            <pc:docMk/>
            <pc:sldMk cId="0" sldId="256"/>
            <ac:spMk id="69" creationId="{00000000-0000-0000-0000-000000000000}"/>
          </ac:spMkLst>
        </pc:spChg>
        <pc:spChg chg="mod">
          <ac:chgData name="Sébastien Renaud" userId="5e596eca-c704-4701-9deb-91e2038d048e" providerId="ADAL" clId="{34329023-3EC5-4071-89E2-665FADB32EB6}" dt="2026-06-28T15:55:26.236" v="1701" actId="553"/>
          <ac:spMkLst>
            <pc:docMk/>
            <pc:sldMk cId="0" sldId="256"/>
            <ac:spMk id="70" creationId="{00000000-0000-0000-0000-000000000000}"/>
          </ac:spMkLst>
        </pc:spChg>
        <pc:spChg chg="mod ord">
          <ac:chgData name="Sébastien Renaud" userId="5e596eca-c704-4701-9deb-91e2038d048e" providerId="ADAL" clId="{34329023-3EC5-4071-89E2-665FADB32EB6}" dt="2026-06-28T15:56:23.965" v="1726" actId="171"/>
          <ac:spMkLst>
            <pc:docMk/>
            <pc:sldMk cId="0" sldId="256"/>
            <ac:spMk id="71" creationId="{00000000-0000-0000-0000-000000000000}"/>
          </ac:spMkLst>
        </pc:spChg>
        <pc:spChg chg="del mod">
          <ac:chgData name="Sébastien Renaud" userId="5e596eca-c704-4701-9deb-91e2038d048e" providerId="ADAL" clId="{34329023-3EC5-4071-89E2-665FADB32EB6}" dt="2026-06-27T16:02:46.473" v="372" actId="478"/>
          <ac:spMkLst>
            <pc:docMk/>
            <pc:sldMk cId="0" sldId="256"/>
            <ac:spMk id="72" creationId="{00000000-0000-0000-0000-000000000000}"/>
          </ac:spMkLst>
        </pc:spChg>
        <pc:spChg chg="mod ord">
          <ac:chgData name="Sébastien Renaud" userId="5e596eca-c704-4701-9deb-91e2038d048e" providerId="ADAL" clId="{34329023-3EC5-4071-89E2-665FADB32EB6}" dt="2026-06-28T15:56:34.120" v="1756" actId="1036"/>
          <ac:spMkLst>
            <pc:docMk/>
            <pc:sldMk cId="0" sldId="256"/>
            <ac:spMk id="73" creationId="{00000000-0000-0000-0000-000000000000}"/>
          </ac:spMkLst>
        </pc:spChg>
        <pc:spChg chg="add mod">
          <ac:chgData name="Sébastien Renaud" userId="5e596eca-c704-4701-9deb-91e2038d048e" providerId="ADAL" clId="{34329023-3EC5-4071-89E2-665FADB32EB6}" dt="2026-06-27T20:26:42.487" v="538" actId="554"/>
          <ac:spMkLst>
            <pc:docMk/>
            <pc:sldMk cId="0" sldId="256"/>
            <ac:spMk id="74" creationId="{E29A9793-6931-C295-30F6-A387E3367FF4}"/>
          </ac:spMkLst>
        </pc:spChg>
        <pc:spChg chg="add mod">
          <ac:chgData name="Sébastien Renaud" userId="5e596eca-c704-4701-9deb-91e2038d048e" providerId="ADAL" clId="{34329023-3EC5-4071-89E2-665FADB32EB6}" dt="2026-06-28T15:55:26.236" v="1701" actId="553"/>
          <ac:spMkLst>
            <pc:docMk/>
            <pc:sldMk cId="0" sldId="256"/>
            <ac:spMk id="76" creationId="{F546A0C5-6EB6-5192-F78F-6E9DF8C5CB89}"/>
          </ac:spMkLst>
        </pc:spChg>
        <pc:spChg chg="add del mod">
          <ac:chgData name="Sébastien Renaud" userId="5e596eca-c704-4701-9deb-91e2038d048e" providerId="ADAL" clId="{34329023-3EC5-4071-89E2-665FADB32EB6}" dt="2026-06-27T20:25:59.435" v="530" actId="478"/>
          <ac:spMkLst>
            <pc:docMk/>
            <pc:sldMk cId="0" sldId="256"/>
            <ac:spMk id="77" creationId="{3524E55A-8555-CA88-9BD1-CCF091D6C0CC}"/>
          </ac:spMkLst>
        </pc:spChg>
        <pc:spChg chg="add del mod">
          <ac:chgData name="Sébastien Renaud" userId="5e596eca-c704-4701-9deb-91e2038d048e" providerId="ADAL" clId="{34329023-3EC5-4071-89E2-665FADB32EB6}" dt="2026-06-27T20:25:59.435" v="530" actId="478"/>
          <ac:spMkLst>
            <pc:docMk/>
            <pc:sldMk cId="0" sldId="256"/>
            <ac:spMk id="78" creationId="{6D0A2916-F531-9324-837B-CF970CCB02FE}"/>
          </ac:spMkLst>
        </pc:spChg>
        <pc:spChg chg="add del mod">
          <ac:chgData name="Sébastien Renaud" userId="5e596eca-c704-4701-9deb-91e2038d048e" providerId="ADAL" clId="{34329023-3EC5-4071-89E2-665FADB32EB6}" dt="2026-06-27T20:25:59.435" v="530" actId="478"/>
          <ac:spMkLst>
            <pc:docMk/>
            <pc:sldMk cId="0" sldId="256"/>
            <ac:spMk id="79" creationId="{7B81CFD7-D0CF-5876-91C0-B75578A16C0E}"/>
          </ac:spMkLst>
        </pc:spChg>
        <pc:spChg chg="add del mod">
          <ac:chgData name="Sébastien Renaud" userId="5e596eca-c704-4701-9deb-91e2038d048e" providerId="ADAL" clId="{34329023-3EC5-4071-89E2-665FADB32EB6}" dt="2026-06-27T20:25:59.435" v="530" actId="478"/>
          <ac:spMkLst>
            <pc:docMk/>
            <pc:sldMk cId="0" sldId="256"/>
            <ac:spMk id="80" creationId="{295079BA-49D0-813E-7994-62AC6C89E8C3}"/>
          </ac:spMkLst>
        </pc:spChg>
        <pc:spChg chg="add del mod">
          <ac:chgData name="Sébastien Renaud" userId="5e596eca-c704-4701-9deb-91e2038d048e" providerId="ADAL" clId="{34329023-3EC5-4071-89E2-665FADB32EB6}" dt="2026-06-27T20:25:59.435" v="530" actId="478"/>
          <ac:spMkLst>
            <pc:docMk/>
            <pc:sldMk cId="0" sldId="256"/>
            <ac:spMk id="81" creationId="{534FED14-40CC-C105-3151-1F744B428E3E}"/>
          </ac:spMkLst>
        </pc:spChg>
        <pc:spChg chg="add del mod">
          <ac:chgData name="Sébastien Renaud" userId="5e596eca-c704-4701-9deb-91e2038d048e" providerId="ADAL" clId="{34329023-3EC5-4071-89E2-665FADB32EB6}" dt="2026-06-27T20:25:59.435" v="530" actId="478"/>
          <ac:spMkLst>
            <pc:docMk/>
            <pc:sldMk cId="0" sldId="256"/>
            <ac:spMk id="82" creationId="{9F8B8327-AA11-1B4E-49CD-7AB2A1BB7ACF}"/>
          </ac:spMkLst>
        </pc:spChg>
        <pc:spChg chg="add del mod">
          <ac:chgData name="Sébastien Renaud" userId="5e596eca-c704-4701-9deb-91e2038d048e" providerId="ADAL" clId="{34329023-3EC5-4071-89E2-665FADB32EB6}" dt="2026-06-27T20:25:59.435" v="530" actId="478"/>
          <ac:spMkLst>
            <pc:docMk/>
            <pc:sldMk cId="0" sldId="256"/>
            <ac:spMk id="83" creationId="{6D91A509-E513-2C49-892D-47C27089721C}"/>
          </ac:spMkLst>
        </pc:spChg>
        <pc:spChg chg="add del mod">
          <ac:chgData name="Sébastien Renaud" userId="5e596eca-c704-4701-9deb-91e2038d048e" providerId="ADAL" clId="{34329023-3EC5-4071-89E2-665FADB32EB6}" dt="2026-06-27T20:25:59.435" v="530" actId="478"/>
          <ac:spMkLst>
            <pc:docMk/>
            <pc:sldMk cId="0" sldId="256"/>
            <ac:spMk id="84" creationId="{F463B750-75E4-291E-BCDF-031D70BDC6D5}"/>
          </ac:spMkLst>
        </pc:spChg>
        <pc:spChg chg="add mod ord">
          <ac:chgData name="Sébastien Renaud" userId="5e596eca-c704-4701-9deb-91e2038d048e" providerId="ADAL" clId="{34329023-3EC5-4071-89E2-665FADB32EB6}" dt="2026-06-28T15:52:22.411" v="1637" actId="554"/>
          <ac:spMkLst>
            <pc:docMk/>
            <pc:sldMk cId="0" sldId="256"/>
            <ac:spMk id="85" creationId="{6F9F49D1-1830-E366-1EA8-506E2E09A818}"/>
          </ac:spMkLst>
        </pc:spChg>
        <pc:spChg chg="add mod">
          <ac:chgData name="Sébastien Renaud" userId="5e596eca-c704-4701-9deb-91e2038d048e" providerId="ADAL" clId="{34329023-3EC5-4071-89E2-665FADB32EB6}" dt="2026-06-27T20:35:38.156" v="1037" actId="552"/>
          <ac:spMkLst>
            <pc:docMk/>
            <pc:sldMk cId="0" sldId="256"/>
            <ac:spMk id="86" creationId="{0539739A-0650-5768-52F9-786735A65188}"/>
          </ac:spMkLst>
        </pc:spChg>
        <pc:spChg chg="add mod ord">
          <ac:chgData name="Sébastien Renaud" userId="5e596eca-c704-4701-9deb-91e2038d048e" providerId="ADAL" clId="{34329023-3EC5-4071-89E2-665FADB32EB6}" dt="2026-06-28T15:50:24.033" v="1593" actId="14100"/>
          <ac:spMkLst>
            <pc:docMk/>
            <pc:sldMk cId="0" sldId="256"/>
            <ac:spMk id="87" creationId="{47134F30-0AA6-C62C-4030-8B76455FC142}"/>
          </ac:spMkLst>
        </pc:spChg>
        <pc:spChg chg="add del mod">
          <ac:chgData name="Sébastien Renaud" userId="5e596eca-c704-4701-9deb-91e2038d048e" providerId="ADAL" clId="{34329023-3EC5-4071-89E2-665FADB32EB6}" dt="2026-06-27T20:33:51.886" v="904" actId="478"/>
          <ac:spMkLst>
            <pc:docMk/>
            <pc:sldMk cId="0" sldId="256"/>
            <ac:spMk id="88" creationId="{89495811-5AAB-682B-D555-1A883B5AEDC1}"/>
          </ac:spMkLst>
        </pc:spChg>
        <pc:spChg chg="add mod">
          <ac:chgData name="Sébastien Renaud" userId="5e596eca-c704-4701-9deb-91e2038d048e" providerId="ADAL" clId="{34329023-3EC5-4071-89E2-665FADB32EB6}" dt="2026-06-28T15:51:03.657" v="1619" actId="1037"/>
          <ac:spMkLst>
            <pc:docMk/>
            <pc:sldMk cId="0" sldId="256"/>
            <ac:spMk id="89" creationId="{27C4E97F-D638-5BD9-5A00-1274EA03B2F3}"/>
          </ac:spMkLst>
        </pc:spChg>
        <pc:spChg chg="add mod ord">
          <ac:chgData name="Sébastien Renaud" userId="5e596eca-c704-4701-9deb-91e2038d048e" providerId="ADAL" clId="{34329023-3EC5-4071-89E2-665FADB32EB6}" dt="2026-06-28T15:49:55.291" v="1591" actId="14100"/>
          <ac:spMkLst>
            <pc:docMk/>
            <pc:sldMk cId="0" sldId="256"/>
            <ac:spMk id="90" creationId="{6515D72B-6AFE-ADD3-9E55-4B0735D29F0B}"/>
          </ac:spMkLst>
        </pc:spChg>
        <pc:spChg chg="add mod">
          <ac:chgData name="Sébastien Renaud" userId="5e596eca-c704-4701-9deb-91e2038d048e" providerId="ADAL" clId="{34329023-3EC5-4071-89E2-665FADB32EB6}" dt="2026-06-28T15:49:38.872" v="1590" actId="1037"/>
          <ac:spMkLst>
            <pc:docMk/>
            <pc:sldMk cId="0" sldId="256"/>
            <ac:spMk id="91" creationId="{D441232B-E5D0-E63D-C418-0626A54E01A7}"/>
          </ac:spMkLst>
        </pc:spChg>
        <pc:picChg chg="del">
          <ac:chgData name="Sébastien Renaud" userId="5e596eca-c704-4701-9deb-91e2038d048e" providerId="ADAL" clId="{34329023-3EC5-4071-89E2-665FADB32EB6}" dt="2026-06-27T15:51:06.447" v="175" actId="478"/>
          <ac:picMkLst>
            <pc:docMk/>
            <pc:sldMk cId="0" sldId="256"/>
            <ac:picMk id="4" creationId="{00000000-0000-0000-0000-000000000000}"/>
          </ac:picMkLst>
        </pc:picChg>
        <pc:picChg chg="add del mod">
          <ac:chgData name="Sébastien Renaud" userId="5e596eca-c704-4701-9deb-91e2038d048e" providerId="ADAL" clId="{34329023-3EC5-4071-89E2-665FADB32EB6}" dt="2026-06-28T16:19:24.208" v="1775" actId="478"/>
          <ac:picMkLst>
            <pc:docMk/>
            <pc:sldMk cId="0" sldId="256"/>
            <ac:picMk id="15" creationId="{DF0BBFFA-86E5-A6A5-4999-D28469582DAA}"/>
          </ac:picMkLst>
        </pc:picChg>
        <pc:picChg chg="del mod">
          <ac:chgData name="Sébastien Renaud" userId="5e596eca-c704-4701-9deb-91e2038d048e" providerId="ADAL" clId="{34329023-3EC5-4071-89E2-665FADB32EB6}" dt="2026-06-27T16:00:22.828" v="271" actId="478"/>
          <ac:picMkLst>
            <pc:docMk/>
            <pc:sldMk cId="0" sldId="256"/>
            <ac:picMk id="16" creationId="{00000000-0000-0000-0000-000000000000}"/>
          </ac:picMkLst>
        </pc:picChg>
        <pc:picChg chg="add mod">
          <ac:chgData name="Sébastien Renaud" userId="5e596eca-c704-4701-9deb-91e2038d048e" providerId="ADAL" clId="{34329023-3EC5-4071-89E2-665FADB32EB6}" dt="2026-06-28T16:19:29.485" v="1776"/>
          <ac:picMkLst>
            <pc:docMk/>
            <pc:sldMk cId="0" sldId="256"/>
            <ac:picMk id="16" creationId="{62A79F29-E13F-1E1C-C832-44EF5ABCFAE9}"/>
          </ac:picMkLst>
        </pc:picChg>
        <pc:picChg chg="add mod">
          <ac:chgData name="Sébastien Renaud" userId="5e596eca-c704-4701-9deb-91e2038d048e" providerId="ADAL" clId="{34329023-3EC5-4071-89E2-665FADB32EB6}" dt="2026-06-28T15:54:04.034" v="1692" actId="1076"/>
          <ac:picMkLst>
            <pc:docMk/>
            <pc:sldMk cId="0" sldId="256"/>
            <ac:picMk id="75" creationId="{FEC28A9F-5D1A-80B2-2A6C-C91B590747E1}"/>
          </ac:picMkLst>
        </pc:picChg>
        <pc:picChg chg="add mod">
          <ac:chgData name="Sébastien Renaud" userId="5e596eca-c704-4701-9deb-91e2038d048e" providerId="ADAL" clId="{34329023-3EC5-4071-89E2-665FADB32EB6}" dt="2026-06-28T15:46:33.394" v="1538" actId="1036"/>
          <ac:picMkLst>
            <pc:docMk/>
            <pc:sldMk cId="0" sldId="256"/>
            <ac:picMk id="92" creationId="{C666DDD0-1676-BD54-AFFD-831F77532CEA}"/>
          </ac:picMkLst>
        </pc:picChg>
      </pc:sldChg>
      <pc:sldChg chg="addSp delSp modSp add mod setBg">
        <pc:chgData name="Sébastien Renaud" userId="5e596eca-c704-4701-9deb-91e2038d048e" providerId="ADAL" clId="{34329023-3EC5-4071-89E2-665FADB32EB6}" dt="2026-06-27T20:42:27.385" v="1129" actId="478"/>
        <pc:sldMkLst>
          <pc:docMk/>
          <pc:sldMk cId="0" sldId="257"/>
        </pc:sldMkLst>
        <pc:spChg chg="add del">
          <ac:chgData name="Sébastien Renaud" userId="5e596eca-c704-4701-9deb-91e2038d048e" providerId="ADAL" clId="{34329023-3EC5-4071-89E2-665FADB32EB6}" dt="2026-06-27T20:42:17.919" v="1127" actId="478"/>
          <ac:spMkLst>
            <pc:docMk/>
            <pc:sldMk cId="0" sldId="257"/>
            <ac:spMk id="2" creationId="{00000000-0000-0000-0000-000000000000}"/>
          </ac:spMkLst>
        </pc:spChg>
        <pc:spChg chg="add del">
          <ac:chgData name="Sébastien Renaud" userId="5e596eca-c704-4701-9deb-91e2038d048e" providerId="ADAL" clId="{34329023-3EC5-4071-89E2-665FADB32EB6}" dt="2026-06-27T20:41:51.206" v="1121" actId="478"/>
          <ac:spMkLst>
            <pc:docMk/>
            <pc:sldMk cId="0" sldId="257"/>
            <ac:spMk id="3" creationId="{00000000-0000-0000-0000-000000000000}"/>
          </ac:spMkLst>
        </pc:spChg>
        <pc:spChg chg="del">
          <ac:chgData name="Sébastien Renaud" userId="5e596eca-c704-4701-9deb-91e2038d048e" providerId="ADAL" clId="{34329023-3EC5-4071-89E2-665FADB32EB6}" dt="2026-06-27T20:42:09.711" v="1126" actId="478"/>
          <ac:spMkLst>
            <pc:docMk/>
            <pc:sldMk cId="0" sldId="257"/>
            <ac:spMk id="5" creationId="{00000000-0000-0000-0000-000000000000}"/>
          </ac:spMkLst>
        </pc:spChg>
        <pc:spChg chg="del">
          <ac:chgData name="Sébastien Renaud" userId="5e596eca-c704-4701-9deb-91e2038d048e" providerId="ADAL" clId="{34329023-3EC5-4071-89E2-665FADB32EB6}" dt="2026-06-27T20:42:07.410" v="1125" actId="478"/>
          <ac:spMkLst>
            <pc:docMk/>
            <pc:sldMk cId="0" sldId="257"/>
            <ac:spMk id="6" creationId="{00000000-0000-0000-0000-000000000000}"/>
          </ac:spMkLst>
        </pc:spChg>
        <pc:spChg chg="del">
          <ac:chgData name="Sébastien Renaud" userId="5e596eca-c704-4701-9deb-91e2038d048e" providerId="ADAL" clId="{34329023-3EC5-4071-89E2-665FADB32EB6}" dt="2026-06-27T20:41:58.932" v="1123" actId="478"/>
          <ac:spMkLst>
            <pc:docMk/>
            <pc:sldMk cId="0" sldId="257"/>
            <ac:spMk id="7" creationId="{00000000-0000-0000-0000-000000000000}"/>
          </ac:spMkLst>
        </pc:spChg>
        <pc:spChg chg="del">
          <ac:chgData name="Sébastien Renaud" userId="5e596eca-c704-4701-9deb-91e2038d048e" providerId="ADAL" clId="{34329023-3EC5-4071-89E2-665FADB32EB6}" dt="2026-06-27T20:41:54.515" v="1122" actId="478"/>
          <ac:spMkLst>
            <pc:docMk/>
            <pc:sldMk cId="0" sldId="257"/>
            <ac:spMk id="8" creationId="{00000000-0000-0000-0000-000000000000}"/>
          </ac:spMkLst>
        </pc:spChg>
        <pc:spChg chg="del">
          <ac:chgData name="Sébastien Renaud" userId="5e596eca-c704-4701-9deb-91e2038d048e" providerId="ADAL" clId="{34329023-3EC5-4071-89E2-665FADB32EB6}" dt="2026-06-27T20:42:27.385" v="1129" actId="478"/>
          <ac:spMkLst>
            <pc:docMk/>
            <pc:sldMk cId="0" sldId="257"/>
            <ac:spMk id="57" creationId="{00000000-0000-0000-0000-000000000000}"/>
          </ac:spMkLst>
        </pc:spChg>
        <pc:spChg chg="del">
          <ac:chgData name="Sébastien Renaud" userId="5e596eca-c704-4701-9deb-91e2038d048e" providerId="ADAL" clId="{34329023-3EC5-4071-89E2-665FADB32EB6}" dt="2026-06-27T20:42:27.385" v="1129" actId="478"/>
          <ac:spMkLst>
            <pc:docMk/>
            <pc:sldMk cId="0" sldId="257"/>
            <ac:spMk id="58" creationId="{00000000-0000-0000-0000-000000000000}"/>
          </ac:spMkLst>
        </pc:spChg>
        <pc:spChg chg="del">
          <ac:chgData name="Sébastien Renaud" userId="5e596eca-c704-4701-9deb-91e2038d048e" providerId="ADAL" clId="{34329023-3EC5-4071-89E2-665FADB32EB6}" dt="2026-06-27T20:42:27.385" v="1129" actId="478"/>
          <ac:spMkLst>
            <pc:docMk/>
            <pc:sldMk cId="0" sldId="257"/>
            <ac:spMk id="59" creationId="{00000000-0000-0000-0000-000000000000}"/>
          </ac:spMkLst>
        </pc:spChg>
        <pc:spChg chg="del">
          <ac:chgData name="Sébastien Renaud" userId="5e596eca-c704-4701-9deb-91e2038d048e" providerId="ADAL" clId="{34329023-3EC5-4071-89E2-665FADB32EB6}" dt="2026-06-27T20:42:27.385" v="1129" actId="478"/>
          <ac:spMkLst>
            <pc:docMk/>
            <pc:sldMk cId="0" sldId="257"/>
            <ac:spMk id="60" creationId="{00000000-0000-0000-0000-000000000000}"/>
          </ac:spMkLst>
        </pc:spChg>
        <pc:spChg chg="add mod">
          <ac:chgData name="Sébastien Renaud" userId="5e596eca-c704-4701-9deb-91e2038d048e" providerId="ADAL" clId="{34329023-3EC5-4071-89E2-665FADB32EB6}" dt="2026-06-27T20:42:18.374" v="1128"/>
          <ac:spMkLst>
            <pc:docMk/>
            <pc:sldMk cId="0" sldId="257"/>
            <ac:spMk id="61" creationId="{E632B3E1-3C2A-6164-BA39-4045FA160F54}"/>
          </ac:spMkLst>
        </pc:spChg>
        <pc:picChg chg="del">
          <ac:chgData name="Sébastien Renaud" userId="5e596eca-c704-4701-9deb-91e2038d048e" providerId="ADAL" clId="{34329023-3EC5-4071-89E2-665FADB32EB6}" dt="2026-06-27T20:42:03.739" v="1124" actId="478"/>
          <ac:picMkLst>
            <pc:docMk/>
            <pc:sldMk cId="0" sldId="257"/>
            <ac:picMk id="4" creationId="{00000000-0000-0000-0000-000000000000}"/>
          </ac:picMkLst>
        </pc:picChg>
      </pc:sldChg>
      <pc:sldChg chg="modSp add del mod">
        <pc:chgData name="Sébastien Renaud" userId="5e596eca-c704-4701-9deb-91e2038d048e" providerId="ADAL" clId="{34329023-3EC5-4071-89E2-665FADB32EB6}" dt="2026-06-28T16:18:55.877" v="1762" actId="47"/>
        <pc:sldMkLst>
          <pc:docMk/>
          <pc:sldMk cId="0" sldId="258"/>
        </pc:sldMkLst>
        <pc:spChg chg="mod">
          <ac:chgData name="Sébastien Renaud" userId="5e596eca-c704-4701-9deb-91e2038d048e" providerId="ADAL" clId="{34329023-3EC5-4071-89E2-665FADB32EB6}" dt="2026-06-28T15:06:14.628" v="1354" actId="27636"/>
          <ac:spMkLst>
            <pc:docMk/>
            <pc:sldMk cId="0" sldId="258"/>
            <ac:spMk id="5" creationId="{00000000-0000-0000-0000-000000000000}"/>
          </ac:spMkLst>
        </pc:spChg>
        <pc:spChg chg="mod">
          <ac:chgData name="Sébastien Renaud" userId="5e596eca-c704-4701-9deb-91e2038d048e" providerId="ADAL" clId="{34329023-3EC5-4071-89E2-665FADB32EB6}" dt="2026-06-28T15:06:14.628" v="1353" actId="27636"/>
          <ac:spMkLst>
            <pc:docMk/>
            <pc:sldMk cId="0" sldId="258"/>
            <ac:spMk id="6" creationId="{00000000-0000-0000-0000-000000000000}"/>
          </ac:spMkLst>
        </pc:spChg>
        <pc:spChg chg="mod">
          <ac:chgData name="Sébastien Renaud" userId="5e596eca-c704-4701-9deb-91e2038d048e" providerId="ADAL" clId="{34329023-3EC5-4071-89E2-665FADB32EB6}" dt="2026-06-28T15:06:14.643" v="1356" actId="27636"/>
          <ac:spMkLst>
            <pc:docMk/>
            <pc:sldMk cId="0" sldId="258"/>
            <ac:spMk id="8" creationId="{00000000-0000-0000-0000-000000000000}"/>
          </ac:spMkLst>
        </pc:spChg>
        <pc:spChg chg="mod">
          <ac:chgData name="Sébastien Renaud" userId="5e596eca-c704-4701-9deb-91e2038d048e" providerId="ADAL" clId="{34329023-3EC5-4071-89E2-665FADB32EB6}" dt="2026-06-28T15:06:14.643" v="1358" actId="27636"/>
          <ac:spMkLst>
            <pc:docMk/>
            <pc:sldMk cId="0" sldId="258"/>
            <ac:spMk id="9" creationId="{00000000-0000-0000-0000-000000000000}"/>
          </ac:spMkLst>
        </pc:spChg>
        <pc:spChg chg="mod">
          <ac:chgData name="Sébastien Renaud" userId="5e596eca-c704-4701-9deb-91e2038d048e" providerId="ADAL" clId="{34329023-3EC5-4071-89E2-665FADB32EB6}" dt="2026-06-28T15:06:14.628" v="1352" actId="27636"/>
          <ac:spMkLst>
            <pc:docMk/>
            <pc:sldMk cId="0" sldId="258"/>
            <ac:spMk id="10" creationId="{00000000-0000-0000-0000-000000000000}"/>
          </ac:spMkLst>
        </pc:spChg>
        <pc:spChg chg="mod">
          <ac:chgData name="Sébastien Renaud" userId="5e596eca-c704-4701-9deb-91e2038d048e" providerId="ADAL" clId="{34329023-3EC5-4071-89E2-665FADB32EB6}" dt="2026-06-28T15:06:14.643" v="1359" actId="27636"/>
          <ac:spMkLst>
            <pc:docMk/>
            <pc:sldMk cId="0" sldId="258"/>
            <ac:spMk id="11" creationId="{00000000-0000-0000-0000-000000000000}"/>
          </ac:spMkLst>
        </pc:spChg>
        <pc:spChg chg="mod">
          <ac:chgData name="Sébastien Renaud" userId="5e596eca-c704-4701-9deb-91e2038d048e" providerId="ADAL" clId="{34329023-3EC5-4071-89E2-665FADB32EB6}" dt="2026-06-28T15:06:14.643" v="1357" actId="27636"/>
          <ac:spMkLst>
            <pc:docMk/>
            <pc:sldMk cId="0" sldId="258"/>
            <ac:spMk id="14" creationId="{00000000-0000-0000-0000-000000000000}"/>
          </ac:spMkLst>
        </pc:spChg>
        <pc:spChg chg="mod">
          <ac:chgData name="Sébastien Renaud" userId="5e596eca-c704-4701-9deb-91e2038d048e" providerId="ADAL" clId="{34329023-3EC5-4071-89E2-665FADB32EB6}" dt="2026-06-28T15:06:14.628" v="1351" actId="27636"/>
          <ac:spMkLst>
            <pc:docMk/>
            <pc:sldMk cId="0" sldId="258"/>
            <ac:spMk id="17" creationId="{00000000-0000-0000-0000-000000000000}"/>
          </ac:spMkLst>
        </pc:spChg>
        <pc:spChg chg="mod">
          <ac:chgData name="Sébastien Renaud" userId="5e596eca-c704-4701-9deb-91e2038d048e" providerId="ADAL" clId="{34329023-3EC5-4071-89E2-665FADB32EB6}" dt="2026-06-28T15:06:14.628" v="1355" actId="27636"/>
          <ac:spMkLst>
            <pc:docMk/>
            <pc:sldMk cId="0" sldId="258"/>
            <ac:spMk id="21" creationId="{00000000-0000-0000-0000-000000000000}"/>
          </ac:spMkLst>
        </pc:spChg>
      </pc:sldChg>
      <pc:sldChg chg="addSp delSp modSp add mod ord setBg delAnim modAnim">
        <pc:chgData name="Sébastien Renaud" userId="5e596eca-c704-4701-9deb-91e2038d048e" providerId="ADAL" clId="{34329023-3EC5-4071-89E2-665FADB32EB6}" dt="2026-06-28T15:45:45.204" v="1515"/>
        <pc:sldMkLst>
          <pc:docMk/>
          <pc:sldMk cId="0" sldId="261"/>
        </pc:sldMkLst>
        <pc:spChg chg="del">
          <ac:chgData name="Sébastien Renaud" userId="5e596eca-c704-4701-9deb-91e2038d048e" providerId="ADAL" clId="{34329023-3EC5-4071-89E2-665FADB32EB6}" dt="2026-06-28T15:32:20.764" v="1395" actId="478"/>
          <ac:spMkLst>
            <pc:docMk/>
            <pc:sldMk cId="0" sldId="261"/>
            <ac:spMk id="2" creationId="{00000000-0000-0000-0000-000000000000}"/>
          </ac:spMkLst>
        </pc:spChg>
        <pc:spChg chg="del">
          <ac:chgData name="Sébastien Renaud" userId="5e596eca-c704-4701-9deb-91e2038d048e" providerId="ADAL" clId="{34329023-3EC5-4071-89E2-665FADB32EB6}" dt="2026-06-28T15:32:37.809" v="1402" actId="478"/>
          <ac:spMkLst>
            <pc:docMk/>
            <pc:sldMk cId="0" sldId="261"/>
            <ac:spMk id="3" creationId="{00000000-0000-0000-0000-000000000000}"/>
          </ac:spMkLst>
        </pc:spChg>
        <pc:spChg chg="del">
          <ac:chgData name="Sébastien Renaud" userId="5e596eca-c704-4701-9deb-91e2038d048e" providerId="ADAL" clId="{34329023-3EC5-4071-89E2-665FADB32EB6}" dt="2026-06-28T15:32:31.880" v="1398" actId="478"/>
          <ac:spMkLst>
            <pc:docMk/>
            <pc:sldMk cId="0" sldId="261"/>
            <ac:spMk id="5" creationId="{00000000-0000-0000-0000-000000000000}"/>
          </ac:spMkLst>
        </pc:spChg>
        <pc:spChg chg="del">
          <ac:chgData name="Sébastien Renaud" userId="5e596eca-c704-4701-9deb-91e2038d048e" providerId="ADAL" clId="{34329023-3EC5-4071-89E2-665FADB32EB6}" dt="2026-06-28T15:32:29.506" v="1397" actId="478"/>
          <ac:spMkLst>
            <pc:docMk/>
            <pc:sldMk cId="0" sldId="261"/>
            <ac:spMk id="6" creationId="{00000000-0000-0000-0000-000000000000}"/>
          </ac:spMkLst>
        </pc:spChg>
        <pc:spChg chg="del">
          <ac:chgData name="Sébastien Renaud" userId="5e596eca-c704-4701-9deb-91e2038d048e" providerId="ADAL" clId="{34329023-3EC5-4071-89E2-665FADB32EB6}" dt="2026-06-28T15:32:33.883" v="1399" actId="478"/>
          <ac:spMkLst>
            <pc:docMk/>
            <pc:sldMk cId="0" sldId="261"/>
            <ac:spMk id="7" creationId="{00000000-0000-0000-0000-000000000000}"/>
          </ac:spMkLst>
        </pc:spChg>
        <pc:spChg chg="del mod">
          <ac:chgData name="Sébastien Renaud" userId="5e596eca-c704-4701-9deb-91e2038d048e" providerId="ADAL" clId="{34329023-3EC5-4071-89E2-665FADB32EB6}" dt="2026-06-28T15:32:36.805" v="1401" actId="478"/>
          <ac:spMkLst>
            <pc:docMk/>
            <pc:sldMk cId="0" sldId="261"/>
            <ac:spMk id="8" creationId="{00000000-0000-0000-0000-000000000000}"/>
          </ac:spMkLst>
        </pc:spChg>
        <pc:spChg chg="mod">
          <ac:chgData name="Sébastien Renaud" userId="5e596eca-c704-4701-9deb-91e2038d048e" providerId="ADAL" clId="{34329023-3EC5-4071-89E2-665FADB32EB6}" dt="2026-06-28T15:33:02.556" v="1426" actId="1038"/>
          <ac:spMkLst>
            <pc:docMk/>
            <pc:sldMk cId="0" sldId="261"/>
            <ac:spMk id="9" creationId="{00000000-0000-0000-0000-000000000000}"/>
          </ac:spMkLst>
        </pc:spChg>
        <pc:spChg chg="mod">
          <ac:chgData name="Sébastien Renaud" userId="5e596eca-c704-4701-9deb-91e2038d048e" providerId="ADAL" clId="{34329023-3EC5-4071-89E2-665FADB32EB6}" dt="2026-06-28T15:33:02.556" v="1426" actId="1038"/>
          <ac:spMkLst>
            <pc:docMk/>
            <pc:sldMk cId="0" sldId="261"/>
            <ac:spMk id="10" creationId="{00000000-0000-0000-0000-000000000000}"/>
          </ac:spMkLst>
        </pc:spChg>
        <pc:spChg chg="mod">
          <ac:chgData name="Sébastien Renaud" userId="5e596eca-c704-4701-9deb-91e2038d048e" providerId="ADAL" clId="{34329023-3EC5-4071-89E2-665FADB32EB6}" dt="2026-06-28T15:35:00.678" v="1460" actId="1035"/>
          <ac:spMkLst>
            <pc:docMk/>
            <pc:sldMk cId="0" sldId="261"/>
            <ac:spMk id="13" creationId="{00000000-0000-0000-0000-000000000000}"/>
          </ac:spMkLst>
        </pc:spChg>
        <pc:spChg chg="mod">
          <ac:chgData name="Sébastien Renaud" userId="5e596eca-c704-4701-9deb-91e2038d048e" providerId="ADAL" clId="{34329023-3EC5-4071-89E2-665FADB32EB6}" dt="2026-06-28T15:35:00.678" v="1460" actId="1035"/>
          <ac:spMkLst>
            <pc:docMk/>
            <pc:sldMk cId="0" sldId="261"/>
            <ac:spMk id="14" creationId="{00000000-0000-0000-0000-000000000000}"/>
          </ac:spMkLst>
        </pc:spChg>
        <pc:spChg chg="mod">
          <ac:chgData name="Sébastien Renaud" userId="5e596eca-c704-4701-9deb-91e2038d048e" providerId="ADAL" clId="{34329023-3EC5-4071-89E2-665FADB32EB6}" dt="2026-06-28T15:35:00.678" v="1460" actId="1035"/>
          <ac:spMkLst>
            <pc:docMk/>
            <pc:sldMk cId="0" sldId="261"/>
            <ac:spMk id="16" creationId="{00000000-0000-0000-0000-000000000000}"/>
          </ac:spMkLst>
        </pc:spChg>
        <pc:spChg chg="mod">
          <ac:chgData name="Sébastien Renaud" userId="5e596eca-c704-4701-9deb-91e2038d048e" providerId="ADAL" clId="{34329023-3EC5-4071-89E2-665FADB32EB6}" dt="2026-06-28T15:35:00.678" v="1460" actId="1035"/>
          <ac:spMkLst>
            <pc:docMk/>
            <pc:sldMk cId="0" sldId="261"/>
            <ac:spMk id="19" creationId="{00000000-0000-0000-0000-000000000000}"/>
          </ac:spMkLst>
        </pc:spChg>
        <pc:spChg chg="mod">
          <ac:chgData name="Sébastien Renaud" userId="5e596eca-c704-4701-9deb-91e2038d048e" providerId="ADAL" clId="{34329023-3EC5-4071-89E2-665FADB32EB6}" dt="2026-06-28T15:35:00.678" v="1460" actId="1035"/>
          <ac:spMkLst>
            <pc:docMk/>
            <pc:sldMk cId="0" sldId="261"/>
            <ac:spMk id="21" creationId="{00000000-0000-0000-0000-000000000000}"/>
          </ac:spMkLst>
        </pc:spChg>
        <pc:spChg chg="mod">
          <ac:chgData name="Sébastien Renaud" userId="5e596eca-c704-4701-9deb-91e2038d048e" providerId="ADAL" clId="{34329023-3EC5-4071-89E2-665FADB32EB6}" dt="2026-06-28T15:35:00.678" v="1460" actId="1035"/>
          <ac:spMkLst>
            <pc:docMk/>
            <pc:sldMk cId="0" sldId="261"/>
            <ac:spMk id="22" creationId="{00000000-0000-0000-0000-000000000000}"/>
          </ac:spMkLst>
        </pc:spChg>
        <pc:spChg chg="mod">
          <ac:chgData name="Sébastien Renaud" userId="5e596eca-c704-4701-9deb-91e2038d048e" providerId="ADAL" clId="{34329023-3EC5-4071-89E2-665FADB32EB6}" dt="2026-06-28T15:35:00.678" v="1460" actId="1035"/>
          <ac:spMkLst>
            <pc:docMk/>
            <pc:sldMk cId="0" sldId="261"/>
            <ac:spMk id="23" creationId="{00000000-0000-0000-0000-000000000000}"/>
          </ac:spMkLst>
        </pc:spChg>
        <pc:spChg chg="mod">
          <ac:chgData name="Sébastien Renaud" userId="5e596eca-c704-4701-9deb-91e2038d048e" providerId="ADAL" clId="{34329023-3EC5-4071-89E2-665FADB32EB6}" dt="2026-06-28T15:35:00.678" v="1460" actId="1035"/>
          <ac:spMkLst>
            <pc:docMk/>
            <pc:sldMk cId="0" sldId="261"/>
            <ac:spMk id="24" creationId="{00000000-0000-0000-0000-000000000000}"/>
          </ac:spMkLst>
        </pc:spChg>
        <pc:spChg chg="mod">
          <ac:chgData name="Sébastien Renaud" userId="5e596eca-c704-4701-9deb-91e2038d048e" providerId="ADAL" clId="{34329023-3EC5-4071-89E2-665FADB32EB6}" dt="2026-06-28T15:35:00.678" v="1460" actId="1035"/>
          <ac:spMkLst>
            <pc:docMk/>
            <pc:sldMk cId="0" sldId="261"/>
            <ac:spMk id="25" creationId="{00000000-0000-0000-0000-000000000000}"/>
          </ac:spMkLst>
        </pc:spChg>
        <pc:spChg chg="mod">
          <ac:chgData name="Sébastien Renaud" userId="5e596eca-c704-4701-9deb-91e2038d048e" providerId="ADAL" clId="{34329023-3EC5-4071-89E2-665FADB32EB6}" dt="2026-06-28T15:35:00.678" v="1460" actId="1035"/>
          <ac:spMkLst>
            <pc:docMk/>
            <pc:sldMk cId="0" sldId="261"/>
            <ac:spMk id="26" creationId="{00000000-0000-0000-0000-000000000000}"/>
          </ac:spMkLst>
        </pc:spChg>
        <pc:spChg chg="mod">
          <ac:chgData name="Sébastien Renaud" userId="5e596eca-c704-4701-9deb-91e2038d048e" providerId="ADAL" clId="{34329023-3EC5-4071-89E2-665FADB32EB6}" dt="2026-06-28T15:35:27.879" v="1488" actId="1035"/>
          <ac:spMkLst>
            <pc:docMk/>
            <pc:sldMk cId="0" sldId="261"/>
            <ac:spMk id="31" creationId="{00000000-0000-0000-0000-000000000000}"/>
          </ac:spMkLst>
        </pc:spChg>
        <pc:spChg chg="mod">
          <ac:chgData name="Sébastien Renaud" userId="5e596eca-c704-4701-9deb-91e2038d048e" providerId="ADAL" clId="{34329023-3EC5-4071-89E2-665FADB32EB6}" dt="2026-06-28T15:35:27.879" v="1488" actId="1035"/>
          <ac:spMkLst>
            <pc:docMk/>
            <pc:sldMk cId="0" sldId="261"/>
            <ac:spMk id="32" creationId="{00000000-0000-0000-0000-000000000000}"/>
          </ac:spMkLst>
        </pc:spChg>
        <pc:spChg chg="mod">
          <ac:chgData name="Sébastien Renaud" userId="5e596eca-c704-4701-9deb-91e2038d048e" providerId="ADAL" clId="{34329023-3EC5-4071-89E2-665FADB32EB6}" dt="2026-06-28T15:35:27.879" v="1488" actId="1035"/>
          <ac:spMkLst>
            <pc:docMk/>
            <pc:sldMk cId="0" sldId="261"/>
            <ac:spMk id="33" creationId="{00000000-0000-0000-0000-000000000000}"/>
          </ac:spMkLst>
        </pc:spChg>
        <pc:spChg chg="mod">
          <ac:chgData name="Sébastien Renaud" userId="5e596eca-c704-4701-9deb-91e2038d048e" providerId="ADAL" clId="{34329023-3EC5-4071-89E2-665FADB32EB6}" dt="2026-06-28T15:35:27.879" v="1488" actId="1035"/>
          <ac:spMkLst>
            <pc:docMk/>
            <pc:sldMk cId="0" sldId="261"/>
            <ac:spMk id="34" creationId="{00000000-0000-0000-0000-000000000000}"/>
          </ac:spMkLst>
        </pc:spChg>
        <pc:spChg chg="mod">
          <ac:chgData name="Sébastien Renaud" userId="5e596eca-c704-4701-9deb-91e2038d048e" providerId="ADAL" clId="{34329023-3EC5-4071-89E2-665FADB32EB6}" dt="2026-06-28T15:35:27.879" v="1488" actId="1035"/>
          <ac:spMkLst>
            <pc:docMk/>
            <pc:sldMk cId="0" sldId="261"/>
            <ac:spMk id="35" creationId="{00000000-0000-0000-0000-000000000000}"/>
          </ac:spMkLst>
        </pc:spChg>
        <pc:spChg chg="mod">
          <ac:chgData name="Sébastien Renaud" userId="5e596eca-c704-4701-9deb-91e2038d048e" providerId="ADAL" clId="{34329023-3EC5-4071-89E2-665FADB32EB6}" dt="2026-06-28T15:35:27.879" v="1488" actId="1035"/>
          <ac:spMkLst>
            <pc:docMk/>
            <pc:sldMk cId="0" sldId="261"/>
            <ac:spMk id="36" creationId="{00000000-0000-0000-0000-000000000000}"/>
          </ac:spMkLst>
        </pc:spChg>
        <pc:spChg chg="mod">
          <ac:chgData name="Sébastien Renaud" userId="5e596eca-c704-4701-9deb-91e2038d048e" providerId="ADAL" clId="{34329023-3EC5-4071-89E2-665FADB32EB6}" dt="2026-06-28T15:35:27.879" v="1488" actId="1035"/>
          <ac:spMkLst>
            <pc:docMk/>
            <pc:sldMk cId="0" sldId="261"/>
            <ac:spMk id="37" creationId="{00000000-0000-0000-0000-000000000000}"/>
          </ac:spMkLst>
        </pc:spChg>
        <pc:spChg chg="mod">
          <ac:chgData name="Sébastien Renaud" userId="5e596eca-c704-4701-9deb-91e2038d048e" providerId="ADAL" clId="{34329023-3EC5-4071-89E2-665FADB32EB6}" dt="2026-06-28T15:35:27.879" v="1488" actId="1035"/>
          <ac:spMkLst>
            <pc:docMk/>
            <pc:sldMk cId="0" sldId="261"/>
            <ac:spMk id="38" creationId="{00000000-0000-0000-0000-000000000000}"/>
          </ac:spMkLst>
        </pc:spChg>
        <pc:spChg chg="mod">
          <ac:chgData name="Sébastien Renaud" userId="5e596eca-c704-4701-9deb-91e2038d048e" providerId="ADAL" clId="{34329023-3EC5-4071-89E2-665FADB32EB6}" dt="2026-06-28T15:35:27.879" v="1488" actId="1035"/>
          <ac:spMkLst>
            <pc:docMk/>
            <pc:sldMk cId="0" sldId="261"/>
            <ac:spMk id="39" creationId="{00000000-0000-0000-0000-000000000000}"/>
          </ac:spMkLst>
        </pc:spChg>
        <pc:spChg chg="mod">
          <ac:chgData name="Sébastien Renaud" userId="5e596eca-c704-4701-9deb-91e2038d048e" providerId="ADAL" clId="{34329023-3EC5-4071-89E2-665FADB32EB6}" dt="2026-06-28T15:36:17.178" v="1497" actId="14100"/>
          <ac:spMkLst>
            <pc:docMk/>
            <pc:sldMk cId="0" sldId="261"/>
            <ac:spMk id="40" creationId="{00000000-0000-0000-0000-000000000000}"/>
          </ac:spMkLst>
        </pc:spChg>
        <pc:spChg chg="del">
          <ac:chgData name="Sébastien Renaud" userId="5e596eca-c704-4701-9deb-91e2038d048e" providerId="ADAL" clId="{34329023-3EC5-4071-89E2-665FADB32EB6}" dt="2026-06-28T15:31:45.283" v="1389" actId="478"/>
          <ac:spMkLst>
            <pc:docMk/>
            <pc:sldMk cId="0" sldId="261"/>
            <ac:spMk id="41" creationId="{00000000-0000-0000-0000-000000000000}"/>
          </ac:spMkLst>
        </pc:spChg>
        <pc:spChg chg="mod">
          <ac:chgData name="Sébastien Renaud" userId="5e596eca-c704-4701-9deb-91e2038d048e" providerId="ADAL" clId="{34329023-3EC5-4071-89E2-665FADB32EB6}" dt="2026-06-28T15:36:08.560" v="1494" actId="14100"/>
          <ac:spMkLst>
            <pc:docMk/>
            <pc:sldMk cId="0" sldId="261"/>
            <ac:spMk id="42" creationId="{00000000-0000-0000-0000-000000000000}"/>
          </ac:spMkLst>
        </pc:spChg>
        <pc:spChg chg="del">
          <ac:chgData name="Sébastien Renaud" userId="5e596eca-c704-4701-9deb-91e2038d048e" providerId="ADAL" clId="{34329023-3EC5-4071-89E2-665FADB32EB6}" dt="2026-06-28T15:35:56.211" v="1491" actId="478"/>
          <ac:spMkLst>
            <pc:docMk/>
            <pc:sldMk cId="0" sldId="261"/>
            <ac:spMk id="43" creationId="{00000000-0000-0000-0000-000000000000}"/>
          </ac:spMkLst>
        </pc:spChg>
        <pc:spChg chg="del">
          <ac:chgData name="Sébastien Renaud" userId="5e596eca-c704-4701-9deb-91e2038d048e" providerId="ADAL" clId="{34329023-3EC5-4071-89E2-665FADB32EB6}" dt="2026-06-28T15:31:51.614" v="1391" actId="478"/>
          <ac:spMkLst>
            <pc:docMk/>
            <pc:sldMk cId="0" sldId="261"/>
            <ac:spMk id="44" creationId="{00000000-0000-0000-0000-000000000000}"/>
          </ac:spMkLst>
        </pc:spChg>
        <pc:spChg chg="del mod">
          <ac:chgData name="Sébastien Renaud" userId="5e596eca-c704-4701-9deb-91e2038d048e" providerId="ADAL" clId="{34329023-3EC5-4071-89E2-665FADB32EB6}" dt="2026-06-28T15:35:59.211" v="1492" actId="478"/>
          <ac:spMkLst>
            <pc:docMk/>
            <pc:sldMk cId="0" sldId="261"/>
            <ac:spMk id="45" creationId="{00000000-0000-0000-0000-000000000000}"/>
          </ac:spMkLst>
        </pc:spChg>
        <pc:spChg chg="add mod ord">
          <ac:chgData name="Sébastien Renaud" userId="5e596eca-c704-4701-9deb-91e2038d048e" providerId="ADAL" clId="{34329023-3EC5-4071-89E2-665FADB32EB6}" dt="2026-06-28T15:32:45.547" v="1404" actId="167"/>
          <ac:spMkLst>
            <pc:docMk/>
            <pc:sldMk cId="0" sldId="261"/>
            <ac:spMk id="47" creationId="{11597897-225A-A4AB-B822-234B08690095}"/>
          </ac:spMkLst>
        </pc:spChg>
        <pc:spChg chg="add mod">
          <ac:chgData name="Sébastien Renaud" userId="5e596eca-c704-4701-9deb-91e2038d048e" providerId="ADAL" clId="{34329023-3EC5-4071-89E2-665FADB32EB6}" dt="2026-06-28T15:42:25.277" v="1511" actId="14100"/>
          <ac:spMkLst>
            <pc:docMk/>
            <pc:sldMk cId="0" sldId="261"/>
            <ac:spMk id="50" creationId="{DFB037CE-72AA-7A36-621F-F4951349DED1}"/>
          </ac:spMkLst>
        </pc:spChg>
        <pc:picChg chg="del">
          <ac:chgData name="Sébastien Renaud" userId="5e596eca-c704-4701-9deb-91e2038d048e" providerId="ADAL" clId="{34329023-3EC5-4071-89E2-665FADB32EB6}" dt="2026-06-28T15:32:28.014" v="1396" actId="478"/>
          <ac:picMkLst>
            <pc:docMk/>
            <pc:sldMk cId="0" sldId="261"/>
            <ac:picMk id="4" creationId="{00000000-0000-0000-0000-000000000000}"/>
          </ac:picMkLst>
        </pc:picChg>
        <pc:picChg chg="add mod">
          <ac:chgData name="Sébastien Renaud" userId="5e596eca-c704-4701-9deb-91e2038d048e" providerId="ADAL" clId="{34329023-3EC5-4071-89E2-665FADB32EB6}" dt="2026-06-28T15:35:52.112" v="1490" actId="1076"/>
          <ac:picMkLst>
            <pc:docMk/>
            <pc:sldMk cId="0" sldId="261"/>
            <ac:picMk id="46" creationId="{924885C8-B204-4367-D843-E1F14CE2F654}"/>
          </ac:picMkLst>
        </pc:picChg>
        <pc:picChg chg="add mod">
          <ac:chgData name="Sébastien Renaud" userId="5e596eca-c704-4701-9deb-91e2038d048e" providerId="ADAL" clId="{34329023-3EC5-4071-89E2-665FADB32EB6}" dt="2026-06-28T15:36:27.344" v="1499" actId="1076"/>
          <ac:picMkLst>
            <pc:docMk/>
            <pc:sldMk cId="0" sldId="261"/>
            <ac:picMk id="48" creationId="{CAD59685-818A-B88E-79A9-24A3E9BD2BB9}"/>
          </ac:picMkLst>
        </pc:picChg>
        <pc:picChg chg="add del mod">
          <ac:chgData name="Sébastien Renaud" userId="5e596eca-c704-4701-9deb-91e2038d048e" providerId="ADAL" clId="{34329023-3EC5-4071-89E2-665FADB32EB6}" dt="2026-06-28T15:41:33.117" v="1501" actId="478"/>
          <ac:picMkLst>
            <pc:docMk/>
            <pc:sldMk cId="0" sldId="261"/>
            <ac:picMk id="49" creationId="{EBF85B01-F6AC-8FF1-6CDA-B3CA6DA9A558}"/>
          </ac:picMkLst>
        </pc:picChg>
        <pc:picChg chg="add mod">
          <ac:chgData name="Sébastien Renaud" userId="5e596eca-c704-4701-9deb-91e2038d048e" providerId="ADAL" clId="{34329023-3EC5-4071-89E2-665FADB32EB6}" dt="2026-06-28T15:42:02.926" v="1508" actId="1076"/>
          <ac:picMkLst>
            <pc:docMk/>
            <pc:sldMk cId="0" sldId="261"/>
            <ac:picMk id="51" creationId="{22041930-135D-E894-1CFD-55DD2730FC36}"/>
          </ac:picMkLst>
        </pc:picChg>
      </pc:sldChg>
      <pc:sldChg chg="addSp delSp modSp add del mod setBg">
        <pc:chgData name="Sébastien Renaud" userId="5e596eca-c704-4701-9deb-91e2038d048e" providerId="ADAL" clId="{34329023-3EC5-4071-89E2-665FADB32EB6}" dt="2026-06-28T15:27:18.083" v="1380" actId="47"/>
        <pc:sldMkLst>
          <pc:docMk/>
          <pc:sldMk cId="0" sldId="262"/>
        </pc:sldMkLst>
        <pc:spChg chg="del">
          <ac:chgData name="Sébastien Renaud" userId="5e596eca-c704-4701-9deb-91e2038d048e" providerId="ADAL" clId="{34329023-3EC5-4071-89E2-665FADB32EB6}" dt="2026-06-28T15:08:01.992" v="1361" actId="478"/>
          <ac:spMkLst>
            <pc:docMk/>
            <pc:sldMk cId="0" sldId="262"/>
            <ac:spMk id="2" creationId="{00000000-0000-0000-0000-000000000000}"/>
          </ac:spMkLst>
        </pc:spChg>
        <pc:spChg chg="del">
          <ac:chgData name="Sébastien Renaud" userId="5e596eca-c704-4701-9deb-91e2038d048e" providerId="ADAL" clId="{34329023-3EC5-4071-89E2-665FADB32EB6}" dt="2026-06-28T15:08:21.959" v="1365" actId="478"/>
          <ac:spMkLst>
            <pc:docMk/>
            <pc:sldMk cId="0" sldId="262"/>
            <ac:spMk id="3" creationId="{00000000-0000-0000-0000-000000000000}"/>
          </ac:spMkLst>
        </pc:spChg>
        <pc:spChg chg="del">
          <ac:chgData name="Sébastien Renaud" userId="5e596eca-c704-4701-9deb-91e2038d048e" providerId="ADAL" clId="{34329023-3EC5-4071-89E2-665FADB32EB6}" dt="2026-06-28T15:08:06.333" v="1362" actId="478"/>
          <ac:spMkLst>
            <pc:docMk/>
            <pc:sldMk cId="0" sldId="262"/>
            <ac:spMk id="5" creationId="{00000000-0000-0000-0000-000000000000}"/>
          </ac:spMkLst>
        </pc:spChg>
        <pc:spChg chg="del">
          <ac:chgData name="Sébastien Renaud" userId="5e596eca-c704-4701-9deb-91e2038d048e" providerId="ADAL" clId="{34329023-3EC5-4071-89E2-665FADB32EB6}" dt="2026-06-28T15:08:08.053" v="1363" actId="478"/>
          <ac:spMkLst>
            <pc:docMk/>
            <pc:sldMk cId="0" sldId="262"/>
            <ac:spMk id="6" creationId="{00000000-0000-0000-0000-000000000000}"/>
          </ac:spMkLst>
        </pc:spChg>
        <pc:spChg chg="mod">
          <ac:chgData name="Sébastien Renaud" userId="5e596eca-c704-4701-9deb-91e2038d048e" providerId="ADAL" clId="{34329023-3EC5-4071-89E2-665FADB32EB6}" dt="2026-06-28T15:08:56.721" v="1369" actId="1076"/>
          <ac:spMkLst>
            <pc:docMk/>
            <pc:sldMk cId="0" sldId="262"/>
            <ac:spMk id="7" creationId="{00000000-0000-0000-0000-000000000000}"/>
          </ac:spMkLst>
        </pc:spChg>
        <pc:spChg chg="mod">
          <ac:chgData name="Sébastien Renaud" userId="5e596eca-c704-4701-9deb-91e2038d048e" providerId="ADAL" clId="{34329023-3EC5-4071-89E2-665FADB32EB6}" dt="2026-06-28T15:09:39.820" v="1374" actId="14100"/>
          <ac:spMkLst>
            <pc:docMk/>
            <pc:sldMk cId="0" sldId="262"/>
            <ac:spMk id="8" creationId="{00000000-0000-0000-0000-000000000000}"/>
          </ac:spMkLst>
        </pc:spChg>
        <pc:spChg chg="del">
          <ac:chgData name="Sébastien Renaud" userId="5e596eca-c704-4701-9deb-91e2038d048e" providerId="ADAL" clId="{34329023-3EC5-4071-89E2-665FADB32EB6}" dt="2026-06-28T15:10:16.991" v="1376" actId="478"/>
          <ac:spMkLst>
            <pc:docMk/>
            <pc:sldMk cId="0" sldId="262"/>
            <ac:spMk id="28" creationId="{00000000-0000-0000-0000-000000000000}"/>
          </ac:spMkLst>
        </pc:spChg>
        <pc:spChg chg="del">
          <ac:chgData name="Sébastien Renaud" userId="5e596eca-c704-4701-9deb-91e2038d048e" providerId="ADAL" clId="{34329023-3EC5-4071-89E2-665FADB32EB6}" dt="2026-06-28T15:10:19.748" v="1378" actId="478"/>
          <ac:spMkLst>
            <pc:docMk/>
            <pc:sldMk cId="0" sldId="262"/>
            <ac:spMk id="29" creationId="{00000000-0000-0000-0000-000000000000}"/>
          </ac:spMkLst>
        </pc:spChg>
        <pc:spChg chg="del">
          <ac:chgData name="Sébastien Renaud" userId="5e596eca-c704-4701-9deb-91e2038d048e" providerId="ADAL" clId="{34329023-3EC5-4071-89E2-665FADB32EB6}" dt="2026-06-28T15:10:15.807" v="1375" actId="478"/>
          <ac:spMkLst>
            <pc:docMk/>
            <pc:sldMk cId="0" sldId="262"/>
            <ac:spMk id="30" creationId="{00000000-0000-0000-0000-000000000000}"/>
          </ac:spMkLst>
        </pc:spChg>
        <pc:spChg chg="del">
          <ac:chgData name="Sébastien Renaud" userId="5e596eca-c704-4701-9deb-91e2038d048e" providerId="ADAL" clId="{34329023-3EC5-4071-89E2-665FADB32EB6}" dt="2026-06-28T15:10:18.983" v="1377" actId="478"/>
          <ac:spMkLst>
            <pc:docMk/>
            <pc:sldMk cId="0" sldId="262"/>
            <ac:spMk id="31" creationId="{00000000-0000-0000-0000-000000000000}"/>
          </ac:spMkLst>
        </pc:spChg>
        <pc:spChg chg="add mod ord">
          <ac:chgData name="Sébastien Renaud" userId="5e596eca-c704-4701-9deb-91e2038d048e" providerId="ADAL" clId="{34329023-3EC5-4071-89E2-665FADB32EB6}" dt="2026-06-28T15:08:29.530" v="1366" actId="167"/>
          <ac:spMkLst>
            <pc:docMk/>
            <pc:sldMk cId="0" sldId="262"/>
            <ac:spMk id="32" creationId="{D0B5A400-7048-DB6B-ADE3-F183DE2810BD}"/>
          </ac:spMkLst>
        </pc:spChg>
        <pc:picChg chg="del">
          <ac:chgData name="Sébastien Renaud" userId="5e596eca-c704-4701-9deb-91e2038d048e" providerId="ADAL" clId="{34329023-3EC5-4071-89E2-665FADB32EB6}" dt="2026-06-28T15:07:56.312" v="1360" actId="478"/>
          <ac:picMkLst>
            <pc:docMk/>
            <pc:sldMk cId="0" sldId="262"/>
            <ac:picMk id="4" creationId="{00000000-0000-0000-0000-000000000000}"/>
          </ac:picMkLst>
        </pc:picChg>
      </pc:sldChg>
      <pc:sldChg chg="del">
        <pc:chgData name="Sébastien Renaud" userId="5e596eca-c704-4701-9deb-91e2038d048e" providerId="ADAL" clId="{34329023-3EC5-4071-89E2-665FADB32EB6}" dt="2026-06-28T16:18:58.318" v="1769" actId="47"/>
        <pc:sldMkLst>
          <pc:docMk/>
          <pc:sldMk cId="2927129303" sldId="268"/>
        </pc:sldMkLst>
      </pc:sldChg>
      <pc:sldChg chg="del">
        <pc:chgData name="Sébastien Renaud" userId="5e596eca-c704-4701-9deb-91e2038d048e" providerId="ADAL" clId="{34329023-3EC5-4071-89E2-665FADB32EB6}" dt="2026-06-28T16:18:57.963" v="1768" actId="47"/>
        <pc:sldMkLst>
          <pc:docMk/>
          <pc:sldMk cId="3976424965" sldId="269"/>
        </pc:sldMkLst>
      </pc:sldChg>
      <pc:sldChg chg="modSp mod">
        <pc:chgData name="Sébastien Renaud" userId="5e596eca-c704-4701-9deb-91e2038d048e" providerId="ADAL" clId="{34329023-3EC5-4071-89E2-665FADB32EB6}" dt="2026-06-27T15:24:22.692" v="34" actId="404"/>
        <pc:sldMkLst>
          <pc:docMk/>
          <pc:sldMk cId="1385893038" sldId="270"/>
        </pc:sldMkLst>
        <pc:spChg chg="mod">
          <ac:chgData name="Sébastien Renaud" userId="5e596eca-c704-4701-9deb-91e2038d048e" providerId="ADAL" clId="{34329023-3EC5-4071-89E2-665FADB32EB6}" dt="2026-06-27T15:24:22.692" v="34" actId="404"/>
          <ac:spMkLst>
            <pc:docMk/>
            <pc:sldMk cId="1385893038" sldId="270"/>
            <ac:spMk id="2" creationId="{00F876DB-A14E-B1BA-9DE3-E2270A9A9693}"/>
          </ac:spMkLst>
        </pc:spChg>
      </pc:sldChg>
      <pc:sldChg chg="addSp delSp modSp mod">
        <pc:chgData name="Sébastien Renaud" userId="5e596eca-c704-4701-9deb-91e2038d048e" providerId="ADAL" clId="{34329023-3EC5-4071-89E2-665FADB32EB6}" dt="2026-06-28T16:12:15.768" v="1761" actId="1076"/>
        <pc:sldMkLst>
          <pc:docMk/>
          <pc:sldMk cId="4273313417" sldId="271"/>
        </pc:sldMkLst>
        <pc:spChg chg="del">
          <ac:chgData name="Sébastien Renaud" userId="5e596eca-c704-4701-9deb-91e2038d048e" providerId="ADAL" clId="{34329023-3EC5-4071-89E2-665FADB32EB6}" dt="2026-06-27T15:26:18.239" v="41" actId="478"/>
          <ac:spMkLst>
            <pc:docMk/>
            <pc:sldMk cId="4273313417" sldId="271"/>
            <ac:spMk id="2" creationId="{7908FD19-CDF3-38DD-A797-531846A7DA65}"/>
          </ac:spMkLst>
        </pc:spChg>
        <pc:spChg chg="add del mod">
          <ac:chgData name="Sébastien Renaud" userId="5e596eca-c704-4701-9deb-91e2038d048e" providerId="ADAL" clId="{34329023-3EC5-4071-89E2-665FADB32EB6}" dt="2026-06-28T14:54:08.798" v="1347" actId="478"/>
          <ac:spMkLst>
            <pc:docMk/>
            <pc:sldMk cId="4273313417" sldId="271"/>
            <ac:spMk id="2" creationId="{8C8823AD-16E2-4273-ADA0-8C5A2B43B2DA}"/>
          </ac:spMkLst>
        </pc:spChg>
        <pc:spChg chg="del mod">
          <ac:chgData name="Sébastien Renaud" userId="5e596eca-c704-4701-9deb-91e2038d048e" providerId="ADAL" clId="{34329023-3EC5-4071-89E2-665FADB32EB6}" dt="2026-06-28T16:11:33.061" v="1757" actId="478"/>
          <ac:spMkLst>
            <pc:docMk/>
            <pc:sldMk cId="4273313417" sldId="271"/>
            <ac:spMk id="3" creationId="{30A6FDAC-BC8D-E298-5BAD-81A0CB4A9730}"/>
          </ac:spMkLst>
        </pc:spChg>
        <pc:spChg chg="add del mod">
          <ac:chgData name="Sébastien Renaud" userId="5e596eca-c704-4701-9deb-91e2038d048e" providerId="ADAL" clId="{34329023-3EC5-4071-89E2-665FADB32EB6}" dt="2026-06-28T14:54:04.709" v="1345" actId="478"/>
          <ac:spMkLst>
            <pc:docMk/>
            <pc:sldMk cId="4273313417" sldId="271"/>
            <ac:spMk id="4" creationId="{02105E82-1215-2DB0-47E6-B3ABEED34572}"/>
          </ac:spMkLst>
        </pc:spChg>
        <pc:spChg chg="del mod">
          <ac:chgData name="Sébastien Renaud" userId="5e596eca-c704-4701-9deb-91e2038d048e" providerId="ADAL" clId="{34329023-3EC5-4071-89E2-665FADB32EB6}" dt="2026-06-27T15:35:05.208" v="161" actId="478"/>
          <ac:spMkLst>
            <pc:docMk/>
            <pc:sldMk cId="4273313417" sldId="271"/>
            <ac:spMk id="4" creationId="{7D6B3301-0CEF-CE3E-D0D8-090AA55F580C}"/>
          </ac:spMkLst>
        </pc:spChg>
        <pc:spChg chg="add mod">
          <ac:chgData name="Sébastien Renaud" userId="5e596eca-c704-4701-9deb-91e2038d048e" providerId="ADAL" clId="{34329023-3EC5-4071-89E2-665FADB32EB6}" dt="2026-06-28T16:11:53.502" v="1760" actId="552"/>
          <ac:spMkLst>
            <pc:docMk/>
            <pc:sldMk cId="4273313417" sldId="271"/>
            <ac:spMk id="6" creationId="{318E6845-C47F-F898-57FD-288C3C9C67C4}"/>
          </ac:spMkLst>
        </pc:spChg>
        <pc:spChg chg="add del mod">
          <ac:chgData name="Sébastien Renaud" userId="5e596eca-c704-4701-9deb-91e2038d048e" providerId="ADAL" clId="{34329023-3EC5-4071-89E2-665FADB32EB6}" dt="2026-06-28T14:54:06.777" v="1346" actId="478"/>
          <ac:spMkLst>
            <pc:docMk/>
            <pc:sldMk cId="4273313417" sldId="271"/>
            <ac:spMk id="7" creationId="{9CF0CE40-9D45-25A6-3FEC-AE455D21E050}"/>
          </ac:spMkLst>
        </pc:spChg>
        <pc:spChg chg="add del mod">
          <ac:chgData name="Sébastien Renaud" userId="5e596eca-c704-4701-9deb-91e2038d048e" providerId="ADAL" clId="{34329023-3EC5-4071-89E2-665FADB32EB6}" dt="2026-06-27T15:26:23.197" v="42" actId="478"/>
          <ac:spMkLst>
            <pc:docMk/>
            <pc:sldMk cId="4273313417" sldId="271"/>
            <ac:spMk id="8" creationId="{FF0CC504-9F2C-134C-54B4-B9893BB8A831}"/>
          </ac:spMkLst>
        </pc:spChg>
        <pc:spChg chg="add mod">
          <ac:chgData name="Sébastien Renaud" userId="5e596eca-c704-4701-9deb-91e2038d048e" providerId="ADAL" clId="{34329023-3EC5-4071-89E2-665FADB32EB6}" dt="2026-06-28T16:11:53.502" v="1760" actId="552"/>
          <ac:spMkLst>
            <pc:docMk/>
            <pc:sldMk cId="4273313417" sldId="271"/>
            <ac:spMk id="9" creationId="{22E094A7-31E5-824E-6A2E-61AE8FD46235}"/>
          </ac:spMkLst>
        </pc:spChg>
        <pc:spChg chg="add mod">
          <ac:chgData name="Sébastien Renaud" userId="5e596eca-c704-4701-9deb-91e2038d048e" providerId="ADAL" clId="{34329023-3EC5-4071-89E2-665FADB32EB6}" dt="2026-06-28T16:11:53.502" v="1760" actId="552"/>
          <ac:spMkLst>
            <pc:docMk/>
            <pc:sldMk cId="4273313417" sldId="271"/>
            <ac:spMk id="10" creationId="{8977958C-FE0D-70AB-9932-8D18E6B54467}"/>
          </ac:spMkLst>
        </pc:spChg>
        <pc:spChg chg="add mod">
          <ac:chgData name="Sébastien Renaud" userId="5e596eca-c704-4701-9deb-91e2038d048e" providerId="ADAL" clId="{34329023-3EC5-4071-89E2-665FADB32EB6}" dt="2026-06-28T16:11:53.502" v="1760" actId="552"/>
          <ac:spMkLst>
            <pc:docMk/>
            <pc:sldMk cId="4273313417" sldId="271"/>
            <ac:spMk id="11" creationId="{30F6A4F1-77AB-7B35-A4A1-64DF8C0BB944}"/>
          </ac:spMkLst>
        </pc:spChg>
        <pc:spChg chg="add mod">
          <ac:chgData name="Sébastien Renaud" userId="5e596eca-c704-4701-9deb-91e2038d048e" providerId="ADAL" clId="{34329023-3EC5-4071-89E2-665FADB32EB6}" dt="2026-06-28T16:11:53.502" v="1760" actId="552"/>
          <ac:spMkLst>
            <pc:docMk/>
            <pc:sldMk cId="4273313417" sldId="271"/>
            <ac:spMk id="12" creationId="{705C8B0C-E291-568F-A08D-F5C88432E8E8}"/>
          </ac:spMkLst>
        </pc:spChg>
        <pc:spChg chg="add mod">
          <ac:chgData name="Sébastien Renaud" userId="5e596eca-c704-4701-9deb-91e2038d048e" providerId="ADAL" clId="{34329023-3EC5-4071-89E2-665FADB32EB6}" dt="2026-06-28T16:11:53.502" v="1760" actId="552"/>
          <ac:spMkLst>
            <pc:docMk/>
            <pc:sldMk cId="4273313417" sldId="271"/>
            <ac:spMk id="13" creationId="{65DA9C79-EED8-DD28-7CDF-468942D663DC}"/>
          </ac:spMkLst>
        </pc:spChg>
        <pc:spChg chg="add del mod">
          <ac:chgData name="Sébastien Renaud" userId="5e596eca-c704-4701-9deb-91e2038d048e" providerId="ADAL" clId="{34329023-3EC5-4071-89E2-665FADB32EB6}" dt="2026-06-28T16:11:35.485" v="1758" actId="478"/>
          <ac:spMkLst>
            <pc:docMk/>
            <pc:sldMk cId="4273313417" sldId="271"/>
            <ac:spMk id="16" creationId="{6934E93B-6D6C-8F1E-BD1E-F9B9BD42E727}"/>
          </ac:spMkLst>
        </pc:spChg>
        <pc:picChg chg="add mod modCrop">
          <ac:chgData name="Sébastien Renaud" userId="5e596eca-c704-4701-9deb-91e2038d048e" providerId="ADAL" clId="{34329023-3EC5-4071-89E2-665FADB32EB6}" dt="2026-06-28T16:11:53.502" v="1760" actId="552"/>
          <ac:picMkLst>
            <pc:docMk/>
            <pc:sldMk cId="4273313417" sldId="271"/>
            <ac:picMk id="5" creationId="{73DD606F-BDD9-004A-B471-9398659B4ECC}"/>
          </ac:picMkLst>
        </pc:picChg>
        <pc:picChg chg="add mod">
          <ac:chgData name="Sébastien Renaud" userId="5e596eca-c704-4701-9deb-91e2038d048e" providerId="ADAL" clId="{34329023-3EC5-4071-89E2-665FADB32EB6}" dt="2026-06-28T16:12:15.768" v="1761" actId="1076"/>
          <ac:picMkLst>
            <pc:docMk/>
            <pc:sldMk cId="4273313417" sldId="271"/>
            <ac:picMk id="14" creationId="{F3934BF8-F738-AD4E-E78F-52F5ED946D6A}"/>
          </ac:picMkLst>
        </pc:picChg>
      </pc:sldChg>
      <pc:sldChg chg="del">
        <pc:chgData name="Sébastien Renaud" userId="5e596eca-c704-4701-9deb-91e2038d048e" providerId="ADAL" clId="{34329023-3EC5-4071-89E2-665FADB32EB6}" dt="2026-06-28T16:18:56.756" v="1764" actId="47"/>
        <pc:sldMkLst>
          <pc:docMk/>
          <pc:sldMk cId="2267747108" sldId="272"/>
        </pc:sldMkLst>
      </pc:sldChg>
      <pc:sldChg chg="del">
        <pc:chgData name="Sébastien Renaud" userId="5e596eca-c704-4701-9deb-91e2038d048e" providerId="ADAL" clId="{34329023-3EC5-4071-89E2-665FADB32EB6}" dt="2026-06-28T16:18:57.093" v="1765" actId="47"/>
        <pc:sldMkLst>
          <pc:docMk/>
          <pc:sldMk cId="810550801" sldId="273"/>
        </pc:sldMkLst>
      </pc:sldChg>
      <pc:sldChg chg="del">
        <pc:chgData name="Sébastien Renaud" userId="5e596eca-c704-4701-9deb-91e2038d048e" providerId="ADAL" clId="{34329023-3EC5-4071-89E2-665FADB32EB6}" dt="2026-06-28T16:18:57.363" v="1766" actId="47"/>
        <pc:sldMkLst>
          <pc:docMk/>
          <pc:sldMk cId="4136122249" sldId="274"/>
        </pc:sldMkLst>
      </pc:sldChg>
      <pc:sldChg chg="addSp delSp modSp del mod ord">
        <pc:chgData name="Sébastien Renaud" userId="5e596eca-c704-4701-9deb-91e2038d048e" providerId="ADAL" clId="{34329023-3EC5-4071-89E2-665FADB32EB6}" dt="2026-06-28T16:18:56.281" v="1763" actId="47"/>
        <pc:sldMkLst>
          <pc:docMk/>
          <pc:sldMk cId="806993727" sldId="275"/>
        </pc:sldMkLst>
        <pc:spChg chg="del">
          <ac:chgData name="Sébastien Renaud" userId="5e596eca-c704-4701-9deb-91e2038d048e" providerId="ADAL" clId="{34329023-3EC5-4071-89E2-665FADB32EB6}" dt="2026-06-27T15:36:28.794" v="166" actId="478"/>
          <ac:spMkLst>
            <pc:docMk/>
            <pc:sldMk cId="806993727" sldId="275"/>
            <ac:spMk id="2" creationId="{43118F74-9108-3F93-4960-E98BF3ECA28E}"/>
          </ac:spMkLst>
        </pc:spChg>
        <pc:spChg chg="del">
          <ac:chgData name="Sébastien Renaud" userId="5e596eca-c704-4701-9deb-91e2038d048e" providerId="ADAL" clId="{34329023-3EC5-4071-89E2-665FADB32EB6}" dt="2026-06-27T15:36:32.598" v="167" actId="478"/>
          <ac:spMkLst>
            <pc:docMk/>
            <pc:sldMk cId="806993727" sldId="275"/>
            <ac:spMk id="3" creationId="{8D513111-FA7C-D326-3566-D41842B7A511}"/>
          </ac:spMkLst>
        </pc:spChg>
        <pc:spChg chg="add mod">
          <ac:chgData name="Sébastien Renaud" userId="5e596eca-c704-4701-9deb-91e2038d048e" providerId="ADAL" clId="{34329023-3EC5-4071-89E2-665FADB32EB6}" dt="2026-06-27T15:36:28.794" v="166" actId="478"/>
          <ac:spMkLst>
            <pc:docMk/>
            <pc:sldMk cId="806993727" sldId="275"/>
            <ac:spMk id="5" creationId="{2DBA02EB-8C57-6E0C-868E-8777069B7751}"/>
          </ac:spMkLst>
        </pc:spChg>
        <pc:spChg chg="add mod">
          <ac:chgData name="Sébastien Renaud" userId="5e596eca-c704-4701-9deb-91e2038d048e" providerId="ADAL" clId="{34329023-3EC5-4071-89E2-665FADB32EB6}" dt="2026-06-27T15:36:32.598" v="167" actId="478"/>
          <ac:spMkLst>
            <pc:docMk/>
            <pc:sldMk cId="806993727" sldId="275"/>
            <ac:spMk id="7" creationId="{DE8CD39C-83CB-BE52-0166-F5EE458FB05D}"/>
          </ac:spMkLst>
        </pc:spChg>
      </pc:sldChg>
      <pc:sldChg chg="del">
        <pc:chgData name="Sébastien Renaud" userId="5e596eca-c704-4701-9deb-91e2038d048e" providerId="ADAL" clId="{34329023-3EC5-4071-89E2-665FADB32EB6}" dt="2026-06-28T16:18:57.704" v="1767" actId="47"/>
        <pc:sldMkLst>
          <pc:docMk/>
          <pc:sldMk cId="1364865219" sldId="276"/>
        </pc:sldMkLst>
      </pc:sldChg>
      <pc:sldChg chg="del">
        <pc:chgData name="Sébastien Renaud" userId="5e596eca-c704-4701-9deb-91e2038d048e" providerId="ADAL" clId="{34329023-3EC5-4071-89E2-665FADB32EB6}" dt="2026-06-28T16:18:58.614" v="1770" actId="47"/>
        <pc:sldMkLst>
          <pc:docMk/>
          <pc:sldMk cId="3306550732" sldId="277"/>
        </pc:sldMkLst>
      </pc:sldChg>
      <pc:sldChg chg="del">
        <pc:chgData name="Sébastien Renaud" userId="5e596eca-c704-4701-9deb-91e2038d048e" providerId="ADAL" clId="{34329023-3EC5-4071-89E2-665FADB32EB6}" dt="2026-06-28T16:18:59.260" v="1772" actId="47"/>
        <pc:sldMkLst>
          <pc:docMk/>
          <pc:sldMk cId="994256798" sldId="278"/>
        </pc:sldMkLst>
      </pc:sldChg>
      <pc:sldChg chg="del">
        <pc:chgData name="Sébastien Renaud" userId="5e596eca-c704-4701-9deb-91e2038d048e" providerId="ADAL" clId="{34329023-3EC5-4071-89E2-665FADB32EB6}" dt="2026-06-28T16:18:58.927" v="1771" actId="47"/>
        <pc:sldMkLst>
          <pc:docMk/>
          <pc:sldMk cId="1343710134" sldId="279"/>
        </pc:sldMkLst>
      </pc:sldChg>
      <pc:sldChg chg="add del">
        <pc:chgData name="Sébastien Renaud" userId="5e596eca-c704-4701-9deb-91e2038d048e" providerId="ADAL" clId="{34329023-3EC5-4071-89E2-665FADB32EB6}" dt="2026-06-27T15:36:09.997" v="163" actId="47"/>
        <pc:sldMkLst>
          <pc:docMk/>
          <pc:sldMk cId="3158457614" sldId="297"/>
        </pc:sldMkLst>
      </pc:sldChg>
      <pc:sldChg chg="add del">
        <pc:chgData name="Sébastien Renaud" userId="5e596eca-c704-4701-9deb-91e2038d048e" providerId="ADAL" clId="{34329023-3EC5-4071-89E2-665FADB32EB6}" dt="2026-06-28T14:44:33.023" v="1139" actId="47"/>
        <pc:sldMkLst>
          <pc:docMk/>
          <pc:sldMk cId="41170022" sldId="306"/>
        </pc:sldMkLst>
      </pc:sldChg>
      <pc:sldMasterChg chg="delSldLayout">
        <pc:chgData name="Sébastien Renaud" userId="5e596eca-c704-4701-9deb-91e2038d048e" providerId="ADAL" clId="{34329023-3EC5-4071-89E2-665FADB32EB6}" dt="2026-06-28T16:18:55.877" v="1762" actId="47"/>
        <pc:sldMasterMkLst>
          <pc:docMk/>
          <pc:sldMasterMk cId="2513824963" sldId="2147483648"/>
        </pc:sldMasterMkLst>
        <pc:sldLayoutChg chg="del">
          <pc:chgData name="Sébastien Renaud" userId="5e596eca-c704-4701-9deb-91e2038d048e" providerId="ADAL" clId="{34329023-3EC5-4071-89E2-665FADB32EB6}" dt="2026-06-28T14:44:33.023" v="1139" actId="47"/>
          <pc:sldLayoutMkLst>
            <pc:docMk/>
            <pc:sldMasterMk cId="2513824963" sldId="2147483648"/>
            <pc:sldLayoutMk cId="683518175" sldId="2147483664"/>
          </pc:sldLayoutMkLst>
        </pc:sldLayoutChg>
        <pc:sldLayoutChg chg="del">
          <pc:chgData name="Sébastien Renaud" userId="5e596eca-c704-4701-9deb-91e2038d048e" providerId="ADAL" clId="{34329023-3EC5-4071-89E2-665FADB32EB6}" dt="2026-06-28T16:18:55.877" v="1762" actId="47"/>
          <pc:sldLayoutMkLst>
            <pc:docMk/>
            <pc:sldMasterMk cId="2513824963" sldId="2147483648"/>
            <pc:sldLayoutMk cId="1262739788" sldId="2147483664"/>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252390A9-1F65-D38D-9790-B78C858D3E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p>
        </p:txBody>
      </p:sp>
      <p:sp>
        <p:nvSpPr>
          <p:cNvPr id="3" name="Datumsplatzhalter 2">
            <a:extLst>
              <a:ext uri="{FF2B5EF4-FFF2-40B4-BE49-F238E27FC236}">
                <a16:creationId xmlns:a16="http://schemas.microsoft.com/office/drawing/2014/main" id="{5225ADC1-26C0-5BD3-C73B-05DBEBDD37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C2F4FD9-6393-40EA-A13C-0717774DD95D}" type="datetimeFigureOut">
              <a:rPr lang="de-DE" smtClean="0"/>
              <a:t>28.06.2026</a:t>
            </a:fld>
            <a:endParaRPr lang="de-DE"/>
          </a:p>
        </p:txBody>
      </p:sp>
      <p:sp>
        <p:nvSpPr>
          <p:cNvPr id="4" name="Fußzeilenplatzhalter 3">
            <a:extLst>
              <a:ext uri="{FF2B5EF4-FFF2-40B4-BE49-F238E27FC236}">
                <a16:creationId xmlns:a16="http://schemas.microsoft.com/office/drawing/2014/main" id="{0981E3FD-1717-1B9C-D3FF-CD53D355C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19FD8799-F91C-D6B6-FA49-AE7FA2992B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1438E2F-A441-4EFD-9A7B-F6024EC14680}" type="slidenum">
              <a:rPr lang="de-DE" smtClean="0"/>
              <a:t>‹N°›</a:t>
            </a:fld>
            <a:endParaRPr lang="de-DE"/>
          </a:p>
        </p:txBody>
      </p:sp>
    </p:spTree>
    <p:extLst>
      <p:ext uri="{BB962C8B-B14F-4D97-AF65-F5344CB8AC3E}">
        <p14:creationId xmlns:p14="http://schemas.microsoft.com/office/powerpoint/2010/main" val="17101828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79978-9587-4FFB-8987-67BE67FCF4DF}" type="datetimeFigureOut">
              <a:rPr lang="de-DE" smtClean="0"/>
              <a:t>28.06.2026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9E323D-5B79-4A3D-A846-DD2B6281790F}" type="slidenum">
              <a:rPr lang="de-DE" smtClean="0"/>
              <a:t>‹N°›</a:t>
            </a:fld>
            <a:endParaRPr lang="de-DE"/>
          </a:p>
        </p:txBody>
      </p:sp>
    </p:spTree>
    <p:extLst>
      <p:ext uri="{BB962C8B-B14F-4D97-AF65-F5344CB8AC3E}">
        <p14:creationId xmlns:p14="http://schemas.microsoft.com/office/powerpoint/2010/main" val="1676037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EFE36F-4D36-01D1-ED9A-4895DC4141D0}"/>
              </a:ext>
            </a:extLst>
          </p:cNvPr>
          <p:cNvSpPr>
            <a:spLocks noGrp="1"/>
          </p:cNvSpPr>
          <p:nvPr>
            <p:ph type="ctrTitle" hasCustomPrompt="1"/>
          </p:nvPr>
        </p:nvSpPr>
        <p:spPr bwMode="gray">
          <a:xfrm>
            <a:off x="352425" y="1600200"/>
            <a:ext cx="4752975" cy="1427480"/>
          </a:xfrm>
        </p:spPr>
        <p:txBody>
          <a:bodyPr anchor="b"/>
          <a:lstStyle>
            <a:lvl1pPr algn="l">
              <a:lnSpc>
                <a:spcPct val="80000"/>
              </a:lnSpc>
              <a:defRPr sz="4800">
                <a:solidFill>
                  <a:schemeClr val="bg1"/>
                </a:solidFill>
              </a:defRPr>
            </a:lvl1pPr>
          </a:lstStyle>
          <a:p>
            <a:r>
              <a:rPr lang="fr-FR" noProof="0" dirty="0"/>
              <a:t>Titre de la</a:t>
            </a:r>
            <a:br>
              <a:rPr lang="fr-FR" noProof="0" dirty="0"/>
            </a:br>
            <a:r>
              <a:rPr lang="fr-FR" noProof="0" dirty="0"/>
              <a:t>présentation</a:t>
            </a:r>
          </a:p>
        </p:txBody>
      </p:sp>
      <p:sp>
        <p:nvSpPr>
          <p:cNvPr id="3" name="Untertitel 2">
            <a:extLst>
              <a:ext uri="{FF2B5EF4-FFF2-40B4-BE49-F238E27FC236}">
                <a16:creationId xmlns:a16="http://schemas.microsoft.com/office/drawing/2014/main" id="{2B8EA753-9C9D-1ACE-AC93-91469FFC0398}"/>
              </a:ext>
            </a:extLst>
          </p:cNvPr>
          <p:cNvSpPr>
            <a:spLocks noGrp="1"/>
          </p:cNvSpPr>
          <p:nvPr>
            <p:ph type="subTitle" idx="1" hasCustomPrompt="1"/>
          </p:nvPr>
        </p:nvSpPr>
        <p:spPr bwMode="gray">
          <a:xfrm>
            <a:off x="352425" y="3429000"/>
            <a:ext cx="4752975" cy="2484438"/>
          </a:xfrm>
        </p:spPr>
        <p:txBody>
          <a:bodyPr/>
          <a:lstStyle>
            <a:lvl1pPr marL="0" indent="0" algn="l">
              <a:buNone/>
              <a:defRPr sz="21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noProof="0" dirty="0"/>
              <a:t>Sous-titre de la présentation</a:t>
            </a:r>
          </a:p>
        </p:txBody>
      </p:sp>
      <p:pic>
        <p:nvPicPr>
          <p:cNvPr id="9" name="Grafik 8">
            <a:extLst>
              <a:ext uri="{FF2B5EF4-FFF2-40B4-BE49-F238E27FC236}">
                <a16:creationId xmlns:a16="http://schemas.microsoft.com/office/drawing/2014/main" id="{42495D65-0840-AA45-FA3E-BED80617F67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352425" y="382270"/>
            <a:ext cx="1128712" cy="1128712"/>
          </a:xfrm>
          <a:prstGeom prst="rect">
            <a:avLst/>
          </a:prstGeom>
        </p:spPr>
      </p:pic>
      <p:cxnSp>
        <p:nvCxnSpPr>
          <p:cNvPr id="10" name="Gerader Verbinder 9">
            <a:extLst>
              <a:ext uri="{FF2B5EF4-FFF2-40B4-BE49-F238E27FC236}">
                <a16:creationId xmlns:a16="http://schemas.microsoft.com/office/drawing/2014/main" id="{C79FB73B-18B9-7B4B-4306-1AB0E29D7ACF}"/>
              </a:ext>
            </a:extLst>
          </p:cNvPr>
          <p:cNvCxnSpPr>
            <a:cxnSpLocks/>
          </p:cNvCxnSpPr>
          <p:nvPr userDrawn="1"/>
        </p:nvCxnSpPr>
        <p:spPr bwMode="gray">
          <a:xfrm>
            <a:off x="352425" y="3281125"/>
            <a:ext cx="1981200" cy="0"/>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Gerader Verbinder 13">
            <a:extLst>
              <a:ext uri="{FF2B5EF4-FFF2-40B4-BE49-F238E27FC236}">
                <a16:creationId xmlns:a16="http://schemas.microsoft.com/office/drawing/2014/main" id="{39D11C76-9ADD-3501-7802-B144E33AB05E}"/>
              </a:ext>
            </a:extLst>
          </p:cNvPr>
          <p:cNvCxnSpPr>
            <a:cxnSpLocks/>
          </p:cNvCxnSpPr>
          <p:nvPr userDrawn="1"/>
        </p:nvCxnSpPr>
        <p:spPr bwMode="gray">
          <a:xfrm>
            <a:off x="0" y="6095445"/>
            <a:ext cx="12192000" cy="0"/>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pic>
        <p:nvPicPr>
          <p:cNvPr id="15" name="Grafik 14">
            <a:extLst>
              <a:ext uri="{FF2B5EF4-FFF2-40B4-BE49-F238E27FC236}">
                <a16:creationId xmlns:a16="http://schemas.microsoft.com/office/drawing/2014/main" id="{F5B46B84-2E0E-E721-B84C-A8C1D99259BA}"/>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bwMode="gray">
          <a:xfrm>
            <a:off x="342902" y="6284596"/>
            <a:ext cx="2765425" cy="380326"/>
          </a:xfrm>
          <a:prstGeom prst="rect">
            <a:avLst/>
          </a:prstGeom>
        </p:spPr>
      </p:pic>
      <p:sp>
        <p:nvSpPr>
          <p:cNvPr id="4" name="ZoneTexte 3">
            <a:extLst>
              <a:ext uri="{FF2B5EF4-FFF2-40B4-BE49-F238E27FC236}">
                <a16:creationId xmlns:a16="http://schemas.microsoft.com/office/drawing/2014/main" id="{B534D718-DC94-6708-FBA2-602A99AAB174}"/>
              </a:ext>
            </a:extLst>
          </p:cNvPr>
          <p:cNvSpPr txBox="1"/>
          <p:nvPr userDrawn="1"/>
        </p:nvSpPr>
        <p:spPr>
          <a:xfrm>
            <a:off x="2728912" y="6321811"/>
            <a:ext cx="379415" cy="184666"/>
          </a:xfrm>
          <a:prstGeom prst="rect">
            <a:avLst/>
          </a:prstGeom>
          <a:noFill/>
        </p:spPr>
        <p:txBody>
          <a:bodyPr wrap="square" lIns="0" tIns="0" rIns="0" bIns="0" rtlCol="0">
            <a:spAutoFit/>
          </a:bodyPr>
          <a:lstStyle/>
          <a:p>
            <a:pPr algn="l"/>
            <a:r>
              <a:rPr lang="fr-FR" sz="1200" dirty="0">
                <a:solidFill>
                  <a:schemeClr val="bg1"/>
                </a:solidFill>
              </a:rPr>
              <a:t>2026</a:t>
            </a:r>
          </a:p>
        </p:txBody>
      </p:sp>
      <p:sp>
        <p:nvSpPr>
          <p:cNvPr id="6" name="ZoneTexte 5">
            <a:extLst>
              <a:ext uri="{FF2B5EF4-FFF2-40B4-BE49-F238E27FC236}">
                <a16:creationId xmlns:a16="http://schemas.microsoft.com/office/drawing/2014/main" id="{0CC4D28B-E2E5-06D0-2352-AE54759288A2}"/>
              </a:ext>
            </a:extLst>
          </p:cNvPr>
          <p:cNvSpPr txBox="1"/>
          <p:nvPr userDrawn="1"/>
        </p:nvSpPr>
        <p:spPr>
          <a:xfrm>
            <a:off x="2728912" y="6463453"/>
            <a:ext cx="379415" cy="184666"/>
          </a:xfrm>
          <a:prstGeom prst="rect">
            <a:avLst/>
          </a:prstGeom>
          <a:noFill/>
        </p:spPr>
        <p:txBody>
          <a:bodyPr wrap="square" lIns="0" tIns="0" rIns="0" bIns="0" rtlCol="0">
            <a:spAutoFit/>
          </a:bodyPr>
          <a:lstStyle/>
          <a:p>
            <a:pPr algn="l"/>
            <a:r>
              <a:rPr lang="fr-FR" sz="1200" dirty="0">
                <a:solidFill>
                  <a:schemeClr val="bg1"/>
                </a:solidFill>
              </a:rPr>
              <a:t>2027</a:t>
            </a:r>
          </a:p>
        </p:txBody>
      </p:sp>
    </p:spTree>
    <p:extLst>
      <p:ext uri="{BB962C8B-B14F-4D97-AF65-F5344CB8AC3E}">
        <p14:creationId xmlns:p14="http://schemas.microsoft.com/office/powerpoint/2010/main" val="257990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p:bg bwMode="gray">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B88FBD-DDF8-26A2-1533-E5F072C1E0AA}"/>
              </a:ext>
            </a:extLst>
          </p:cNvPr>
          <p:cNvSpPr>
            <a:spLocks noGrp="1"/>
          </p:cNvSpPr>
          <p:nvPr>
            <p:ph type="title" hasCustomPrompt="1"/>
          </p:nvPr>
        </p:nvSpPr>
        <p:spPr bwMode="gray">
          <a:xfrm>
            <a:off x="352425" y="1866900"/>
            <a:ext cx="6734175" cy="2677798"/>
          </a:xfrm>
        </p:spPr>
        <p:txBody>
          <a:bodyPr anchor="ctr"/>
          <a:lstStyle>
            <a:lvl1pPr>
              <a:defRPr sz="4800">
                <a:solidFill>
                  <a:schemeClr val="bg1"/>
                </a:solidFill>
              </a:defRPr>
            </a:lvl1pPr>
          </a:lstStyle>
          <a:p>
            <a:r>
              <a:rPr lang="fr-FR" noProof="0" dirty="0"/>
              <a:t>Titre du chapitre</a:t>
            </a:r>
          </a:p>
        </p:txBody>
      </p:sp>
      <p:sp>
        <p:nvSpPr>
          <p:cNvPr id="4" name="Textfeld 3">
            <a:extLst>
              <a:ext uri="{FF2B5EF4-FFF2-40B4-BE49-F238E27FC236}">
                <a16:creationId xmlns:a16="http://schemas.microsoft.com/office/drawing/2014/main" id="{151F830D-78E3-5112-0211-3A04BB7767C3}"/>
              </a:ext>
            </a:extLst>
          </p:cNvPr>
          <p:cNvSpPr txBox="1"/>
          <p:nvPr userDrawn="1"/>
        </p:nvSpPr>
        <p:spPr bwMode="gray">
          <a:xfrm>
            <a:off x="11158538" y="6282215"/>
            <a:ext cx="681037" cy="255662"/>
          </a:xfrm>
          <a:prstGeom prst="rect">
            <a:avLst/>
          </a:prstGeom>
          <a:noFill/>
        </p:spPr>
        <p:txBody>
          <a:bodyPr wrap="none" lIns="0" tIns="0" rIns="0" bIns="0" rtlCol="0" anchor="ctr" anchorCtr="0">
            <a:noAutofit/>
          </a:bodyPr>
          <a:lstStyle/>
          <a:p>
            <a:pPr algn="r"/>
            <a:r>
              <a:rPr lang="fr-FR" sz="1200" noProof="0" dirty="0">
                <a:solidFill>
                  <a:schemeClr val="bg1"/>
                </a:solidFill>
              </a:rPr>
              <a:t>P.</a:t>
            </a:r>
            <a:fld id="{C31C4A41-7035-40BD-9B07-EB4193BE7FBB}" type="slidenum">
              <a:rPr lang="fr-FR" sz="1200" noProof="0" smtClean="0">
                <a:solidFill>
                  <a:schemeClr val="bg1"/>
                </a:solidFill>
              </a:rPr>
              <a:pPr algn="r"/>
              <a:t>‹N°›</a:t>
            </a:fld>
            <a:endParaRPr lang="fr-FR" sz="1200" noProof="0" dirty="0">
              <a:solidFill>
                <a:schemeClr val="bg1"/>
              </a:solidFill>
            </a:endParaRPr>
          </a:p>
        </p:txBody>
      </p:sp>
      <p:pic>
        <p:nvPicPr>
          <p:cNvPr id="5" name="Grafik 4">
            <a:extLst>
              <a:ext uri="{FF2B5EF4-FFF2-40B4-BE49-F238E27FC236}">
                <a16:creationId xmlns:a16="http://schemas.microsoft.com/office/drawing/2014/main" id="{35122FE4-328B-01FF-9254-76EBD917C01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gray">
          <a:xfrm>
            <a:off x="342902" y="6284596"/>
            <a:ext cx="2765425" cy="380326"/>
          </a:xfrm>
          <a:prstGeom prst="rect">
            <a:avLst/>
          </a:prstGeom>
        </p:spPr>
      </p:pic>
      <p:sp>
        <p:nvSpPr>
          <p:cNvPr id="7" name="Textplatzhalter 6">
            <a:extLst>
              <a:ext uri="{FF2B5EF4-FFF2-40B4-BE49-F238E27FC236}">
                <a16:creationId xmlns:a16="http://schemas.microsoft.com/office/drawing/2014/main" id="{639ABF71-D4FC-0D5E-6D3F-11FB68BE474F}"/>
              </a:ext>
            </a:extLst>
          </p:cNvPr>
          <p:cNvSpPr>
            <a:spLocks noGrp="1"/>
          </p:cNvSpPr>
          <p:nvPr>
            <p:ph type="body" sz="quarter" idx="10" hasCustomPrompt="1"/>
          </p:nvPr>
        </p:nvSpPr>
        <p:spPr bwMode="gray">
          <a:xfrm>
            <a:off x="352425" y="304800"/>
            <a:ext cx="1981200" cy="820738"/>
          </a:xfrm>
        </p:spPr>
        <p:txBody>
          <a:bodyPr/>
          <a:lstStyle>
            <a:lvl1pPr>
              <a:defRPr sz="5600">
                <a:solidFill>
                  <a:schemeClr val="bg1"/>
                </a:solidFill>
              </a:defRPr>
            </a:lvl1pPr>
            <a:lvl5pPr>
              <a:defRPr/>
            </a:lvl5pPr>
          </a:lstStyle>
          <a:p>
            <a:pPr lvl="0"/>
            <a:r>
              <a:rPr lang="fr-FR" noProof="0" dirty="0"/>
              <a:t>0</a:t>
            </a:r>
          </a:p>
        </p:txBody>
      </p:sp>
      <p:sp>
        <p:nvSpPr>
          <p:cNvPr id="8" name="Textplatzhalter 6">
            <a:extLst>
              <a:ext uri="{FF2B5EF4-FFF2-40B4-BE49-F238E27FC236}">
                <a16:creationId xmlns:a16="http://schemas.microsoft.com/office/drawing/2014/main" id="{3E362E56-738D-5EC7-4570-4C2ED6CAA079}"/>
              </a:ext>
            </a:extLst>
          </p:cNvPr>
          <p:cNvSpPr>
            <a:spLocks noGrp="1"/>
          </p:cNvSpPr>
          <p:nvPr>
            <p:ph type="body" sz="quarter" idx="11" hasCustomPrompt="1"/>
          </p:nvPr>
        </p:nvSpPr>
        <p:spPr bwMode="gray">
          <a:xfrm>
            <a:off x="7696200" y="152400"/>
            <a:ext cx="4381500" cy="6078542"/>
          </a:xfrm>
        </p:spPr>
        <p:txBody>
          <a:bodyPr anchor="ctr"/>
          <a:lstStyle>
            <a:lvl1pPr algn="r">
              <a:defRPr sz="58000">
                <a:solidFill>
                  <a:schemeClr val="accent1"/>
                </a:solidFill>
                <a:latin typeface="OM Marseille Medium" pitchFamily="2" charset="0"/>
              </a:defRPr>
            </a:lvl1pPr>
            <a:lvl5pPr>
              <a:defRPr/>
            </a:lvl5pPr>
          </a:lstStyle>
          <a:p>
            <a:pPr lvl="0"/>
            <a:r>
              <a:rPr lang="fr-FR" noProof="0" dirty="0"/>
              <a:t>0</a:t>
            </a:r>
          </a:p>
        </p:txBody>
      </p:sp>
      <p:sp>
        <p:nvSpPr>
          <p:cNvPr id="6" name="ZoneTexte 5">
            <a:extLst>
              <a:ext uri="{FF2B5EF4-FFF2-40B4-BE49-F238E27FC236}">
                <a16:creationId xmlns:a16="http://schemas.microsoft.com/office/drawing/2014/main" id="{8DF6FAB5-02B2-0D1D-CE11-56FD8FB770AC}"/>
              </a:ext>
            </a:extLst>
          </p:cNvPr>
          <p:cNvSpPr txBox="1"/>
          <p:nvPr userDrawn="1"/>
        </p:nvSpPr>
        <p:spPr>
          <a:xfrm>
            <a:off x="2728912" y="6321811"/>
            <a:ext cx="379415" cy="184666"/>
          </a:xfrm>
          <a:prstGeom prst="rect">
            <a:avLst/>
          </a:prstGeom>
          <a:noFill/>
        </p:spPr>
        <p:txBody>
          <a:bodyPr wrap="square" lIns="0" tIns="0" rIns="0" bIns="0" rtlCol="0">
            <a:spAutoFit/>
          </a:bodyPr>
          <a:lstStyle/>
          <a:p>
            <a:pPr algn="l"/>
            <a:r>
              <a:rPr lang="fr-FR" sz="1200" dirty="0">
                <a:solidFill>
                  <a:schemeClr val="bg1"/>
                </a:solidFill>
              </a:rPr>
              <a:t>2026</a:t>
            </a:r>
          </a:p>
        </p:txBody>
      </p:sp>
      <p:sp>
        <p:nvSpPr>
          <p:cNvPr id="10" name="ZoneTexte 9">
            <a:extLst>
              <a:ext uri="{FF2B5EF4-FFF2-40B4-BE49-F238E27FC236}">
                <a16:creationId xmlns:a16="http://schemas.microsoft.com/office/drawing/2014/main" id="{09879162-50CC-A295-CA48-D19D34C15FF4}"/>
              </a:ext>
            </a:extLst>
          </p:cNvPr>
          <p:cNvSpPr txBox="1"/>
          <p:nvPr userDrawn="1"/>
        </p:nvSpPr>
        <p:spPr>
          <a:xfrm>
            <a:off x="2728912" y="6463453"/>
            <a:ext cx="379415" cy="184666"/>
          </a:xfrm>
          <a:prstGeom prst="rect">
            <a:avLst/>
          </a:prstGeom>
          <a:noFill/>
        </p:spPr>
        <p:txBody>
          <a:bodyPr wrap="square" lIns="0" tIns="0" rIns="0" bIns="0" rtlCol="0">
            <a:spAutoFit/>
          </a:bodyPr>
          <a:lstStyle/>
          <a:p>
            <a:pPr algn="l"/>
            <a:r>
              <a:rPr lang="fr-FR" sz="1200" dirty="0">
                <a:solidFill>
                  <a:schemeClr val="bg1"/>
                </a:solidFill>
              </a:rPr>
              <a:t>2027</a:t>
            </a:r>
          </a:p>
        </p:txBody>
      </p:sp>
    </p:spTree>
    <p:extLst>
      <p:ext uri="{BB962C8B-B14F-4D97-AF65-F5344CB8AC3E}">
        <p14:creationId xmlns:p14="http://schemas.microsoft.com/office/powerpoint/2010/main" val="27095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Chapt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B88FBD-DDF8-26A2-1533-E5F072C1E0AA}"/>
              </a:ext>
            </a:extLst>
          </p:cNvPr>
          <p:cNvSpPr>
            <a:spLocks noGrp="1"/>
          </p:cNvSpPr>
          <p:nvPr>
            <p:ph type="title" hasCustomPrompt="1"/>
          </p:nvPr>
        </p:nvSpPr>
        <p:spPr bwMode="gray">
          <a:xfrm>
            <a:off x="352425" y="5178425"/>
            <a:ext cx="11487150" cy="735013"/>
          </a:xfrm>
        </p:spPr>
        <p:txBody>
          <a:bodyPr/>
          <a:lstStyle>
            <a:lvl1pPr>
              <a:defRPr sz="4800"/>
            </a:lvl1pPr>
          </a:lstStyle>
          <a:p>
            <a:r>
              <a:rPr lang="fr-FR" noProof="0" dirty="0"/>
              <a:t>Titre du sous-chapitre</a:t>
            </a:r>
          </a:p>
        </p:txBody>
      </p:sp>
      <p:sp>
        <p:nvSpPr>
          <p:cNvPr id="5" name="Bildplatzhalter 4">
            <a:extLst>
              <a:ext uri="{FF2B5EF4-FFF2-40B4-BE49-F238E27FC236}">
                <a16:creationId xmlns:a16="http://schemas.microsoft.com/office/drawing/2014/main" id="{7B1327E9-7BFB-B90A-8D7E-06DA25EC8C21}"/>
              </a:ext>
            </a:extLst>
          </p:cNvPr>
          <p:cNvSpPr>
            <a:spLocks noGrp="1"/>
          </p:cNvSpPr>
          <p:nvPr>
            <p:ph type="pic" sz="quarter" idx="10"/>
          </p:nvPr>
        </p:nvSpPr>
        <p:spPr bwMode="gray">
          <a:xfrm>
            <a:off x="2730499" y="368300"/>
            <a:ext cx="9109075" cy="4622800"/>
          </a:xfrm>
          <a:solidFill>
            <a:schemeClr val="tx1"/>
          </a:solidFill>
        </p:spPr>
        <p:txBody>
          <a:bodyPr anchor="ctr"/>
          <a:lstStyle>
            <a:lvl1pPr algn="ctr">
              <a:defRPr/>
            </a:lvl1pPr>
          </a:lstStyle>
          <a:p>
            <a:r>
              <a:rPr lang="fr-FR" noProof="0"/>
              <a:t>Cliquez sur l'icône pour ajouter une image</a:t>
            </a:r>
            <a:endParaRPr lang="fr-FR" noProof="0" dirty="0"/>
          </a:p>
        </p:txBody>
      </p:sp>
    </p:spTree>
    <p:extLst>
      <p:ext uri="{BB962C8B-B14F-4D97-AF65-F5344CB8AC3E}">
        <p14:creationId xmlns:p14="http://schemas.microsoft.com/office/powerpoint/2010/main" val="23018870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D80E0A-4C5B-4974-B743-A54A6F343580}"/>
              </a:ext>
            </a:extLst>
          </p:cNvPr>
          <p:cNvSpPr>
            <a:spLocks noGrp="1"/>
          </p:cNvSpPr>
          <p:nvPr>
            <p:ph type="title" hasCustomPrompt="1"/>
          </p:nvPr>
        </p:nvSpPr>
        <p:spPr bwMode="gray"/>
        <p:txBody>
          <a:bodyPr/>
          <a:lstStyle/>
          <a:p>
            <a:r>
              <a:rPr lang="fr-FR" noProof="0" dirty="0"/>
              <a:t>Titre de la slide</a:t>
            </a:r>
          </a:p>
        </p:txBody>
      </p:sp>
      <p:sp>
        <p:nvSpPr>
          <p:cNvPr id="3" name="Inhaltsplatzhalter 2">
            <a:extLst>
              <a:ext uri="{FF2B5EF4-FFF2-40B4-BE49-F238E27FC236}">
                <a16:creationId xmlns:a16="http://schemas.microsoft.com/office/drawing/2014/main" id="{F27F416A-9ED5-2A9B-7D4E-9F27B8FF548B}"/>
              </a:ext>
            </a:extLst>
          </p:cNvPr>
          <p:cNvSpPr>
            <a:spLocks noGrp="1"/>
          </p:cNvSpPr>
          <p:nvPr>
            <p:ph idx="1" hasCustomPrompt="1"/>
          </p:nvPr>
        </p:nvSpPr>
        <p:spPr bwMode="gray"/>
        <p:txBody>
          <a:bodyPr/>
          <a:lstStyle/>
          <a:p>
            <a:pPr lvl="0"/>
            <a:r>
              <a:rPr lang="fr-FR" noProof="0" dirty="0"/>
              <a:t>Texte</a:t>
            </a:r>
          </a:p>
          <a:p>
            <a:pPr lvl="1"/>
            <a:r>
              <a:rPr lang="fr-FR" noProof="0" dirty="0"/>
              <a:t>Texte</a:t>
            </a:r>
          </a:p>
          <a:p>
            <a:pPr lvl="2"/>
            <a:r>
              <a:rPr lang="fr-FR" noProof="0" dirty="0"/>
              <a:t>Texte</a:t>
            </a:r>
          </a:p>
          <a:p>
            <a:pPr lvl="3"/>
            <a:r>
              <a:rPr lang="fr-FR" noProof="0" dirty="0"/>
              <a:t>Texte</a:t>
            </a:r>
          </a:p>
          <a:p>
            <a:pPr lvl="4"/>
            <a:r>
              <a:rPr lang="fr-FR" noProof="0" dirty="0"/>
              <a:t>Texte</a:t>
            </a:r>
          </a:p>
        </p:txBody>
      </p:sp>
    </p:spTree>
    <p:extLst>
      <p:ext uri="{BB962C8B-B14F-4D97-AF65-F5344CB8AC3E}">
        <p14:creationId xmlns:p14="http://schemas.microsoft.com/office/powerpoint/2010/main" val="1981269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smal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D80E0A-4C5B-4974-B743-A54A6F343580}"/>
              </a:ext>
            </a:extLst>
          </p:cNvPr>
          <p:cNvSpPr>
            <a:spLocks noGrp="1"/>
          </p:cNvSpPr>
          <p:nvPr>
            <p:ph type="title" hasCustomPrompt="1"/>
          </p:nvPr>
        </p:nvSpPr>
        <p:spPr bwMode="gray"/>
        <p:txBody>
          <a:bodyPr/>
          <a:lstStyle/>
          <a:p>
            <a:r>
              <a:rPr lang="fr-FR" noProof="0" dirty="0"/>
              <a:t>Titre de la slide</a:t>
            </a:r>
          </a:p>
        </p:txBody>
      </p:sp>
      <p:sp>
        <p:nvSpPr>
          <p:cNvPr id="3" name="Inhaltsplatzhalter 2">
            <a:extLst>
              <a:ext uri="{FF2B5EF4-FFF2-40B4-BE49-F238E27FC236}">
                <a16:creationId xmlns:a16="http://schemas.microsoft.com/office/drawing/2014/main" id="{F27F416A-9ED5-2A9B-7D4E-9F27B8FF548B}"/>
              </a:ext>
            </a:extLst>
          </p:cNvPr>
          <p:cNvSpPr>
            <a:spLocks noGrp="1"/>
          </p:cNvSpPr>
          <p:nvPr>
            <p:ph idx="1" hasCustomPrompt="1"/>
          </p:nvPr>
        </p:nvSpPr>
        <p:spPr bwMode="gray">
          <a:xfrm>
            <a:off x="352426" y="1125539"/>
            <a:ext cx="4356100" cy="4787900"/>
          </a:xfrm>
        </p:spPr>
        <p:txBody>
          <a:bodyPr/>
          <a:lstStyle/>
          <a:p>
            <a:pPr lvl="0"/>
            <a:r>
              <a:rPr lang="fr-FR" noProof="0" dirty="0"/>
              <a:t>Texte</a:t>
            </a:r>
          </a:p>
          <a:p>
            <a:pPr lvl="1"/>
            <a:r>
              <a:rPr lang="fr-FR" noProof="0" dirty="0"/>
              <a:t>Texte</a:t>
            </a:r>
          </a:p>
          <a:p>
            <a:pPr lvl="2"/>
            <a:r>
              <a:rPr lang="fr-FR" noProof="0" dirty="0"/>
              <a:t>Texte</a:t>
            </a:r>
          </a:p>
          <a:p>
            <a:pPr lvl="3"/>
            <a:r>
              <a:rPr lang="fr-FR" noProof="0" dirty="0"/>
              <a:t>Texte</a:t>
            </a:r>
          </a:p>
          <a:p>
            <a:pPr lvl="4"/>
            <a:r>
              <a:rPr lang="fr-FR" noProof="0" dirty="0"/>
              <a:t>Texte</a:t>
            </a:r>
          </a:p>
        </p:txBody>
      </p:sp>
    </p:spTree>
    <p:extLst>
      <p:ext uri="{BB962C8B-B14F-4D97-AF65-F5344CB8AC3E}">
        <p14:creationId xmlns:p14="http://schemas.microsoft.com/office/powerpoint/2010/main" val="3032448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2 Content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D80E0A-4C5B-4974-B743-A54A6F343580}"/>
              </a:ext>
            </a:extLst>
          </p:cNvPr>
          <p:cNvSpPr>
            <a:spLocks noGrp="1"/>
          </p:cNvSpPr>
          <p:nvPr>
            <p:ph type="title" hasCustomPrompt="1"/>
          </p:nvPr>
        </p:nvSpPr>
        <p:spPr bwMode="gray"/>
        <p:txBody>
          <a:bodyPr/>
          <a:lstStyle/>
          <a:p>
            <a:r>
              <a:rPr lang="fr-FR" noProof="0" dirty="0"/>
              <a:t>Titre de la slide</a:t>
            </a:r>
          </a:p>
        </p:txBody>
      </p:sp>
      <p:sp>
        <p:nvSpPr>
          <p:cNvPr id="3" name="Inhaltsplatzhalter 2">
            <a:extLst>
              <a:ext uri="{FF2B5EF4-FFF2-40B4-BE49-F238E27FC236}">
                <a16:creationId xmlns:a16="http://schemas.microsoft.com/office/drawing/2014/main" id="{F27F416A-9ED5-2A9B-7D4E-9F27B8FF548B}"/>
              </a:ext>
            </a:extLst>
          </p:cNvPr>
          <p:cNvSpPr>
            <a:spLocks noGrp="1"/>
          </p:cNvSpPr>
          <p:nvPr>
            <p:ph idx="1" hasCustomPrompt="1"/>
          </p:nvPr>
        </p:nvSpPr>
        <p:spPr bwMode="gray">
          <a:xfrm>
            <a:off x="352426" y="1125539"/>
            <a:ext cx="4356100" cy="4787900"/>
          </a:xfrm>
        </p:spPr>
        <p:txBody>
          <a:bodyPr/>
          <a:lstStyle/>
          <a:p>
            <a:pPr lvl="0"/>
            <a:r>
              <a:rPr lang="fr-FR" noProof="0" dirty="0"/>
              <a:t>Texte</a:t>
            </a:r>
          </a:p>
          <a:p>
            <a:pPr lvl="1"/>
            <a:r>
              <a:rPr lang="fr-FR" noProof="0" dirty="0"/>
              <a:t>Texte</a:t>
            </a:r>
          </a:p>
          <a:p>
            <a:pPr lvl="2"/>
            <a:r>
              <a:rPr lang="fr-FR" noProof="0" dirty="0"/>
              <a:t>Texte</a:t>
            </a:r>
          </a:p>
          <a:p>
            <a:pPr lvl="3"/>
            <a:r>
              <a:rPr lang="fr-FR" noProof="0" dirty="0"/>
              <a:t>Texte</a:t>
            </a:r>
          </a:p>
          <a:p>
            <a:pPr lvl="4"/>
            <a:r>
              <a:rPr lang="fr-FR" noProof="0" dirty="0"/>
              <a:t>Texte</a:t>
            </a:r>
          </a:p>
        </p:txBody>
      </p:sp>
      <p:sp>
        <p:nvSpPr>
          <p:cNvPr id="4" name="Inhaltsplatzhalter 2">
            <a:extLst>
              <a:ext uri="{FF2B5EF4-FFF2-40B4-BE49-F238E27FC236}">
                <a16:creationId xmlns:a16="http://schemas.microsoft.com/office/drawing/2014/main" id="{327AA6BF-AD26-9390-8C31-3A3792C4F68E}"/>
              </a:ext>
            </a:extLst>
          </p:cNvPr>
          <p:cNvSpPr>
            <a:spLocks noGrp="1"/>
          </p:cNvSpPr>
          <p:nvPr>
            <p:ph idx="10" hasCustomPrompt="1"/>
          </p:nvPr>
        </p:nvSpPr>
        <p:spPr bwMode="gray">
          <a:xfrm>
            <a:off x="5105400" y="1125539"/>
            <a:ext cx="4356100" cy="4787900"/>
          </a:xfrm>
        </p:spPr>
        <p:txBody>
          <a:bodyPr/>
          <a:lstStyle/>
          <a:p>
            <a:pPr lvl="0"/>
            <a:r>
              <a:rPr lang="fr-FR" noProof="0" dirty="0"/>
              <a:t>Texte</a:t>
            </a:r>
          </a:p>
          <a:p>
            <a:pPr lvl="1"/>
            <a:r>
              <a:rPr lang="fr-FR" noProof="0" dirty="0"/>
              <a:t>Texte</a:t>
            </a:r>
          </a:p>
          <a:p>
            <a:pPr lvl="2"/>
            <a:r>
              <a:rPr lang="fr-FR" noProof="0" dirty="0"/>
              <a:t>Texte</a:t>
            </a:r>
          </a:p>
          <a:p>
            <a:pPr lvl="3"/>
            <a:r>
              <a:rPr lang="fr-FR" noProof="0" dirty="0"/>
              <a:t>Texte</a:t>
            </a:r>
          </a:p>
          <a:p>
            <a:pPr lvl="4"/>
            <a:r>
              <a:rPr lang="fr-FR" noProof="0" dirty="0"/>
              <a:t>Texte</a:t>
            </a:r>
          </a:p>
        </p:txBody>
      </p:sp>
    </p:spTree>
    <p:extLst>
      <p:ext uri="{BB962C8B-B14F-4D97-AF65-F5344CB8AC3E}">
        <p14:creationId xmlns:p14="http://schemas.microsoft.com/office/powerpoint/2010/main" val="1213106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B88FBD-DDF8-26A2-1533-E5F072C1E0AA}"/>
              </a:ext>
            </a:extLst>
          </p:cNvPr>
          <p:cNvSpPr>
            <a:spLocks noGrp="1"/>
          </p:cNvSpPr>
          <p:nvPr>
            <p:ph type="title" hasCustomPrompt="1"/>
          </p:nvPr>
        </p:nvSpPr>
        <p:spPr bwMode="gray"/>
        <p:txBody>
          <a:bodyPr/>
          <a:lstStyle/>
          <a:p>
            <a:r>
              <a:rPr lang="fr-FR" noProof="0"/>
              <a:t>Titre de la slide</a:t>
            </a:r>
          </a:p>
        </p:txBody>
      </p:sp>
    </p:spTree>
    <p:extLst>
      <p:ext uri="{BB962C8B-B14F-4D97-AF65-F5344CB8AC3E}">
        <p14:creationId xmlns:p14="http://schemas.microsoft.com/office/powerpoint/2010/main" val="4156221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ighligh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B88FBD-DDF8-26A2-1533-E5F072C1E0AA}"/>
              </a:ext>
            </a:extLst>
          </p:cNvPr>
          <p:cNvSpPr>
            <a:spLocks noGrp="1"/>
          </p:cNvSpPr>
          <p:nvPr>
            <p:ph type="title" hasCustomPrompt="1"/>
          </p:nvPr>
        </p:nvSpPr>
        <p:spPr bwMode="gray">
          <a:xfrm>
            <a:off x="352425" y="299085"/>
            <a:ext cx="9109075" cy="2586355"/>
          </a:xfrm>
        </p:spPr>
        <p:txBody>
          <a:bodyPr/>
          <a:lstStyle>
            <a:lvl1pPr>
              <a:lnSpc>
                <a:spcPct val="93000"/>
              </a:lnSpc>
              <a:defRPr sz="3500"/>
            </a:lvl1pPr>
          </a:lstStyle>
          <a:p>
            <a:r>
              <a:rPr lang="fr-FR" noProof="0" dirty="0"/>
              <a:t>Titre de la slide</a:t>
            </a:r>
          </a:p>
        </p:txBody>
      </p:sp>
      <p:sp>
        <p:nvSpPr>
          <p:cNvPr id="4" name="Textplatzhalter 7">
            <a:extLst>
              <a:ext uri="{FF2B5EF4-FFF2-40B4-BE49-F238E27FC236}">
                <a16:creationId xmlns:a16="http://schemas.microsoft.com/office/drawing/2014/main" id="{5AC2861C-C409-85BD-A456-8900F5D384E1}"/>
              </a:ext>
            </a:extLst>
          </p:cNvPr>
          <p:cNvSpPr>
            <a:spLocks noGrp="1"/>
          </p:cNvSpPr>
          <p:nvPr>
            <p:ph type="body" sz="quarter" idx="12" hasCustomPrompt="1"/>
          </p:nvPr>
        </p:nvSpPr>
        <p:spPr bwMode="gray">
          <a:xfrm>
            <a:off x="352426" y="3096578"/>
            <a:ext cx="4356100" cy="2816859"/>
          </a:xfrm>
        </p:spPr>
        <p:txBody>
          <a:bodyPr/>
          <a:lstStyle/>
          <a:p>
            <a:pPr lvl="0"/>
            <a:r>
              <a:rPr lang="fr-FR" noProof="0" dirty="0"/>
              <a:t>Texte</a:t>
            </a:r>
          </a:p>
          <a:p>
            <a:pPr lvl="1"/>
            <a:r>
              <a:rPr lang="fr-FR" noProof="0" dirty="0"/>
              <a:t>Texte</a:t>
            </a:r>
          </a:p>
          <a:p>
            <a:pPr lvl="2"/>
            <a:r>
              <a:rPr lang="fr-FR" noProof="0" dirty="0"/>
              <a:t>Texte</a:t>
            </a:r>
          </a:p>
          <a:p>
            <a:pPr lvl="3"/>
            <a:r>
              <a:rPr lang="fr-FR" noProof="0" dirty="0"/>
              <a:t>Texte</a:t>
            </a:r>
          </a:p>
          <a:p>
            <a:pPr lvl="4"/>
            <a:r>
              <a:rPr lang="fr-FR" noProof="0" dirty="0"/>
              <a:t>Texte</a:t>
            </a:r>
          </a:p>
        </p:txBody>
      </p:sp>
    </p:spTree>
    <p:extLst>
      <p:ext uri="{BB962C8B-B14F-4D97-AF65-F5344CB8AC3E}">
        <p14:creationId xmlns:p14="http://schemas.microsoft.com/office/powerpoint/2010/main" val="725542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B88FBD-DDF8-26A2-1533-E5F072C1E0AA}"/>
              </a:ext>
            </a:extLst>
          </p:cNvPr>
          <p:cNvSpPr>
            <a:spLocks noGrp="1"/>
          </p:cNvSpPr>
          <p:nvPr>
            <p:ph type="title" hasCustomPrompt="1"/>
          </p:nvPr>
        </p:nvSpPr>
        <p:spPr bwMode="gray">
          <a:xfrm>
            <a:off x="352426" y="339725"/>
            <a:ext cx="4356100" cy="574675"/>
          </a:xfrm>
        </p:spPr>
        <p:txBody>
          <a:bodyPr/>
          <a:lstStyle/>
          <a:p>
            <a:r>
              <a:rPr lang="fr-FR" noProof="0" dirty="0"/>
              <a:t>Titre de la slide</a:t>
            </a:r>
          </a:p>
        </p:txBody>
      </p:sp>
      <p:sp>
        <p:nvSpPr>
          <p:cNvPr id="4" name="Bildplatzhalter 4">
            <a:extLst>
              <a:ext uri="{FF2B5EF4-FFF2-40B4-BE49-F238E27FC236}">
                <a16:creationId xmlns:a16="http://schemas.microsoft.com/office/drawing/2014/main" id="{D383CF44-F0AF-65F5-3433-6A696412D094}"/>
              </a:ext>
            </a:extLst>
          </p:cNvPr>
          <p:cNvSpPr>
            <a:spLocks noGrp="1"/>
          </p:cNvSpPr>
          <p:nvPr>
            <p:ph type="pic" sz="quarter" idx="10"/>
          </p:nvPr>
        </p:nvSpPr>
        <p:spPr bwMode="gray">
          <a:xfrm>
            <a:off x="5105400" y="368300"/>
            <a:ext cx="6734174" cy="5346700"/>
          </a:xfrm>
          <a:solidFill>
            <a:schemeClr val="tx1"/>
          </a:solidFill>
        </p:spPr>
        <p:txBody>
          <a:bodyPr anchor="ctr"/>
          <a:lstStyle>
            <a:lvl1pPr algn="ctr">
              <a:defRPr/>
            </a:lvl1pPr>
          </a:lstStyle>
          <a:p>
            <a:r>
              <a:rPr lang="fr-FR" noProof="0"/>
              <a:t>Cliquez sur l'icône pour ajouter une image</a:t>
            </a:r>
            <a:endParaRPr lang="fr-FR" noProof="0" dirty="0"/>
          </a:p>
        </p:txBody>
      </p:sp>
    </p:spTree>
    <p:extLst>
      <p:ext uri="{BB962C8B-B14F-4D97-AF65-F5344CB8AC3E}">
        <p14:creationId xmlns:p14="http://schemas.microsoft.com/office/powerpoint/2010/main" val="3738266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2 Picture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D80E0A-4C5B-4974-B743-A54A6F343580}"/>
              </a:ext>
            </a:extLst>
          </p:cNvPr>
          <p:cNvSpPr>
            <a:spLocks noGrp="1"/>
          </p:cNvSpPr>
          <p:nvPr>
            <p:ph type="title" hasCustomPrompt="1"/>
          </p:nvPr>
        </p:nvSpPr>
        <p:spPr bwMode="gray">
          <a:xfrm>
            <a:off x="7483475" y="339725"/>
            <a:ext cx="4356100" cy="574675"/>
          </a:xfrm>
        </p:spPr>
        <p:txBody>
          <a:bodyPr/>
          <a:lstStyle/>
          <a:p>
            <a:r>
              <a:rPr lang="fr-FR" noProof="0" dirty="0"/>
              <a:t>Titre de la slide</a:t>
            </a:r>
          </a:p>
        </p:txBody>
      </p:sp>
      <p:sp>
        <p:nvSpPr>
          <p:cNvPr id="5" name="Bildplatzhalter 4">
            <a:extLst>
              <a:ext uri="{FF2B5EF4-FFF2-40B4-BE49-F238E27FC236}">
                <a16:creationId xmlns:a16="http://schemas.microsoft.com/office/drawing/2014/main" id="{FCA7126D-0013-7E83-243B-A49D1E59485A}"/>
              </a:ext>
            </a:extLst>
          </p:cNvPr>
          <p:cNvSpPr>
            <a:spLocks noGrp="1"/>
          </p:cNvSpPr>
          <p:nvPr>
            <p:ph type="pic" sz="quarter" idx="10"/>
          </p:nvPr>
        </p:nvSpPr>
        <p:spPr bwMode="gray">
          <a:xfrm>
            <a:off x="352425" y="1125539"/>
            <a:ext cx="6734175" cy="2151062"/>
          </a:xfrm>
          <a:solidFill>
            <a:schemeClr val="tx1"/>
          </a:solidFill>
        </p:spPr>
        <p:txBody>
          <a:bodyPr anchor="ctr"/>
          <a:lstStyle>
            <a:lvl1pPr algn="ctr">
              <a:defRPr/>
            </a:lvl1pPr>
          </a:lstStyle>
          <a:p>
            <a:r>
              <a:rPr lang="fr-FR" noProof="0"/>
              <a:t>Cliquez sur l'icône pour ajouter une image</a:t>
            </a:r>
            <a:endParaRPr lang="fr-FR" noProof="0" dirty="0"/>
          </a:p>
        </p:txBody>
      </p:sp>
      <p:sp>
        <p:nvSpPr>
          <p:cNvPr id="6" name="Bildplatzhalter 4">
            <a:extLst>
              <a:ext uri="{FF2B5EF4-FFF2-40B4-BE49-F238E27FC236}">
                <a16:creationId xmlns:a16="http://schemas.microsoft.com/office/drawing/2014/main" id="{5C9D441E-41B7-BADA-89AE-C53419624B51}"/>
              </a:ext>
            </a:extLst>
          </p:cNvPr>
          <p:cNvSpPr>
            <a:spLocks noGrp="1"/>
          </p:cNvSpPr>
          <p:nvPr>
            <p:ph type="pic" sz="quarter" idx="11"/>
          </p:nvPr>
        </p:nvSpPr>
        <p:spPr bwMode="gray">
          <a:xfrm>
            <a:off x="352425" y="3581400"/>
            <a:ext cx="6734175" cy="2151062"/>
          </a:xfrm>
          <a:solidFill>
            <a:schemeClr val="tx1"/>
          </a:solidFill>
        </p:spPr>
        <p:txBody>
          <a:bodyPr anchor="ctr"/>
          <a:lstStyle>
            <a:lvl1pPr algn="ctr">
              <a:defRPr/>
            </a:lvl1pPr>
          </a:lstStyle>
          <a:p>
            <a:r>
              <a:rPr lang="fr-FR" noProof="0"/>
              <a:t>Cliquez sur l'icône pour ajouter une image</a:t>
            </a:r>
            <a:endParaRPr lang="fr-FR" noProof="0" dirty="0"/>
          </a:p>
        </p:txBody>
      </p:sp>
      <p:sp>
        <p:nvSpPr>
          <p:cNvPr id="8" name="Textplatzhalter 7">
            <a:extLst>
              <a:ext uri="{FF2B5EF4-FFF2-40B4-BE49-F238E27FC236}">
                <a16:creationId xmlns:a16="http://schemas.microsoft.com/office/drawing/2014/main" id="{6D8D2146-CB0B-5A42-B80B-B18B9A541738}"/>
              </a:ext>
            </a:extLst>
          </p:cNvPr>
          <p:cNvSpPr>
            <a:spLocks noGrp="1"/>
          </p:cNvSpPr>
          <p:nvPr>
            <p:ph type="body" sz="quarter" idx="12" hasCustomPrompt="1"/>
          </p:nvPr>
        </p:nvSpPr>
        <p:spPr bwMode="gray">
          <a:xfrm>
            <a:off x="7483475" y="1125539"/>
            <a:ext cx="4356100" cy="2151062"/>
          </a:xfrm>
        </p:spPr>
        <p:txBody>
          <a:bodyPr/>
          <a:lstStyle/>
          <a:p>
            <a:pPr lvl="0"/>
            <a:r>
              <a:rPr lang="fr-FR" noProof="0" dirty="0"/>
              <a:t>Texte</a:t>
            </a:r>
          </a:p>
          <a:p>
            <a:pPr lvl="1"/>
            <a:r>
              <a:rPr lang="fr-FR" noProof="0" dirty="0"/>
              <a:t>Texte</a:t>
            </a:r>
          </a:p>
          <a:p>
            <a:pPr lvl="2"/>
            <a:r>
              <a:rPr lang="fr-FR" noProof="0" dirty="0"/>
              <a:t>Texte</a:t>
            </a:r>
          </a:p>
          <a:p>
            <a:pPr lvl="3"/>
            <a:r>
              <a:rPr lang="fr-FR" noProof="0" dirty="0"/>
              <a:t>Texte</a:t>
            </a:r>
          </a:p>
          <a:p>
            <a:pPr lvl="4"/>
            <a:r>
              <a:rPr lang="fr-FR" noProof="0" dirty="0"/>
              <a:t>Texte</a:t>
            </a:r>
          </a:p>
        </p:txBody>
      </p:sp>
      <p:sp>
        <p:nvSpPr>
          <p:cNvPr id="9" name="Textplatzhalter 7">
            <a:extLst>
              <a:ext uri="{FF2B5EF4-FFF2-40B4-BE49-F238E27FC236}">
                <a16:creationId xmlns:a16="http://schemas.microsoft.com/office/drawing/2014/main" id="{7FA7FB43-7777-8A8B-170F-3CF9F84E1C97}"/>
              </a:ext>
            </a:extLst>
          </p:cNvPr>
          <p:cNvSpPr>
            <a:spLocks noGrp="1"/>
          </p:cNvSpPr>
          <p:nvPr>
            <p:ph type="body" sz="quarter" idx="13" hasCustomPrompt="1"/>
          </p:nvPr>
        </p:nvSpPr>
        <p:spPr bwMode="gray">
          <a:xfrm>
            <a:off x="7483475" y="3581400"/>
            <a:ext cx="4356100" cy="2151061"/>
          </a:xfrm>
        </p:spPr>
        <p:txBody>
          <a:bodyPr/>
          <a:lstStyle/>
          <a:p>
            <a:pPr lvl="0"/>
            <a:r>
              <a:rPr lang="fr-FR" noProof="0" dirty="0"/>
              <a:t>Texte</a:t>
            </a:r>
          </a:p>
          <a:p>
            <a:pPr lvl="1"/>
            <a:r>
              <a:rPr lang="fr-FR" noProof="0" dirty="0"/>
              <a:t>Texte</a:t>
            </a:r>
          </a:p>
          <a:p>
            <a:pPr lvl="2"/>
            <a:r>
              <a:rPr lang="fr-FR" noProof="0" dirty="0"/>
              <a:t>Texte</a:t>
            </a:r>
          </a:p>
          <a:p>
            <a:pPr lvl="3"/>
            <a:r>
              <a:rPr lang="fr-FR" noProof="0" dirty="0"/>
              <a:t>Texte</a:t>
            </a:r>
          </a:p>
          <a:p>
            <a:pPr lvl="4"/>
            <a:r>
              <a:rPr lang="fr-FR" noProof="0" dirty="0"/>
              <a:t>Texte</a:t>
            </a:r>
          </a:p>
        </p:txBody>
      </p:sp>
    </p:spTree>
    <p:extLst>
      <p:ext uri="{BB962C8B-B14F-4D97-AF65-F5344CB8AC3E}">
        <p14:creationId xmlns:p14="http://schemas.microsoft.com/office/powerpoint/2010/main" val="2303113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5 Picture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B88FBD-DDF8-26A2-1533-E5F072C1E0AA}"/>
              </a:ext>
            </a:extLst>
          </p:cNvPr>
          <p:cNvSpPr>
            <a:spLocks noGrp="1"/>
          </p:cNvSpPr>
          <p:nvPr>
            <p:ph type="title" hasCustomPrompt="1"/>
          </p:nvPr>
        </p:nvSpPr>
        <p:spPr bwMode="gray"/>
        <p:txBody>
          <a:bodyPr/>
          <a:lstStyle/>
          <a:p>
            <a:r>
              <a:rPr lang="fr-FR" noProof="0" dirty="0"/>
              <a:t>Titre de la slide</a:t>
            </a:r>
          </a:p>
        </p:txBody>
      </p:sp>
      <p:sp>
        <p:nvSpPr>
          <p:cNvPr id="4" name="Bildplatzhalter 4">
            <a:extLst>
              <a:ext uri="{FF2B5EF4-FFF2-40B4-BE49-F238E27FC236}">
                <a16:creationId xmlns:a16="http://schemas.microsoft.com/office/drawing/2014/main" id="{1E23B8BC-103F-39F0-2D6B-98F6492921AB}"/>
              </a:ext>
            </a:extLst>
          </p:cNvPr>
          <p:cNvSpPr>
            <a:spLocks noGrp="1"/>
          </p:cNvSpPr>
          <p:nvPr>
            <p:ph type="pic" sz="quarter" idx="10"/>
          </p:nvPr>
        </p:nvSpPr>
        <p:spPr bwMode="gray">
          <a:xfrm>
            <a:off x="352426" y="1498599"/>
            <a:ext cx="1981200" cy="1778001"/>
          </a:xfrm>
          <a:solidFill>
            <a:schemeClr val="tx1"/>
          </a:solidFill>
        </p:spPr>
        <p:txBody>
          <a:bodyPr anchor="ctr"/>
          <a:lstStyle>
            <a:lvl1pPr algn="ctr">
              <a:defRPr/>
            </a:lvl1pPr>
          </a:lstStyle>
          <a:p>
            <a:r>
              <a:rPr lang="fr-FR" noProof="0"/>
              <a:t>Cliquez sur l'icône pour ajouter une image</a:t>
            </a:r>
            <a:endParaRPr lang="fr-FR" noProof="0" dirty="0"/>
          </a:p>
        </p:txBody>
      </p:sp>
      <p:sp>
        <p:nvSpPr>
          <p:cNvPr id="5" name="Textplatzhalter 7">
            <a:extLst>
              <a:ext uri="{FF2B5EF4-FFF2-40B4-BE49-F238E27FC236}">
                <a16:creationId xmlns:a16="http://schemas.microsoft.com/office/drawing/2014/main" id="{EE8B42AE-AFED-5DF1-4F4C-9AED8A80A91F}"/>
              </a:ext>
            </a:extLst>
          </p:cNvPr>
          <p:cNvSpPr>
            <a:spLocks noGrp="1"/>
          </p:cNvSpPr>
          <p:nvPr>
            <p:ph type="body" sz="quarter" idx="12" hasCustomPrompt="1"/>
          </p:nvPr>
        </p:nvSpPr>
        <p:spPr bwMode="gray">
          <a:xfrm>
            <a:off x="352426" y="1158875"/>
            <a:ext cx="1981200" cy="269875"/>
          </a:xfrm>
        </p:spPr>
        <p:txBody>
          <a:bodyPr/>
          <a:lstStyle>
            <a:lvl1pPr>
              <a:defRPr sz="1800" b="0">
                <a:solidFill>
                  <a:schemeClr val="accent1"/>
                </a:solidFill>
                <a:latin typeface="OM Marseille Medium" pitchFamily="2" charset="0"/>
              </a:defRPr>
            </a:lvl1pPr>
          </a:lstStyle>
          <a:p>
            <a:pPr lvl="0"/>
            <a:r>
              <a:rPr lang="fr-FR" noProof="0" dirty="0"/>
              <a:t>Texte</a:t>
            </a:r>
          </a:p>
        </p:txBody>
      </p:sp>
      <p:sp>
        <p:nvSpPr>
          <p:cNvPr id="6" name="Textplatzhalter 7">
            <a:extLst>
              <a:ext uri="{FF2B5EF4-FFF2-40B4-BE49-F238E27FC236}">
                <a16:creationId xmlns:a16="http://schemas.microsoft.com/office/drawing/2014/main" id="{082F372B-DEA5-5334-81BD-4DEAA5D75E3C}"/>
              </a:ext>
            </a:extLst>
          </p:cNvPr>
          <p:cNvSpPr>
            <a:spLocks noGrp="1"/>
          </p:cNvSpPr>
          <p:nvPr>
            <p:ph type="body" sz="quarter" idx="13" hasCustomPrompt="1"/>
          </p:nvPr>
        </p:nvSpPr>
        <p:spPr bwMode="gray">
          <a:xfrm>
            <a:off x="352425" y="3581400"/>
            <a:ext cx="1981200" cy="2332038"/>
          </a:xfrm>
        </p:spPr>
        <p:txBody>
          <a:bodyPr/>
          <a:lstStyle/>
          <a:p>
            <a:pPr lvl="0"/>
            <a:r>
              <a:rPr lang="fr-FR" noProof="0" dirty="0"/>
              <a:t>Texte</a:t>
            </a:r>
          </a:p>
          <a:p>
            <a:pPr lvl="1"/>
            <a:r>
              <a:rPr lang="fr-FR" noProof="0" dirty="0"/>
              <a:t>Texte</a:t>
            </a:r>
          </a:p>
          <a:p>
            <a:pPr lvl="2"/>
            <a:r>
              <a:rPr lang="fr-FR" noProof="0" dirty="0"/>
              <a:t>Texte</a:t>
            </a:r>
          </a:p>
          <a:p>
            <a:pPr lvl="3"/>
            <a:r>
              <a:rPr lang="fr-FR" noProof="0" dirty="0"/>
              <a:t>Texte</a:t>
            </a:r>
          </a:p>
          <a:p>
            <a:pPr lvl="4"/>
            <a:r>
              <a:rPr lang="fr-FR" noProof="0" dirty="0"/>
              <a:t>Texte</a:t>
            </a:r>
          </a:p>
        </p:txBody>
      </p:sp>
      <p:sp>
        <p:nvSpPr>
          <p:cNvPr id="7" name="Bildplatzhalter 4">
            <a:extLst>
              <a:ext uri="{FF2B5EF4-FFF2-40B4-BE49-F238E27FC236}">
                <a16:creationId xmlns:a16="http://schemas.microsoft.com/office/drawing/2014/main" id="{AA5E0F6E-96E7-FBD1-FD61-84FD46E06398}"/>
              </a:ext>
            </a:extLst>
          </p:cNvPr>
          <p:cNvSpPr>
            <a:spLocks noGrp="1"/>
          </p:cNvSpPr>
          <p:nvPr>
            <p:ph type="pic" sz="quarter" idx="14"/>
          </p:nvPr>
        </p:nvSpPr>
        <p:spPr bwMode="gray">
          <a:xfrm>
            <a:off x="2727325" y="1498599"/>
            <a:ext cx="1981200" cy="1778001"/>
          </a:xfrm>
          <a:solidFill>
            <a:schemeClr val="tx1"/>
          </a:solidFill>
        </p:spPr>
        <p:txBody>
          <a:bodyPr anchor="ctr"/>
          <a:lstStyle>
            <a:lvl1pPr algn="ctr">
              <a:defRPr/>
            </a:lvl1pPr>
          </a:lstStyle>
          <a:p>
            <a:r>
              <a:rPr lang="fr-FR" noProof="0"/>
              <a:t>Cliquez sur l'icône pour ajouter une image</a:t>
            </a:r>
            <a:endParaRPr lang="fr-FR" noProof="0" dirty="0"/>
          </a:p>
        </p:txBody>
      </p:sp>
      <p:sp>
        <p:nvSpPr>
          <p:cNvPr id="8" name="Textplatzhalter 7">
            <a:extLst>
              <a:ext uri="{FF2B5EF4-FFF2-40B4-BE49-F238E27FC236}">
                <a16:creationId xmlns:a16="http://schemas.microsoft.com/office/drawing/2014/main" id="{19DE2920-3076-DFFF-A039-7EBA533DD5D8}"/>
              </a:ext>
            </a:extLst>
          </p:cNvPr>
          <p:cNvSpPr>
            <a:spLocks noGrp="1"/>
          </p:cNvSpPr>
          <p:nvPr>
            <p:ph type="body" sz="quarter" idx="15" hasCustomPrompt="1"/>
          </p:nvPr>
        </p:nvSpPr>
        <p:spPr bwMode="gray">
          <a:xfrm>
            <a:off x="2727325" y="1158875"/>
            <a:ext cx="1981200" cy="269875"/>
          </a:xfrm>
        </p:spPr>
        <p:txBody>
          <a:bodyPr/>
          <a:lstStyle>
            <a:lvl1pPr>
              <a:defRPr sz="1800" b="0">
                <a:solidFill>
                  <a:schemeClr val="accent1"/>
                </a:solidFill>
                <a:latin typeface="OM Marseille Medium" pitchFamily="2" charset="0"/>
              </a:defRPr>
            </a:lvl1pPr>
          </a:lstStyle>
          <a:p>
            <a:pPr lvl="0"/>
            <a:r>
              <a:rPr lang="fr-FR" noProof="0" dirty="0"/>
              <a:t>Texte</a:t>
            </a:r>
          </a:p>
        </p:txBody>
      </p:sp>
      <p:sp>
        <p:nvSpPr>
          <p:cNvPr id="9" name="Textplatzhalter 7">
            <a:extLst>
              <a:ext uri="{FF2B5EF4-FFF2-40B4-BE49-F238E27FC236}">
                <a16:creationId xmlns:a16="http://schemas.microsoft.com/office/drawing/2014/main" id="{CCF33DD2-C24B-43DB-0034-8C1B8BB41F01}"/>
              </a:ext>
            </a:extLst>
          </p:cNvPr>
          <p:cNvSpPr>
            <a:spLocks noGrp="1"/>
          </p:cNvSpPr>
          <p:nvPr>
            <p:ph type="body" sz="quarter" idx="16" hasCustomPrompt="1"/>
          </p:nvPr>
        </p:nvSpPr>
        <p:spPr bwMode="gray">
          <a:xfrm>
            <a:off x="2727324" y="3581400"/>
            <a:ext cx="1981200" cy="2332038"/>
          </a:xfrm>
        </p:spPr>
        <p:txBody>
          <a:bodyPr/>
          <a:lstStyle/>
          <a:p>
            <a:pPr lvl="0"/>
            <a:r>
              <a:rPr lang="fr-FR" noProof="0" dirty="0"/>
              <a:t>Texte</a:t>
            </a:r>
          </a:p>
          <a:p>
            <a:pPr lvl="1"/>
            <a:r>
              <a:rPr lang="fr-FR" noProof="0" dirty="0"/>
              <a:t>Texte</a:t>
            </a:r>
          </a:p>
          <a:p>
            <a:pPr lvl="2"/>
            <a:r>
              <a:rPr lang="fr-FR" noProof="0" dirty="0"/>
              <a:t>Texte</a:t>
            </a:r>
          </a:p>
          <a:p>
            <a:pPr lvl="3"/>
            <a:r>
              <a:rPr lang="fr-FR" noProof="0" dirty="0"/>
              <a:t>Texte</a:t>
            </a:r>
          </a:p>
          <a:p>
            <a:pPr lvl="4"/>
            <a:r>
              <a:rPr lang="fr-FR" noProof="0" dirty="0"/>
              <a:t>Texte</a:t>
            </a:r>
          </a:p>
        </p:txBody>
      </p:sp>
      <p:sp>
        <p:nvSpPr>
          <p:cNvPr id="10" name="Bildplatzhalter 4">
            <a:extLst>
              <a:ext uri="{FF2B5EF4-FFF2-40B4-BE49-F238E27FC236}">
                <a16:creationId xmlns:a16="http://schemas.microsoft.com/office/drawing/2014/main" id="{A71A7F2F-7B9C-D17F-5FD2-D2E41924F50D}"/>
              </a:ext>
            </a:extLst>
          </p:cNvPr>
          <p:cNvSpPr>
            <a:spLocks noGrp="1"/>
          </p:cNvSpPr>
          <p:nvPr>
            <p:ph type="pic" sz="quarter" idx="17"/>
          </p:nvPr>
        </p:nvSpPr>
        <p:spPr bwMode="gray">
          <a:xfrm>
            <a:off x="5105400" y="1498599"/>
            <a:ext cx="1981200" cy="1778001"/>
          </a:xfrm>
          <a:solidFill>
            <a:schemeClr val="tx1"/>
          </a:solidFill>
        </p:spPr>
        <p:txBody>
          <a:bodyPr anchor="ctr"/>
          <a:lstStyle>
            <a:lvl1pPr algn="ctr">
              <a:defRPr/>
            </a:lvl1pPr>
          </a:lstStyle>
          <a:p>
            <a:r>
              <a:rPr lang="fr-FR" noProof="0"/>
              <a:t>Cliquez sur l'icône pour ajouter une image</a:t>
            </a:r>
            <a:endParaRPr lang="fr-FR" noProof="0" dirty="0"/>
          </a:p>
        </p:txBody>
      </p:sp>
      <p:sp>
        <p:nvSpPr>
          <p:cNvPr id="11" name="Textplatzhalter 7">
            <a:extLst>
              <a:ext uri="{FF2B5EF4-FFF2-40B4-BE49-F238E27FC236}">
                <a16:creationId xmlns:a16="http://schemas.microsoft.com/office/drawing/2014/main" id="{B80DC451-D05D-16E6-7714-6A737BBC40AE}"/>
              </a:ext>
            </a:extLst>
          </p:cNvPr>
          <p:cNvSpPr>
            <a:spLocks noGrp="1"/>
          </p:cNvSpPr>
          <p:nvPr>
            <p:ph type="body" sz="quarter" idx="18" hasCustomPrompt="1"/>
          </p:nvPr>
        </p:nvSpPr>
        <p:spPr bwMode="gray">
          <a:xfrm>
            <a:off x="5105400" y="1158875"/>
            <a:ext cx="1981200" cy="269875"/>
          </a:xfrm>
        </p:spPr>
        <p:txBody>
          <a:bodyPr/>
          <a:lstStyle>
            <a:lvl1pPr>
              <a:defRPr sz="1800" b="0">
                <a:solidFill>
                  <a:schemeClr val="accent1"/>
                </a:solidFill>
                <a:latin typeface="OM Marseille Medium" pitchFamily="2" charset="0"/>
              </a:defRPr>
            </a:lvl1pPr>
          </a:lstStyle>
          <a:p>
            <a:pPr lvl="0"/>
            <a:r>
              <a:rPr lang="fr-FR" noProof="0" dirty="0"/>
              <a:t>Texte</a:t>
            </a:r>
          </a:p>
        </p:txBody>
      </p:sp>
      <p:sp>
        <p:nvSpPr>
          <p:cNvPr id="12" name="Textplatzhalter 7">
            <a:extLst>
              <a:ext uri="{FF2B5EF4-FFF2-40B4-BE49-F238E27FC236}">
                <a16:creationId xmlns:a16="http://schemas.microsoft.com/office/drawing/2014/main" id="{A5537B97-3685-B97B-7C12-E1CB3535F966}"/>
              </a:ext>
            </a:extLst>
          </p:cNvPr>
          <p:cNvSpPr>
            <a:spLocks noGrp="1"/>
          </p:cNvSpPr>
          <p:nvPr>
            <p:ph type="body" sz="quarter" idx="19" hasCustomPrompt="1"/>
          </p:nvPr>
        </p:nvSpPr>
        <p:spPr bwMode="gray">
          <a:xfrm>
            <a:off x="5105399" y="3581400"/>
            <a:ext cx="1981200" cy="2332038"/>
          </a:xfrm>
        </p:spPr>
        <p:txBody>
          <a:bodyPr/>
          <a:lstStyle/>
          <a:p>
            <a:pPr lvl="0"/>
            <a:r>
              <a:rPr lang="fr-FR" noProof="0" dirty="0"/>
              <a:t>Texte</a:t>
            </a:r>
          </a:p>
          <a:p>
            <a:pPr lvl="1"/>
            <a:r>
              <a:rPr lang="fr-FR" noProof="0" dirty="0"/>
              <a:t>Texte</a:t>
            </a:r>
          </a:p>
          <a:p>
            <a:pPr lvl="2"/>
            <a:r>
              <a:rPr lang="fr-FR" noProof="0" dirty="0"/>
              <a:t>Texte</a:t>
            </a:r>
          </a:p>
          <a:p>
            <a:pPr lvl="3"/>
            <a:r>
              <a:rPr lang="fr-FR" noProof="0" dirty="0"/>
              <a:t>Texte</a:t>
            </a:r>
          </a:p>
          <a:p>
            <a:pPr lvl="4"/>
            <a:r>
              <a:rPr lang="fr-FR" noProof="0" dirty="0"/>
              <a:t>Texte</a:t>
            </a:r>
          </a:p>
        </p:txBody>
      </p:sp>
      <p:sp>
        <p:nvSpPr>
          <p:cNvPr id="13" name="Bildplatzhalter 4">
            <a:extLst>
              <a:ext uri="{FF2B5EF4-FFF2-40B4-BE49-F238E27FC236}">
                <a16:creationId xmlns:a16="http://schemas.microsoft.com/office/drawing/2014/main" id="{853957FA-CA48-6196-84FE-6641E2BF987B}"/>
              </a:ext>
            </a:extLst>
          </p:cNvPr>
          <p:cNvSpPr>
            <a:spLocks noGrp="1"/>
          </p:cNvSpPr>
          <p:nvPr>
            <p:ph type="pic" sz="quarter" idx="20"/>
          </p:nvPr>
        </p:nvSpPr>
        <p:spPr bwMode="gray">
          <a:xfrm>
            <a:off x="7483476" y="1498599"/>
            <a:ext cx="1981200" cy="1778001"/>
          </a:xfrm>
          <a:solidFill>
            <a:schemeClr val="tx1"/>
          </a:solidFill>
        </p:spPr>
        <p:txBody>
          <a:bodyPr anchor="ctr"/>
          <a:lstStyle>
            <a:lvl1pPr algn="ctr">
              <a:defRPr/>
            </a:lvl1pPr>
          </a:lstStyle>
          <a:p>
            <a:r>
              <a:rPr lang="fr-FR" noProof="0"/>
              <a:t>Cliquez sur l'icône pour ajouter une image</a:t>
            </a:r>
            <a:endParaRPr lang="fr-FR" noProof="0" dirty="0"/>
          </a:p>
        </p:txBody>
      </p:sp>
      <p:sp>
        <p:nvSpPr>
          <p:cNvPr id="14" name="Textplatzhalter 7">
            <a:extLst>
              <a:ext uri="{FF2B5EF4-FFF2-40B4-BE49-F238E27FC236}">
                <a16:creationId xmlns:a16="http://schemas.microsoft.com/office/drawing/2014/main" id="{47CAE4CD-B6C4-74CB-957E-6044C75304EF}"/>
              </a:ext>
            </a:extLst>
          </p:cNvPr>
          <p:cNvSpPr>
            <a:spLocks noGrp="1"/>
          </p:cNvSpPr>
          <p:nvPr>
            <p:ph type="body" sz="quarter" idx="21" hasCustomPrompt="1"/>
          </p:nvPr>
        </p:nvSpPr>
        <p:spPr bwMode="gray">
          <a:xfrm>
            <a:off x="7483476" y="1158875"/>
            <a:ext cx="1981200" cy="269875"/>
          </a:xfrm>
        </p:spPr>
        <p:txBody>
          <a:bodyPr/>
          <a:lstStyle>
            <a:lvl1pPr>
              <a:defRPr sz="1800" b="0">
                <a:solidFill>
                  <a:schemeClr val="accent1"/>
                </a:solidFill>
                <a:latin typeface="OM Marseille Medium" pitchFamily="2" charset="0"/>
              </a:defRPr>
            </a:lvl1pPr>
          </a:lstStyle>
          <a:p>
            <a:pPr lvl="0"/>
            <a:r>
              <a:rPr lang="fr-FR" noProof="0" dirty="0"/>
              <a:t>Texte</a:t>
            </a:r>
          </a:p>
        </p:txBody>
      </p:sp>
      <p:sp>
        <p:nvSpPr>
          <p:cNvPr id="15" name="Textplatzhalter 7">
            <a:extLst>
              <a:ext uri="{FF2B5EF4-FFF2-40B4-BE49-F238E27FC236}">
                <a16:creationId xmlns:a16="http://schemas.microsoft.com/office/drawing/2014/main" id="{06560E43-E108-1A4D-B0A3-FE7435F43018}"/>
              </a:ext>
            </a:extLst>
          </p:cNvPr>
          <p:cNvSpPr>
            <a:spLocks noGrp="1"/>
          </p:cNvSpPr>
          <p:nvPr>
            <p:ph type="body" sz="quarter" idx="22" hasCustomPrompt="1"/>
          </p:nvPr>
        </p:nvSpPr>
        <p:spPr bwMode="gray">
          <a:xfrm>
            <a:off x="7483475" y="3581400"/>
            <a:ext cx="1981200" cy="2332038"/>
          </a:xfrm>
        </p:spPr>
        <p:txBody>
          <a:bodyPr/>
          <a:lstStyle/>
          <a:p>
            <a:pPr lvl="0"/>
            <a:r>
              <a:rPr lang="fr-FR" noProof="0" dirty="0"/>
              <a:t>Texte</a:t>
            </a:r>
          </a:p>
          <a:p>
            <a:pPr lvl="1"/>
            <a:r>
              <a:rPr lang="fr-FR" noProof="0" dirty="0"/>
              <a:t>Texte</a:t>
            </a:r>
          </a:p>
          <a:p>
            <a:pPr lvl="2"/>
            <a:r>
              <a:rPr lang="fr-FR" noProof="0" dirty="0"/>
              <a:t>Texte</a:t>
            </a:r>
          </a:p>
          <a:p>
            <a:pPr lvl="3"/>
            <a:r>
              <a:rPr lang="fr-FR" noProof="0" dirty="0"/>
              <a:t>Texte</a:t>
            </a:r>
          </a:p>
          <a:p>
            <a:pPr lvl="4"/>
            <a:r>
              <a:rPr lang="fr-FR" noProof="0" dirty="0"/>
              <a:t>Texte</a:t>
            </a:r>
          </a:p>
        </p:txBody>
      </p:sp>
      <p:sp>
        <p:nvSpPr>
          <p:cNvPr id="16" name="Bildplatzhalter 4">
            <a:extLst>
              <a:ext uri="{FF2B5EF4-FFF2-40B4-BE49-F238E27FC236}">
                <a16:creationId xmlns:a16="http://schemas.microsoft.com/office/drawing/2014/main" id="{7159A958-60C1-16C9-D6D1-6D03B1DD690A}"/>
              </a:ext>
            </a:extLst>
          </p:cNvPr>
          <p:cNvSpPr>
            <a:spLocks noGrp="1"/>
          </p:cNvSpPr>
          <p:nvPr>
            <p:ph type="pic" sz="quarter" idx="23"/>
          </p:nvPr>
        </p:nvSpPr>
        <p:spPr bwMode="gray">
          <a:xfrm>
            <a:off x="9861552" y="1498599"/>
            <a:ext cx="1981200" cy="1778001"/>
          </a:xfrm>
          <a:solidFill>
            <a:schemeClr val="tx1"/>
          </a:solidFill>
        </p:spPr>
        <p:txBody>
          <a:bodyPr anchor="ctr"/>
          <a:lstStyle>
            <a:lvl1pPr algn="ctr">
              <a:defRPr/>
            </a:lvl1pPr>
          </a:lstStyle>
          <a:p>
            <a:r>
              <a:rPr lang="fr-FR" noProof="0"/>
              <a:t>Cliquez sur l'icône pour ajouter une image</a:t>
            </a:r>
            <a:endParaRPr lang="fr-FR" noProof="0" dirty="0"/>
          </a:p>
        </p:txBody>
      </p:sp>
      <p:sp>
        <p:nvSpPr>
          <p:cNvPr id="17" name="Textplatzhalter 7">
            <a:extLst>
              <a:ext uri="{FF2B5EF4-FFF2-40B4-BE49-F238E27FC236}">
                <a16:creationId xmlns:a16="http://schemas.microsoft.com/office/drawing/2014/main" id="{F409A5C0-AEA4-650F-E6DE-5DD458DC01A9}"/>
              </a:ext>
            </a:extLst>
          </p:cNvPr>
          <p:cNvSpPr>
            <a:spLocks noGrp="1"/>
          </p:cNvSpPr>
          <p:nvPr>
            <p:ph type="body" sz="quarter" idx="24" hasCustomPrompt="1"/>
          </p:nvPr>
        </p:nvSpPr>
        <p:spPr bwMode="gray">
          <a:xfrm>
            <a:off x="9861552" y="1158875"/>
            <a:ext cx="1981200" cy="269875"/>
          </a:xfrm>
        </p:spPr>
        <p:txBody>
          <a:bodyPr/>
          <a:lstStyle>
            <a:lvl1pPr>
              <a:defRPr sz="1800" b="0">
                <a:solidFill>
                  <a:schemeClr val="accent1"/>
                </a:solidFill>
                <a:latin typeface="OM Marseille Medium" pitchFamily="2" charset="0"/>
              </a:defRPr>
            </a:lvl1pPr>
          </a:lstStyle>
          <a:p>
            <a:pPr lvl="0"/>
            <a:r>
              <a:rPr lang="fr-FR" noProof="0" dirty="0"/>
              <a:t>Texte</a:t>
            </a:r>
          </a:p>
        </p:txBody>
      </p:sp>
      <p:sp>
        <p:nvSpPr>
          <p:cNvPr id="18" name="Textplatzhalter 7">
            <a:extLst>
              <a:ext uri="{FF2B5EF4-FFF2-40B4-BE49-F238E27FC236}">
                <a16:creationId xmlns:a16="http://schemas.microsoft.com/office/drawing/2014/main" id="{B397BD12-559D-B092-3ED2-FF3C773B6200}"/>
              </a:ext>
            </a:extLst>
          </p:cNvPr>
          <p:cNvSpPr>
            <a:spLocks noGrp="1"/>
          </p:cNvSpPr>
          <p:nvPr>
            <p:ph type="body" sz="quarter" idx="25" hasCustomPrompt="1"/>
          </p:nvPr>
        </p:nvSpPr>
        <p:spPr bwMode="gray">
          <a:xfrm>
            <a:off x="9861551" y="3581400"/>
            <a:ext cx="1981200" cy="2332038"/>
          </a:xfrm>
        </p:spPr>
        <p:txBody>
          <a:bodyPr/>
          <a:lstStyle/>
          <a:p>
            <a:pPr lvl="0"/>
            <a:r>
              <a:rPr lang="fr-FR" noProof="0" dirty="0"/>
              <a:t>Texte</a:t>
            </a:r>
          </a:p>
          <a:p>
            <a:pPr lvl="1"/>
            <a:r>
              <a:rPr lang="fr-FR" noProof="0" dirty="0"/>
              <a:t>Texte</a:t>
            </a:r>
          </a:p>
          <a:p>
            <a:pPr lvl="2"/>
            <a:r>
              <a:rPr lang="fr-FR" noProof="0" dirty="0"/>
              <a:t>Texte</a:t>
            </a:r>
          </a:p>
          <a:p>
            <a:pPr lvl="3"/>
            <a:r>
              <a:rPr lang="fr-FR" noProof="0" dirty="0"/>
              <a:t>Texte</a:t>
            </a:r>
          </a:p>
          <a:p>
            <a:pPr lvl="4"/>
            <a:r>
              <a:rPr lang="fr-FR" noProof="0" dirty="0"/>
              <a:t>Texte</a:t>
            </a:r>
          </a:p>
        </p:txBody>
      </p:sp>
    </p:spTree>
    <p:extLst>
      <p:ext uri="{BB962C8B-B14F-4D97-AF65-F5344CB8AC3E}">
        <p14:creationId xmlns:p14="http://schemas.microsoft.com/office/powerpoint/2010/main" val="3943166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Leer">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48548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2A7F085-0943-0DDC-771A-B999207C0BC0}"/>
              </a:ext>
            </a:extLst>
          </p:cNvPr>
          <p:cNvSpPr>
            <a:spLocks noGrp="1"/>
          </p:cNvSpPr>
          <p:nvPr>
            <p:ph type="title"/>
          </p:nvPr>
        </p:nvSpPr>
        <p:spPr bwMode="gray">
          <a:xfrm>
            <a:off x="352425" y="339725"/>
            <a:ext cx="9109075" cy="574675"/>
          </a:xfrm>
          <a:prstGeom prst="rect">
            <a:avLst/>
          </a:prstGeom>
        </p:spPr>
        <p:txBody>
          <a:bodyPr vert="horz" lIns="0" tIns="0" rIns="0" bIns="0" rtlCol="0" anchor="t" anchorCtr="0">
            <a:noAutofit/>
          </a:bodyPr>
          <a:lstStyle/>
          <a:p>
            <a:r>
              <a:rPr lang="fr-FR" noProof="0" dirty="0"/>
              <a:t>Titre de la slide</a:t>
            </a:r>
          </a:p>
        </p:txBody>
      </p:sp>
      <p:sp>
        <p:nvSpPr>
          <p:cNvPr id="3" name="Textplatzhalter 2">
            <a:extLst>
              <a:ext uri="{FF2B5EF4-FFF2-40B4-BE49-F238E27FC236}">
                <a16:creationId xmlns:a16="http://schemas.microsoft.com/office/drawing/2014/main" id="{5268ABB7-A16D-8DF8-5E38-7368E430A4FA}"/>
              </a:ext>
            </a:extLst>
          </p:cNvPr>
          <p:cNvSpPr>
            <a:spLocks noGrp="1"/>
          </p:cNvSpPr>
          <p:nvPr>
            <p:ph type="body" idx="1"/>
          </p:nvPr>
        </p:nvSpPr>
        <p:spPr bwMode="gray">
          <a:xfrm>
            <a:off x="352425" y="1125539"/>
            <a:ext cx="9109075" cy="4787900"/>
          </a:xfrm>
          <a:prstGeom prst="rect">
            <a:avLst/>
          </a:prstGeom>
        </p:spPr>
        <p:txBody>
          <a:bodyPr vert="horz" lIns="0" tIns="0" rIns="0" bIns="0" rtlCol="0" anchor="t" anchorCtr="0">
            <a:noAutofit/>
          </a:bodyPr>
          <a:lstStyle/>
          <a:p>
            <a:pPr lvl="0"/>
            <a:r>
              <a:rPr lang="fr-FR" noProof="0" dirty="0"/>
              <a:t>Texte</a:t>
            </a:r>
          </a:p>
          <a:p>
            <a:pPr lvl="1"/>
            <a:r>
              <a:rPr lang="fr-FR" noProof="0" dirty="0"/>
              <a:t>Texte</a:t>
            </a:r>
          </a:p>
          <a:p>
            <a:pPr lvl="2"/>
            <a:r>
              <a:rPr lang="fr-FR" noProof="0" dirty="0"/>
              <a:t>Texte</a:t>
            </a:r>
          </a:p>
          <a:p>
            <a:pPr lvl="3"/>
            <a:r>
              <a:rPr lang="fr-FR" noProof="0" dirty="0"/>
              <a:t>Texte</a:t>
            </a:r>
          </a:p>
          <a:p>
            <a:pPr lvl="4"/>
            <a:r>
              <a:rPr lang="fr-FR" noProof="0" dirty="0"/>
              <a:t>Texte</a:t>
            </a:r>
          </a:p>
        </p:txBody>
      </p:sp>
      <p:cxnSp>
        <p:nvCxnSpPr>
          <p:cNvPr id="25" name="Gerader Verbinder 24">
            <a:extLst>
              <a:ext uri="{FF2B5EF4-FFF2-40B4-BE49-F238E27FC236}">
                <a16:creationId xmlns:a16="http://schemas.microsoft.com/office/drawing/2014/main" id="{0D98BDE4-60FE-EF19-D052-F2C9AFD05DFF}"/>
              </a:ext>
            </a:extLst>
          </p:cNvPr>
          <p:cNvCxnSpPr>
            <a:cxnSpLocks/>
          </p:cNvCxnSpPr>
          <p:nvPr userDrawn="1"/>
        </p:nvCxnSpPr>
        <p:spPr bwMode="gray">
          <a:xfrm>
            <a:off x="0" y="6095445"/>
            <a:ext cx="12192000" cy="0"/>
          </a:xfrm>
          <a:prstGeom prst="line">
            <a:avLst/>
          </a:prstGeom>
          <a:ln w="9525">
            <a:solidFill>
              <a:schemeClr val="accent2"/>
            </a:solidFill>
          </a:ln>
        </p:spPr>
        <p:style>
          <a:lnRef idx="2">
            <a:schemeClr val="accent1"/>
          </a:lnRef>
          <a:fillRef idx="0">
            <a:schemeClr val="accent1"/>
          </a:fillRef>
          <a:effectRef idx="1">
            <a:schemeClr val="accent1"/>
          </a:effectRef>
          <a:fontRef idx="minor">
            <a:schemeClr val="tx1"/>
          </a:fontRef>
        </p:style>
      </p:cxnSp>
      <p:sp>
        <p:nvSpPr>
          <p:cNvPr id="27" name="Textfeld 26">
            <a:extLst>
              <a:ext uri="{FF2B5EF4-FFF2-40B4-BE49-F238E27FC236}">
                <a16:creationId xmlns:a16="http://schemas.microsoft.com/office/drawing/2014/main" id="{FA3A8EF0-FFBA-B177-44B0-D1718956129E}"/>
              </a:ext>
            </a:extLst>
          </p:cNvPr>
          <p:cNvSpPr txBox="1"/>
          <p:nvPr userDrawn="1"/>
        </p:nvSpPr>
        <p:spPr bwMode="gray">
          <a:xfrm>
            <a:off x="11158538" y="6282215"/>
            <a:ext cx="681037" cy="255662"/>
          </a:xfrm>
          <a:prstGeom prst="rect">
            <a:avLst/>
          </a:prstGeom>
          <a:noFill/>
        </p:spPr>
        <p:txBody>
          <a:bodyPr wrap="none" lIns="0" tIns="0" rIns="0" bIns="0" rtlCol="0" anchor="ctr" anchorCtr="0">
            <a:noAutofit/>
          </a:bodyPr>
          <a:lstStyle/>
          <a:p>
            <a:pPr algn="r"/>
            <a:r>
              <a:rPr lang="fr-FR" sz="1200" noProof="0" dirty="0">
                <a:solidFill>
                  <a:schemeClr val="accent2"/>
                </a:solidFill>
              </a:rPr>
              <a:t>P.</a:t>
            </a:r>
            <a:fld id="{C31C4A41-7035-40BD-9B07-EB4193BE7FBB}" type="slidenum">
              <a:rPr lang="fr-FR" sz="1200" noProof="0" smtClean="0">
                <a:solidFill>
                  <a:schemeClr val="accent2"/>
                </a:solidFill>
              </a:rPr>
              <a:pPr algn="r"/>
              <a:t>‹N°›</a:t>
            </a:fld>
            <a:endParaRPr lang="fr-FR" sz="1200" noProof="0" dirty="0">
              <a:solidFill>
                <a:schemeClr val="accent2"/>
              </a:solidFill>
            </a:endParaRPr>
          </a:p>
        </p:txBody>
      </p:sp>
      <p:pic>
        <p:nvPicPr>
          <p:cNvPr id="30" name="Grafik 29">
            <a:extLst>
              <a:ext uri="{FF2B5EF4-FFF2-40B4-BE49-F238E27FC236}">
                <a16:creationId xmlns:a16="http://schemas.microsoft.com/office/drawing/2014/main" id="{746017A4-BE5A-18C3-DCC5-3EB4040AA5E2}"/>
              </a:ext>
            </a:extLst>
          </p:cNvPr>
          <p:cNvPicPr>
            <a:picLocks noChangeAspect="1"/>
          </p:cNvPicPr>
          <p:nvPr userDrawn="1"/>
        </p:nvPicPr>
        <p:blipFill>
          <a:blip r:embed="rId15">
            <a:extLst>
              <a:ext uri="{28A0092B-C50C-407E-A947-70E740481C1C}">
                <a14:useLocalDpi xmlns:a14="http://schemas.microsoft.com/office/drawing/2010/main" val="0"/>
              </a:ext>
            </a:extLst>
          </a:blip>
          <a:srcRect/>
          <a:stretch/>
        </p:blipFill>
        <p:spPr bwMode="gray">
          <a:xfrm>
            <a:off x="342902" y="6284596"/>
            <a:ext cx="2765425" cy="380326"/>
          </a:xfrm>
          <a:prstGeom prst="rect">
            <a:avLst/>
          </a:prstGeom>
        </p:spPr>
      </p:pic>
      <p:sp>
        <p:nvSpPr>
          <p:cNvPr id="7" name="ZoneTexte 6">
            <a:extLst>
              <a:ext uri="{FF2B5EF4-FFF2-40B4-BE49-F238E27FC236}">
                <a16:creationId xmlns:a16="http://schemas.microsoft.com/office/drawing/2014/main" id="{4974F32B-204D-8A94-4ED9-6E4819234991}"/>
              </a:ext>
            </a:extLst>
          </p:cNvPr>
          <p:cNvSpPr txBox="1"/>
          <p:nvPr userDrawn="1"/>
        </p:nvSpPr>
        <p:spPr>
          <a:xfrm>
            <a:off x="2728912" y="6321811"/>
            <a:ext cx="379415" cy="184666"/>
          </a:xfrm>
          <a:prstGeom prst="rect">
            <a:avLst/>
          </a:prstGeom>
          <a:noFill/>
        </p:spPr>
        <p:txBody>
          <a:bodyPr wrap="square" lIns="0" tIns="0" rIns="0" bIns="0" rtlCol="0">
            <a:spAutoFit/>
          </a:bodyPr>
          <a:lstStyle/>
          <a:p>
            <a:pPr algn="l"/>
            <a:r>
              <a:rPr lang="fr-FR" sz="1200" dirty="0">
                <a:solidFill>
                  <a:srgbClr val="0B61AC"/>
                </a:solidFill>
              </a:rPr>
              <a:t>2026</a:t>
            </a:r>
          </a:p>
        </p:txBody>
      </p:sp>
      <p:sp>
        <p:nvSpPr>
          <p:cNvPr id="9" name="ZoneTexte 8">
            <a:extLst>
              <a:ext uri="{FF2B5EF4-FFF2-40B4-BE49-F238E27FC236}">
                <a16:creationId xmlns:a16="http://schemas.microsoft.com/office/drawing/2014/main" id="{0E661EB8-DC41-20FC-808A-56B88E3B4C23}"/>
              </a:ext>
            </a:extLst>
          </p:cNvPr>
          <p:cNvSpPr txBox="1"/>
          <p:nvPr userDrawn="1"/>
        </p:nvSpPr>
        <p:spPr>
          <a:xfrm>
            <a:off x="2728912" y="6463453"/>
            <a:ext cx="379415" cy="184666"/>
          </a:xfrm>
          <a:prstGeom prst="rect">
            <a:avLst/>
          </a:prstGeom>
          <a:noFill/>
        </p:spPr>
        <p:txBody>
          <a:bodyPr wrap="square" lIns="0" tIns="0" rIns="0" bIns="0" rtlCol="0">
            <a:spAutoFit/>
          </a:bodyPr>
          <a:lstStyle/>
          <a:p>
            <a:pPr algn="l"/>
            <a:r>
              <a:rPr lang="fr-FR" sz="1200" dirty="0">
                <a:solidFill>
                  <a:srgbClr val="0B61AC"/>
                </a:solidFill>
              </a:rPr>
              <a:t>2027</a:t>
            </a:r>
          </a:p>
        </p:txBody>
      </p:sp>
    </p:spTree>
    <p:extLst>
      <p:ext uri="{BB962C8B-B14F-4D97-AF65-F5344CB8AC3E}">
        <p14:creationId xmlns:p14="http://schemas.microsoft.com/office/powerpoint/2010/main" val="2513824963"/>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59" r:id="rId3"/>
    <p:sldLayoutId id="2147483650" r:id="rId4"/>
    <p:sldLayoutId id="2147483657" r:id="rId5"/>
    <p:sldLayoutId id="2147483656" r:id="rId6"/>
    <p:sldLayoutId id="2147483654" r:id="rId7"/>
    <p:sldLayoutId id="2147483662" r:id="rId8"/>
    <p:sldLayoutId id="2147483660" r:id="rId9"/>
    <p:sldLayoutId id="2147483661" r:id="rId10"/>
    <p:sldLayoutId id="2147483663" r:id="rId11"/>
    <p:sldLayoutId id="2147483655" r:id="rId12"/>
  </p:sldLayoutIdLst>
  <p:txStyles>
    <p:titleStyle>
      <a:lvl1pPr algn="l" defTabSz="914400" rtl="0" eaLnBrk="1" latinLnBrk="0" hangingPunct="1">
        <a:lnSpc>
          <a:spcPct val="90000"/>
        </a:lnSpc>
        <a:spcBef>
          <a:spcPct val="0"/>
        </a:spcBef>
        <a:buNone/>
        <a:defRPr sz="2700" kern="1200">
          <a:solidFill>
            <a:schemeClr val="accent2"/>
          </a:solidFill>
          <a:latin typeface="+mj-lt"/>
          <a:ea typeface="+mj-ea"/>
          <a:cs typeface="+mj-cs"/>
        </a:defRPr>
      </a:lvl1pPr>
    </p:titleStyle>
    <p:bodyStyle>
      <a:lvl1pPr marL="0" indent="0" algn="l" defTabSz="914400" rtl="0" eaLnBrk="1" latinLnBrk="0" hangingPunct="1">
        <a:lnSpc>
          <a:spcPct val="90000"/>
        </a:lnSpc>
        <a:spcBef>
          <a:spcPts val="0"/>
        </a:spcBef>
        <a:buFont typeface="Arial" panose="020B0604020202020204" pitchFamily="34" charset="0"/>
        <a:buNone/>
        <a:defRPr sz="1400" b="0" kern="1200">
          <a:solidFill>
            <a:schemeClr val="tx1"/>
          </a:solidFill>
          <a:latin typeface="+mn-lt"/>
          <a:ea typeface="+mn-ea"/>
          <a:cs typeface="+mn-cs"/>
        </a:defRPr>
      </a:lvl1pPr>
      <a:lvl2pPr marL="182563" indent="-176213" algn="l" defTabSz="914400" rtl="0" eaLnBrk="1" latinLnBrk="0" hangingPunct="1">
        <a:lnSpc>
          <a:spcPct val="90000"/>
        </a:lnSpc>
        <a:spcBef>
          <a:spcPts val="0"/>
        </a:spcBef>
        <a:buFont typeface="Arial" panose="020B0604020202020204" pitchFamily="34" charset="0"/>
        <a:buChar char="•"/>
        <a:defRPr sz="1400" b="0" kern="1200">
          <a:solidFill>
            <a:schemeClr val="tx1"/>
          </a:solidFill>
          <a:latin typeface="+mn-lt"/>
          <a:ea typeface="+mn-ea"/>
          <a:cs typeface="+mn-cs"/>
        </a:defRPr>
      </a:lvl2pPr>
      <a:lvl3pPr marL="355600" indent="-182563" algn="l" defTabSz="914400" rtl="0" eaLnBrk="1" latinLnBrk="0" hangingPunct="1">
        <a:lnSpc>
          <a:spcPct val="90000"/>
        </a:lnSpc>
        <a:spcBef>
          <a:spcPts val="0"/>
        </a:spcBef>
        <a:buFont typeface="Arial" panose="020B0604020202020204" pitchFamily="34" charset="0"/>
        <a:buChar char="•"/>
        <a:defRPr sz="1400" b="0" kern="1200">
          <a:solidFill>
            <a:schemeClr val="tx1"/>
          </a:solidFill>
          <a:latin typeface="+mn-lt"/>
          <a:ea typeface="+mn-ea"/>
          <a:cs typeface="+mn-cs"/>
        </a:defRPr>
      </a:lvl3pPr>
      <a:lvl4pPr marL="538163" indent="-174625" algn="l" defTabSz="914400" rtl="0" eaLnBrk="1" latinLnBrk="0" hangingPunct="1">
        <a:lnSpc>
          <a:spcPct val="90000"/>
        </a:lnSpc>
        <a:spcBef>
          <a:spcPts val="0"/>
        </a:spcBef>
        <a:buFont typeface="Arial" panose="020B0604020202020204" pitchFamily="34" charset="0"/>
        <a:buChar char="•"/>
        <a:defRPr sz="1400" b="0" kern="1200">
          <a:solidFill>
            <a:schemeClr val="tx1"/>
          </a:solidFill>
          <a:latin typeface="+mn-lt"/>
          <a:ea typeface="+mn-ea"/>
          <a:cs typeface="+mn-cs"/>
        </a:defRPr>
      </a:lvl4pPr>
      <a:lvl5pPr marL="720725" indent="-182563" algn="l" defTabSz="914400" rtl="0" eaLnBrk="1" latinLnBrk="0" hangingPunct="1">
        <a:lnSpc>
          <a:spcPct val="90000"/>
        </a:lnSpc>
        <a:spcBef>
          <a:spcPts val="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userDrawn="1">
          <p15:clr>
            <a:srgbClr val="A4A3A4"/>
          </p15:clr>
        </p15:guide>
        <p15:guide id="2" pos="222" userDrawn="1">
          <p15:clr>
            <a:srgbClr val="A4A3A4"/>
          </p15:clr>
        </p15:guide>
        <p15:guide id="3" pos="7458" userDrawn="1">
          <p15:clr>
            <a:srgbClr val="A4A3A4"/>
          </p15:clr>
        </p15:guide>
        <p15:guide id="4" pos="3216" userDrawn="1">
          <p15:clr>
            <a:srgbClr val="A4A3A4"/>
          </p15:clr>
        </p15:guide>
        <p15:guide id="5" pos="4464" userDrawn="1">
          <p15:clr>
            <a:srgbClr val="A4A3A4"/>
          </p15:clr>
        </p15:guide>
        <p15:guide id="6" pos="2966" userDrawn="1">
          <p15:clr>
            <a:srgbClr val="A4A3A4"/>
          </p15:clr>
        </p15:guide>
        <p15:guide id="7" pos="4714" userDrawn="1">
          <p15:clr>
            <a:srgbClr val="A4A3A4"/>
          </p15:clr>
        </p15:guide>
        <p15:guide id="9" pos="1720" userDrawn="1">
          <p15:clr>
            <a:srgbClr val="A4A3A4"/>
          </p15:clr>
        </p15:guide>
        <p15:guide id="10" pos="5960" userDrawn="1">
          <p15:clr>
            <a:srgbClr val="A4A3A4"/>
          </p15:clr>
        </p15:guide>
        <p15:guide id="11" pos="6210" userDrawn="1">
          <p15:clr>
            <a:srgbClr val="A4A3A4"/>
          </p15:clr>
        </p15:guide>
        <p15:guide id="12" pos="1470" userDrawn="1">
          <p15:clr>
            <a:srgbClr val="A4A3A4"/>
          </p15:clr>
        </p15:guide>
        <p15:guide id="13" orient="horz" pos="3725"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6.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F876DB-A14E-B1BA-9DE3-E2270A9A9693}"/>
              </a:ext>
            </a:extLst>
          </p:cNvPr>
          <p:cNvSpPr>
            <a:spLocks noGrp="1"/>
          </p:cNvSpPr>
          <p:nvPr>
            <p:ph type="ctrTitle"/>
          </p:nvPr>
        </p:nvSpPr>
        <p:spPr>
          <a:xfrm>
            <a:off x="352425" y="1600200"/>
            <a:ext cx="5380465" cy="1755250"/>
          </a:xfrm>
        </p:spPr>
        <p:txBody>
          <a:bodyPr/>
          <a:lstStyle/>
          <a:p>
            <a:r>
              <a:rPr lang="fr-FR" sz="4400" noProof="0" dirty="0"/>
              <a:t>PLAN DE DEVELOPPEMENT INDIVIDUEL</a:t>
            </a:r>
          </a:p>
        </p:txBody>
      </p:sp>
      <p:sp>
        <p:nvSpPr>
          <p:cNvPr id="3" name="Untertitel 2">
            <a:extLst>
              <a:ext uri="{FF2B5EF4-FFF2-40B4-BE49-F238E27FC236}">
                <a16:creationId xmlns:a16="http://schemas.microsoft.com/office/drawing/2014/main" id="{8FA4C429-B4D3-5B80-6871-81092322D621}"/>
              </a:ext>
            </a:extLst>
          </p:cNvPr>
          <p:cNvSpPr>
            <a:spLocks noGrp="1"/>
          </p:cNvSpPr>
          <p:nvPr>
            <p:ph type="subTitle" idx="1"/>
          </p:nvPr>
        </p:nvSpPr>
        <p:spPr/>
        <p:txBody>
          <a:bodyPr/>
          <a:lstStyle/>
          <a:p>
            <a:r>
              <a:rPr lang="fr-FR" noProof="0" dirty="0"/>
              <a:t>Sous-titre de la présentation</a:t>
            </a:r>
          </a:p>
        </p:txBody>
      </p:sp>
    </p:spTree>
    <p:extLst>
      <p:ext uri="{BB962C8B-B14F-4D97-AF65-F5344CB8AC3E}">
        <p14:creationId xmlns:p14="http://schemas.microsoft.com/office/powerpoint/2010/main" val="1385893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Visage humain, habits, sourire, capture d’écran&#10;&#10;Le contenu généré par l’IA peut être incorrect.">
            <a:extLst>
              <a:ext uri="{FF2B5EF4-FFF2-40B4-BE49-F238E27FC236}">
                <a16:creationId xmlns:a16="http://schemas.microsoft.com/office/drawing/2014/main" id="{73DD606F-BDD9-004A-B471-9398659B4ECC}"/>
              </a:ext>
            </a:extLst>
          </p:cNvPr>
          <p:cNvPicPr>
            <a:picLocks noChangeAspect="1"/>
          </p:cNvPicPr>
          <p:nvPr/>
        </p:nvPicPr>
        <p:blipFill>
          <a:blip r:embed="rId2">
            <a:extLst>
              <a:ext uri="{28A0092B-C50C-407E-A947-70E740481C1C}">
                <a14:useLocalDpi xmlns:a14="http://schemas.microsoft.com/office/drawing/2010/main" val="0"/>
              </a:ext>
            </a:extLst>
          </a:blip>
          <a:srcRect l="27281" t="14807" r="26378" b="17167"/>
          <a:stretch>
            <a:fillRect/>
          </a:stretch>
        </p:blipFill>
        <p:spPr>
          <a:xfrm>
            <a:off x="146498" y="0"/>
            <a:ext cx="1931329" cy="2800406"/>
          </a:xfrm>
          <a:prstGeom prst="rect">
            <a:avLst/>
          </a:prstGeom>
        </p:spPr>
      </p:pic>
      <p:sp>
        <p:nvSpPr>
          <p:cNvPr id="6" name="Title 7">
            <a:extLst>
              <a:ext uri="{FF2B5EF4-FFF2-40B4-BE49-F238E27FC236}">
                <a16:creationId xmlns:a16="http://schemas.microsoft.com/office/drawing/2014/main" id="{318E6845-C47F-F898-57FD-288C3C9C67C4}"/>
              </a:ext>
            </a:extLst>
          </p:cNvPr>
          <p:cNvSpPr txBox="1">
            <a:spLocks/>
          </p:cNvSpPr>
          <p:nvPr/>
        </p:nvSpPr>
        <p:spPr>
          <a:xfrm>
            <a:off x="146498" y="2443886"/>
            <a:ext cx="3018121" cy="14903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marL="0" marR="0" indent="0" algn="l" defTabSz="914400" rtl="0" latinLnBrk="0">
              <a:lnSpc>
                <a:spcPct val="90000"/>
              </a:lnSpc>
              <a:spcBef>
                <a:spcPts val="0"/>
              </a:spcBef>
              <a:spcAft>
                <a:spcPts val="0"/>
              </a:spcAft>
              <a:buClrTx/>
              <a:buSzTx/>
              <a:buFontTx/>
              <a:buNone/>
              <a:tabLst/>
              <a:defRPr sz="3600" b="0" i="0" u="none" strike="noStrike" cap="all" spc="0" baseline="0">
                <a:gradFill flip="none" rotWithShape="1">
                  <a:gsLst>
                    <a:gs pos="38000">
                      <a:schemeClr val="accent5">
                        <a:lumOff val="44000"/>
                      </a:schemeClr>
                    </a:gs>
                    <a:gs pos="100000">
                      <a:schemeClr val="accent5">
                        <a:lumOff val="44000"/>
                        <a:alpha val="23000"/>
                      </a:schemeClr>
                    </a:gs>
                  </a:gsLst>
                  <a:lin ang="8100000" scaled="0"/>
                </a:gradFill>
                <a:uFillTx/>
                <a:latin typeface="Eurostile LT W04 Bold Ext 2"/>
                <a:ea typeface="Eurostile LT W04 Bold Ext 2"/>
                <a:cs typeface="Eurostile LT W04 Bold Ext 2"/>
                <a:sym typeface="Eurostile LT W04 Bold Ext 2"/>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9pPr>
          </a:lstStyle>
          <a:p>
            <a:pPr defTabSz="859536" hangingPunct="1">
              <a:defRPr sz="3384"/>
            </a:pPr>
            <a:r>
              <a:rPr lang="fr-FR" sz="3200" dirty="0">
                <a:latin typeface="+mj-lt"/>
              </a:rPr>
              <a:t>NOM PRENOM</a:t>
            </a:r>
          </a:p>
        </p:txBody>
      </p:sp>
      <p:sp>
        <p:nvSpPr>
          <p:cNvPr id="9" name="Title 7">
            <a:extLst>
              <a:ext uri="{FF2B5EF4-FFF2-40B4-BE49-F238E27FC236}">
                <a16:creationId xmlns:a16="http://schemas.microsoft.com/office/drawing/2014/main" id="{22E094A7-31E5-824E-6A2E-61AE8FD46235}"/>
              </a:ext>
            </a:extLst>
          </p:cNvPr>
          <p:cNvSpPr txBox="1">
            <a:spLocks/>
          </p:cNvSpPr>
          <p:nvPr/>
        </p:nvSpPr>
        <p:spPr>
          <a:xfrm>
            <a:off x="146498" y="3980936"/>
            <a:ext cx="2300255" cy="5998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marL="0" marR="0" indent="0" algn="l" defTabSz="914400" rtl="0" latinLnBrk="0">
              <a:lnSpc>
                <a:spcPct val="90000"/>
              </a:lnSpc>
              <a:spcBef>
                <a:spcPts val="0"/>
              </a:spcBef>
              <a:spcAft>
                <a:spcPts val="0"/>
              </a:spcAft>
              <a:buClrTx/>
              <a:buSzTx/>
              <a:buFontTx/>
              <a:buNone/>
              <a:tabLst/>
              <a:defRPr sz="3600" b="0" i="0" u="none" strike="noStrike" cap="all" spc="0" baseline="0">
                <a:gradFill flip="none" rotWithShape="1">
                  <a:gsLst>
                    <a:gs pos="38000">
                      <a:schemeClr val="accent5">
                        <a:lumOff val="44000"/>
                      </a:schemeClr>
                    </a:gs>
                    <a:gs pos="100000">
                      <a:schemeClr val="accent5">
                        <a:lumOff val="44000"/>
                        <a:alpha val="23000"/>
                      </a:schemeClr>
                    </a:gs>
                  </a:gsLst>
                  <a:lin ang="8100000" scaled="0"/>
                </a:gradFill>
                <a:uFillTx/>
                <a:latin typeface="Eurostile LT W04 Bold Ext 2"/>
                <a:ea typeface="Eurostile LT W04 Bold Ext 2"/>
                <a:cs typeface="Eurostile LT W04 Bold Ext 2"/>
                <a:sym typeface="Eurostile LT W04 Bold Ext 2"/>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9pPr>
          </a:lstStyle>
          <a:p>
            <a:pPr defTabSz="859536" hangingPunct="1">
              <a:defRPr sz="3384"/>
            </a:pPr>
            <a:r>
              <a:rPr lang="fr-FR" sz="1800" dirty="0">
                <a:latin typeface="+mj-lt"/>
              </a:rPr>
              <a:t>POSTE</a:t>
            </a:r>
          </a:p>
        </p:txBody>
      </p:sp>
      <p:sp>
        <p:nvSpPr>
          <p:cNvPr id="10" name="Title 7">
            <a:extLst>
              <a:ext uri="{FF2B5EF4-FFF2-40B4-BE49-F238E27FC236}">
                <a16:creationId xmlns:a16="http://schemas.microsoft.com/office/drawing/2014/main" id="{8977958C-FE0D-70AB-9932-8D18E6B54467}"/>
              </a:ext>
            </a:extLst>
          </p:cNvPr>
          <p:cNvSpPr txBox="1">
            <a:spLocks/>
          </p:cNvSpPr>
          <p:nvPr/>
        </p:nvSpPr>
        <p:spPr>
          <a:xfrm>
            <a:off x="146498" y="3550936"/>
            <a:ext cx="2473964" cy="4958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marL="0" marR="0" indent="0" algn="l" defTabSz="914400" rtl="0" latinLnBrk="0">
              <a:lnSpc>
                <a:spcPct val="90000"/>
              </a:lnSpc>
              <a:spcBef>
                <a:spcPts val="0"/>
              </a:spcBef>
              <a:spcAft>
                <a:spcPts val="0"/>
              </a:spcAft>
              <a:buClrTx/>
              <a:buSzTx/>
              <a:buFontTx/>
              <a:buNone/>
              <a:tabLst/>
              <a:defRPr sz="3600" b="0" i="0" u="none" strike="noStrike" cap="all" spc="0" baseline="0">
                <a:gradFill flip="none" rotWithShape="1">
                  <a:gsLst>
                    <a:gs pos="38000">
                      <a:schemeClr val="accent5">
                        <a:lumOff val="44000"/>
                      </a:schemeClr>
                    </a:gs>
                    <a:gs pos="100000">
                      <a:schemeClr val="accent5">
                        <a:lumOff val="44000"/>
                        <a:alpha val="23000"/>
                      </a:schemeClr>
                    </a:gs>
                  </a:gsLst>
                  <a:lin ang="8100000" scaled="0"/>
                </a:gradFill>
                <a:uFillTx/>
                <a:latin typeface="Eurostile LT W04 Bold Ext 2"/>
                <a:ea typeface="Eurostile LT W04 Bold Ext 2"/>
                <a:cs typeface="Eurostile LT W04 Bold Ext 2"/>
                <a:sym typeface="Eurostile LT W04 Bold Ext 2"/>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9pPr>
          </a:lstStyle>
          <a:p>
            <a:pPr defTabSz="859536" hangingPunct="1">
              <a:defRPr sz="3384"/>
            </a:pPr>
            <a:r>
              <a:rPr lang="fr-FR" sz="1800" dirty="0">
                <a:latin typeface="+mj-lt"/>
              </a:rPr>
              <a:t>Date de naissance</a:t>
            </a:r>
          </a:p>
        </p:txBody>
      </p:sp>
      <p:sp>
        <p:nvSpPr>
          <p:cNvPr id="11" name="Title 7">
            <a:extLst>
              <a:ext uri="{FF2B5EF4-FFF2-40B4-BE49-F238E27FC236}">
                <a16:creationId xmlns:a16="http://schemas.microsoft.com/office/drawing/2014/main" id="{30F6A4F1-77AB-7B35-A4A1-64DF8C0BB944}"/>
              </a:ext>
            </a:extLst>
          </p:cNvPr>
          <p:cNvSpPr txBox="1">
            <a:spLocks/>
          </p:cNvSpPr>
          <p:nvPr/>
        </p:nvSpPr>
        <p:spPr>
          <a:xfrm>
            <a:off x="146498" y="4504368"/>
            <a:ext cx="2473964" cy="4958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marL="0" marR="0" indent="0" algn="l" defTabSz="914400" rtl="0" latinLnBrk="0">
              <a:lnSpc>
                <a:spcPct val="90000"/>
              </a:lnSpc>
              <a:spcBef>
                <a:spcPts val="0"/>
              </a:spcBef>
              <a:spcAft>
                <a:spcPts val="0"/>
              </a:spcAft>
              <a:buClrTx/>
              <a:buSzTx/>
              <a:buFontTx/>
              <a:buNone/>
              <a:tabLst/>
              <a:defRPr sz="3600" b="0" i="0" u="none" strike="noStrike" cap="all" spc="0" baseline="0">
                <a:gradFill flip="none" rotWithShape="1">
                  <a:gsLst>
                    <a:gs pos="38000">
                      <a:schemeClr val="accent5">
                        <a:lumOff val="44000"/>
                      </a:schemeClr>
                    </a:gs>
                    <a:gs pos="100000">
                      <a:schemeClr val="accent5">
                        <a:lumOff val="44000"/>
                        <a:alpha val="23000"/>
                      </a:schemeClr>
                    </a:gs>
                  </a:gsLst>
                  <a:lin ang="8100000" scaled="0"/>
                </a:gradFill>
                <a:uFillTx/>
                <a:latin typeface="Eurostile LT W04 Bold Ext 2"/>
                <a:ea typeface="Eurostile LT W04 Bold Ext 2"/>
                <a:cs typeface="Eurostile LT W04 Bold Ext 2"/>
                <a:sym typeface="Eurostile LT W04 Bold Ext 2"/>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9pPr>
          </a:lstStyle>
          <a:p>
            <a:pPr defTabSz="859536" hangingPunct="1">
              <a:defRPr sz="3384"/>
            </a:pPr>
            <a:r>
              <a:rPr lang="fr-FR" sz="1800" dirty="0">
                <a:latin typeface="+mj-lt"/>
              </a:rPr>
              <a:t>Pied préférentiel</a:t>
            </a:r>
          </a:p>
        </p:txBody>
      </p:sp>
      <p:sp>
        <p:nvSpPr>
          <p:cNvPr id="12" name="Title 7">
            <a:extLst>
              <a:ext uri="{FF2B5EF4-FFF2-40B4-BE49-F238E27FC236}">
                <a16:creationId xmlns:a16="http://schemas.microsoft.com/office/drawing/2014/main" id="{705C8B0C-E291-568F-A08D-F5C88432E8E8}"/>
              </a:ext>
            </a:extLst>
          </p:cNvPr>
          <p:cNvSpPr txBox="1">
            <a:spLocks/>
          </p:cNvSpPr>
          <p:nvPr/>
        </p:nvSpPr>
        <p:spPr>
          <a:xfrm>
            <a:off x="146498" y="4923805"/>
            <a:ext cx="2473964" cy="4958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marL="0" marR="0" indent="0" algn="l" defTabSz="914400" rtl="0" latinLnBrk="0">
              <a:lnSpc>
                <a:spcPct val="90000"/>
              </a:lnSpc>
              <a:spcBef>
                <a:spcPts val="0"/>
              </a:spcBef>
              <a:spcAft>
                <a:spcPts val="0"/>
              </a:spcAft>
              <a:buClrTx/>
              <a:buSzTx/>
              <a:buFontTx/>
              <a:buNone/>
              <a:tabLst/>
              <a:defRPr sz="3600" b="0" i="0" u="none" strike="noStrike" cap="all" spc="0" baseline="0">
                <a:gradFill flip="none" rotWithShape="1">
                  <a:gsLst>
                    <a:gs pos="38000">
                      <a:schemeClr val="accent5">
                        <a:lumOff val="44000"/>
                      </a:schemeClr>
                    </a:gs>
                    <a:gs pos="100000">
                      <a:schemeClr val="accent5">
                        <a:lumOff val="44000"/>
                        <a:alpha val="23000"/>
                      </a:schemeClr>
                    </a:gs>
                  </a:gsLst>
                  <a:lin ang="8100000" scaled="0"/>
                </a:gradFill>
                <a:uFillTx/>
                <a:latin typeface="Eurostile LT W04 Bold Ext 2"/>
                <a:ea typeface="Eurostile LT W04 Bold Ext 2"/>
                <a:cs typeface="Eurostile LT W04 Bold Ext 2"/>
                <a:sym typeface="Eurostile LT W04 Bold Ext 2"/>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9pPr>
          </a:lstStyle>
          <a:p>
            <a:pPr defTabSz="859536" hangingPunct="1">
              <a:defRPr sz="3384"/>
            </a:pPr>
            <a:r>
              <a:rPr lang="fr-FR" sz="1800" dirty="0">
                <a:latin typeface="+mj-lt"/>
              </a:rPr>
              <a:t>Taille</a:t>
            </a:r>
          </a:p>
        </p:txBody>
      </p:sp>
      <p:sp>
        <p:nvSpPr>
          <p:cNvPr id="13" name="Title 7">
            <a:extLst>
              <a:ext uri="{FF2B5EF4-FFF2-40B4-BE49-F238E27FC236}">
                <a16:creationId xmlns:a16="http://schemas.microsoft.com/office/drawing/2014/main" id="{65DA9C79-EED8-DD28-7CDF-468942D663DC}"/>
              </a:ext>
            </a:extLst>
          </p:cNvPr>
          <p:cNvSpPr txBox="1">
            <a:spLocks/>
          </p:cNvSpPr>
          <p:nvPr/>
        </p:nvSpPr>
        <p:spPr>
          <a:xfrm>
            <a:off x="146498" y="5343242"/>
            <a:ext cx="2473964" cy="4958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lvl1pPr marL="0" marR="0" indent="0" algn="l" defTabSz="914400" rtl="0" latinLnBrk="0">
              <a:lnSpc>
                <a:spcPct val="90000"/>
              </a:lnSpc>
              <a:spcBef>
                <a:spcPts val="0"/>
              </a:spcBef>
              <a:spcAft>
                <a:spcPts val="0"/>
              </a:spcAft>
              <a:buClrTx/>
              <a:buSzTx/>
              <a:buFontTx/>
              <a:buNone/>
              <a:tabLst/>
              <a:defRPr sz="3600" b="0" i="0" u="none" strike="noStrike" cap="all" spc="0" baseline="0">
                <a:gradFill flip="none" rotWithShape="1">
                  <a:gsLst>
                    <a:gs pos="38000">
                      <a:schemeClr val="accent5">
                        <a:lumOff val="44000"/>
                      </a:schemeClr>
                    </a:gs>
                    <a:gs pos="100000">
                      <a:schemeClr val="accent5">
                        <a:lumOff val="44000"/>
                        <a:alpha val="23000"/>
                      </a:schemeClr>
                    </a:gs>
                  </a:gsLst>
                  <a:lin ang="8100000" scaled="0"/>
                </a:gradFill>
                <a:uFillTx/>
                <a:latin typeface="Eurostile LT W04 Bold Ext 2"/>
                <a:ea typeface="Eurostile LT W04 Bold Ext 2"/>
                <a:cs typeface="Eurostile LT W04 Bold Ext 2"/>
                <a:sym typeface="Eurostile LT W04 Bold Ext 2"/>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chemeClr val="accent1"/>
                </a:solidFill>
                <a:uFillTx/>
                <a:latin typeface="DIN Pro Light"/>
                <a:ea typeface="DIN Pro Light"/>
                <a:cs typeface="DIN Pro Light"/>
                <a:sym typeface="DIN Pro Light"/>
              </a:defRPr>
            </a:lvl9pPr>
          </a:lstStyle>
          <a:p>
            <a:pPr defTabSz="859536" hangingPunct="1">
              <a:defRPr sz="3384"/>
            </a:pPr>
            <a:r>
              <a:rPr lang="fr-FR" sz="1800" dirty="0">
                <a:latin typeface="+mj-lt"/>
              </a:rPr>
              <a:t>POIDS</a:t>
            </a:r>
          </a:p>
        </p:txBody>
      </p:sp>
      <p:pic>
        <p:nvPicPr>
          <p:cNvPr id="14" name="Image 13">
            <a:extLst>
              <a:ext uri="{FF2B5EF4-FFF2-40B4-BE49-F238E27FC236}">
                <a16:creationId xmlns:a16="http://schemas.microsoft.com/office/drawing/2014/main" id="{F3934BF8-F738-AD4E-E78F-52F5ED946D6A}"/>
              </a:ext>
            </a:extLst>
          </p:cNvPr>
          <p:cNvPicPr>
            <a:picLocks noChangeAspect="1"/>
          </p:cNvPicPr>
          <p:nvPr/>
        </p:nvPicPr>
        <p:blipFill>
          <a:blip r:embed="rId3"/>
          <a:stretch>
            <a:fillRect/>
          </a:stretch>
        </p:blipFill>
        <p:spPr>
          <a:xfrm>
            <a:off x="3248751" y="318717"/>
            <a:ext cx="8734904" cy="5870709"/>
          </a:xfrm>
          <a:prstGeom prst="rect">
            <a:avLst/>
          </a:prstGeom>
        </p:spPr>
      </p:pic>
    </p:spTree>
    <p:extLst>
      <p:ext uri="{BB962C8B-B14F-4D97-AF65-F5344CB8AC3E}">
        <p14:creationId xmlns:p14="http://schemas.microsoft.com/office/powerpoint/2010/main" val="4273313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ounded Rectangle 38">
            <a:extLst>
              <a:ext uri="{FF2B5EF4-FFF2-40B4-BE49-F238E27FC236}">
                <a16:creationId xmlns:a16="http://schemas.microsoft.com/office/drawing/2014/main" id="{6515D72B-6AFE-ADD3-9E55-4B0735D29F0B}"/>
              </a:ext>
            </a:extLst>
          </p:cNvPr>
          <p:cNvSpPr/>
          <p:nvPr/>
        </p:nvSpPr>
        <p:spPr>
          <a:xfrm>
            <a:off x="207266" y="3801793"/>
            <a:ext cx="5303519" cy="877824"/>
          </a:xfrm>
          <a:prstGeom prst="roundRect">
            <a:avLst>
              <a:gd name="adj" fmla="val 11111"/>
            </a:avLst>
          </a:prstGeom>
          <a:solidFill>
            <a:srgbClr val="F2F6FB"/>
          </a:solidFill>
          <a:ln w="6350">
            <a:solidFill>
              <a:srgbClr val="CEDF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7" name="Rounded Rectangle 38">
            <a:extLst>
              <a:ext uri="{FF2B5EF4-FFF2-40B4-BE49-F238E27FC236}">
                <a16:creationId xmlns:a16="http://schemas.microsoft.com/office/drawing/2014/main" id="{47134F30-0AA6-C62C-4030-8B76455FC142}"/>
              </a:ext>
            </a:extLst>
          </p:cNvPr>
          <p:cNvSpPr/>
          <p:nvPr/>
        </p:nvSpPr>
        <p:spPr>
          <a:xfrm>
            <a:off x="228980" y="2838070"/>
            <a:ext cx="5303519" cy="877824"/>
          </a:xfrm>
          <a:prstGeom prst="roundRect">
            <a:avLst>
              <a:gd name="adj" fmla="val 11111"/>
            </a:avLst>
          </a:prstGeom>
          <a:solidFill>
            <a:srgbClr val="F2F6FB"/>
          </a:solidFill>
          <a:ln w="6350">
            <a:solidFill>
              <a:srgbClr val="CEDF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5" name="Rounded Rectangle 38">
            <a:extLst>
              <a:ext uri="{FF2B5EF4-FFF2-40B4-BE49-F238E27FC236}">
                <a16:creationId xmlns:a16="http://schemas.microsoft.com/office/drawing/2014/main" id="{6F9F49D1-1830-E366-1EA8-506E2E09A818}"/>
              </a:ext>
            </a:extLst>
          </p:cNvPr>
          <p:cNvSpPr/>
          <p:nvPr/>
        </p:nvSpPr>
        <p:spPr>
          <a:xfrm>
            <a:off x="243840" y="1862709"/>
            <a:ext cx="5303519" cy="878400"/>
          </a:xfrm>
          <a:prstGeom prst="roundRect">
            <a:avLst>
              <a:gd name="adj" fmla="val 11111"/>
            </a:avLst>
          </a:prstGeom>
          <a:solidFill>
            <a:srgbClr val="F2F6FB"/>
          </a:solidFill>
          <a:ln w="6350">
            <a:solidFill>
              <a:srgbClr val="CEDF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 name="Rectangle 1"/>
          <p:cNvSpPr/>
          <p:nvPr/>
        </p:nvSpPr>
        <p:spPr>
          <a:xfrm>
            <a:off x="0" y="0"/>
            <a:ext cx="12192000" cy="714929"/>
          </a:xfrm>
          <a:prstGeom prst="rect">
            <a:avLst/>
          </a:prstGeom>
          <a:solidFill>
            <a:srgbClr val="0B4A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2811433" y="-17741"/>
            <a:ext cx="6827520" cy="461665"/>
          </a:xfrm>
          <a:prstGeom prst="rect">
            <a:avLst/>
          </a:prstGeom>
          <a:noFill/>
        </p:spPr>
        <p:txBody>
          <a:bodyPr wrap="square">
            <a:spAutoFit/>
          </a:bodyPr>
          <a:lstStyle/>
          <a:p>
            <a:pPr algn="ctr"/>
            <a:r>
              <a:rPr lang="fr-FR" sz="2400" b="1" dirty="0">
                <a:solidFill>
                  <a:srgbClr val="FFFFFF"/>
                </a:solidFill>
              </a:rPr>
              <a:t>NOM - PRENOM</a:t>
            </a:r>
            <a:endParaRPr sz="2400" b="1" dirty="0">
              <a:solidFill>
                <a:srgbClr val="FFFFFF"/>
              </a:solidFill>
            </a:endParaRPr>
          </a:p>
        </p:txBody>
      </p:sp>
      <p:sp>
        <p:nvSpPr>
          <p:cNvPr id="11" name="TextBox 10"/>
          <p:cNvSpPr txBox="1"/>
          <p:nvPr/>
        </p:nvSpPr>
        <p:spPr>
          <a:xfrm>
            <a:off x="1188720" y="364854"/>
            <a:ext cx="3413760" cy="266676"/>
          </a:xfrm>
          <a:prstGeom prst="rect">
            <a:avLst/>
          </a:prstGeom>
          <a:noFill/>
        </p:spPr>
        <p:txBody>
          <a:bodyPr wrap="square">
            <a:spAutoFit/>
          </a:bodyPr>
          <a:lstStyle/>
          <a:p>
            <a:pPr algn="ctr"/>
            <a:r>
              <a:rPr lang="fr-FR" sz="1133" dirty="0">
                <a:solidFill>
                  <a:schemeClr val="bg1"/>
                </a:solidFill>
              </a:rPr>
              <a:t>Date de naissance</a:t>
            </a:r>
            <a:endParaRPr sz="1133" dirty="0">
              <a:solidFill>
                <a:schemeClr val="bg1"/>
              </a:solidFill>
            </a:endParaRPr>
          </a:p>
        </p:txBody>
      </p:sp>
      <p:sp>
        <p:nvSpPr>
          <p:cNvPr id="13" name="TextBox 12"/>
          <p:cNvSpPr txBox="1"/>
          <p:nvPr/>
        </p:nvSpPr>
        <p:spPr>
          <a:xfrm>
            <a:off x="4523231" y="364854"/>
            <a:ext cx="3413760" cy="266676"/>
          </a:xfrm>
          <a:prstGeom prst="rect">
            <a:avLst/>
          </a:prstGeom>
          <a:noFill/>
        </p:spPr>
        <p:txBody>
          <a:bodyPr wrap="square">
            <a:spAutoFit/>
          </a:bodyPr>
          <a:lstStyle/>
          <a:p>
            <a:pPr algn="ctr"/>
            <a:r>
              <a:rPr lang="fr-FR" sz="1133" dirty="0">
                <a:solidFill>
                  <a:schemeClr val="bg1"/>
                </a:solidFill>
              </a:rPr>
              <a:t>Poste</a:t>
            </a:r>
            <a:endParaRPr sz="1133" dirty="0">
              <a:solidFill>
                <a:schemeClr val="bg1"/>
              </a:solidFill>
            </a:endParaRPr>
          </a:p>
        </p:txBody>
      </p:sp>
      <p:sp>
        <p:nvSpPr>
          <p:cNvPr id="17" name="Rectangle 16"/>
          <p:cNvSpPr/>
          <p:nvPr/>
        </p:nvSpPr>
        <p:spPr>
          <a:xfrm>
            <a:off x="6116150" y="1823789"/>
            <a:ext cx="341374" cy="3877876"/>
          </a:xfrm>
          <a:prstGeom prst="rect">
            <a:avLst/>
          </a:prstGeom>
          <a:solidFill>
            <a:srgbClr val="0B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195073" y="775548"/>
            <a:ext cx="5303519" cy="359009"/>
          </a:xfrm>
          <a:prstGeom prst="rect">
            <a:avLst/>
          </a:prstGeom>
          <a:noFill/>
        </p:spPr>
        <p:txBody>
          <a:bodyPr wrap="square">
            <a:spAutoFit/>
          </a:bodyPr>
          <a:lstStyle/>
          <a:p>
            <a:pPr algn="l"/>
            <a:r>
              <a:rPr sz="1733" b="1" dirty="0">
                <a:solidFill>
                  <a:srgbClr val="0B4A89"/>
                </a:solidFill>
              </a:rPr>
              <a:t>❤  MES FORCES</a:t>
            </a:r>
          </a:p>
        </p:txBody>
      </p:sp>
      <p:sp>
        <p:nvSpPr>
          <p:cNvPr id="19" name="TextBox 18"/>
          <p:cNvSpPr txBox="1"/>
          <p:nvPr/>
        </p:nvSpPr>
        <p:spPr>
          <a:xfrm>
            <a:off x="195073" y="1159151"/>
            <a:ext cx="5303519" cy="246221"/>
          </a:xfrm>
          <a:prstGeom prst="rect">
            <a:avLst/>
          </a:prstGeom>
          <a:noFill/>
        </p:spPr>
        <p:txBody>
          <a:bodyPr wrap="square">
            <a:spAutoFit/>
          </a:bodyPr>
          <a:lstStyle/>
          <a:p>
            <a:pPr algn="l"/>
            <a:r>
              <a:rPr sz="1000" dirty="0">
                <a:solidFill>
                  <a:srgbClr val="5E6B82"/>
                </a:solidFill>
              </a:rPr>
              <a:t>JE FAIS LA DIFFÉRENCE EN MATCH</a:t>
            </a:r>
          </a:p>
        </p:txBody>
      </p:sp>
      <p:sp>
        <p:nvSpPr>
          <p:cNvPr id="20" name="Rounded Rectangle 19"/>
          <p:cNvSpPr/>
          <p:nvPr/>
        </p:nvSpPr>
        <p:spPr>
          <a:xfrm>
            <a:off x="243841" y="1451005"/>
            <a:ext cx="5303519" cy="331035"/>
          </a:xfrm>
          <a:prstGeom prst="roundRect">
            <a:avLst>
              <a:gd name="adj" fmla="val 5000"/>
            </a:avLst>
          </a:prstGeom>
          <a:ln/>
        </p:spPr>
        <p:style>
          <a:lnRef idx="1">
            <a:schemeClr val="accent2"/>
          </a:lnRef>
          <a:fillRef idx="3">
            <a:schemeClr val="accent2"/>
          </a:fillRef>
          <a:effectRef idx="2">
            <a:schemeClr val="accent2"/>
          </a:effectRef>
          <a:fontRef idx="minor">
            <a:schemeClr val="lt1"/>
          </a:fontRef>
        </p:style>
        <p:txBody>
          <a:bodyPr rtlCol="0" anchor="ctr"/>
          <a:lstStyle/>
          <a:p>
            <a:pPr algn="ctr"/>
            <a:endParaRPr sz="2400"/>
          </a:p>
        </p:txBody>
      </p:sp>
      <p:sp>
        <p:nvSpPr>
          <p:cNvPr id="21" name="TextBox 20"/>
          <p:cNvSpPr txBox="1"/>
          <p:nvPr/>
        </p:nvSpPr>
        <p:spPr>
          <a:xfrm>
            <a:off x="341376" y="1482666"/>
            <a:ext cx="5059679" cy="266676"/>
          </a:xfrm>
          <a:prstGeom prst="rect">
            <a:avLst/>
          </a:prstGeom>
          <a:noFill/>
        </p:spPr>
        <p:txBody>
          <a:bodyPr wrap="square">
            <a:spAutoFit/>
          </a:bodyPr>
          <a:lstStyle/>
          <a:p>
            <a:pPr algn="ctr"/>
            <a:r>
              <a:rPr sz="1133" i="1" dirty="0">
                <a:solidFill>
                  <a:schemeClr val="bg1"/>
                </a:solidFill>
              </a:rPr>
              <a:t>« Je suis un </a:t>
            </a:r>
            <a:r>
              <a:rPr sz="1133" i="1" dirty="0" err="1">
                <a:solidFill>
                  <a:schemeClr val="bg1"/>
                </a:solidFill>
              </a:rPr>
              <a:t>régulateur</a:t>
            </a:r>
            <a:r>
              <a:rPr sz="1133" i="1" dirty="0">
                <a:solidFill>
                  <a:schemeClr val="bg1"/>
                </a:solidFill>
              </a:rPr>
              <a:t> du jeu »</a:t>
            </a:r>
          </a:p>
        </p:txBody>
      </p:sp>
      <p:sp>
        <p:nvSpPr>
          <p:cNvPr id="23" name="TextBox 22"/>
          <p:cNvSpPr txBox="1"/>
          <p:nvPr/>
        </p:nvSpPr>
        <p:spPr>
          <a:xfrm>
            <a:off x="633984" y="1948054"/>
            <a:ext cx="3840480" cy="276999"/>
          </a:xfrm>
          <a:prstGeom prst="rect">
            <a:avLst/>
          </a:prstGeom>
          <a:noFill/>
        </p:spPr>
        <p:txBody>
          <a:bodyPr wrap="square">
            <a:spAutoFit/>
          </a:bodyPr>
          <a:lstStyle/>
          <a:p>
            <a:pPr algn="l"/>
            <a:r>
              <a:rPr sz="1200" b="1" dirty="0">
                <a:solidFill>
                  <a:srgbClr val="0B4A89"/>
                </a:solidFill>
              </a:rPr>
              <a:t>QI Football</a:t>
            </a:r>
          </a:p>
        </p:txBody>
      </p:sp>
      <p:sp>
        <p:nvSpPr>
          <p:cNvPr id="24" name="Rounded Rectangle 23"/>
          <p:cNvSpPr/>
          <p:nvPr/>
        </p:nvSpPr>
        <p:spPr>
          <a:xfrm>
            <a:off x="4406813" y="1960244"/>
            <a:ext cx="1036319" cy="268224"/>
          </a:xfrm>
          <a:prstGeom prst="roundRect">
            <a:avLst>
              <a:gd name="adj" fmla="val 36363"/>
            </a:avLst>
          </a:prstGeom>
          <a:solidFill>
            <a:srgbClr val="FFFFFF"/>
          </a:solidFill>
          <a:ln w="10160">
            <a:solidFill>
              <a:srgbClr val="0B6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TextBox 24"/>
          <p:cNvSpPr txBox="1"/>
          <p:nvPr/>
        </p:nvSpPr>
        <p:spPr>
          <a:xfrm>
            <a:off x="4406813" y="1972436"/>
            <a:ext cx="1036319" cy="246221"/>
          </a:xfrm>
          <a:prstGeom prst="rect">
            <a:avLst/>
          </a:prstGeom>
          <a:noFill/>
        </p:spPr>
        <p:txBody>
          <a:bodyPr wrap="square">
            <a:spAutoFit/>
          </a:bodyPr>
          <a:lstStyle/>
          <a:p>
            <a:pPr algn="ctr"/>
            <a:r>
              <a:rPr sz="1000" b="1" dirty="0">
                <a:solidFill>
                  <a:srgbClr val="0B4A89"/>
                </a:solidFill>
              </a:rPr>
              <a:t>DATA</a:t>
            </a:r>
          </a:p>
        </p:txBody>
      </p:sp>
      <p:sp>
        <p:nvSpPr>
          <p:cNvPr id="26" name="TextBox 25"/>
          <p:cNvSpPr txBox="1"/>
          <p:nvPr/>
        </p:nvSpPr>
        <p:spPr>
          <a:xfrm>
            <a:off x="682752" y="2204086"/>
            <a:ext cx="4608576" cy="246221"/>
          </a:xfrm>
          <a:prstGeom prst="rect">
            <a:avLst/>
          </a:prstGeom>
          <a:noFill/>
        </p:spPr>
        <p:txBody>
          <a:bodyPr wrap="square">
            <a:spAutoFit/>
          </a:bodyPr>
          <a:lstStyle/>
          <a:p>
            <a:pPr algn="l"/>
            <a:r>
              <a:rPr sz="1000" dirty="0">
                <a:solidFill>
                  <a:srgbClr val="0B4A89"/>
                </a:solidFill>
              </a:rPr>
              <a:t>↳  </a:t>
            </a:r>
            <a:r>
              <a:rPr sz="1000" dirty="0" err="1">
                <a:solidFill>
                  <a:srgbClr val="0B4A89"/>
                </a:solidFill>
              </a:rPr>
              <a:t>utliisation</a:t>
            </a:r>
            <a:r>
              <a:rPr sz="1000" dirty="0">
                <a:solidFill>
                  <a:srgbClr val="0B4A89"/>
                </a:solidFill>
              </a:rPr>
              <a:t> des </a:t>
            </a:r>
            <a:r>
              <a:rPr sz="1000" dirty="0" err="1">
                <a:solidFill>
                  <a:srgbClr val="0B4A89"/>
                </a:solidFill>
              </a:rPr>
              <a:t>carrées</a:t>
            </a:r>
            <a:r>
              <a:rPr sz="1000" dirty="0">
                <a:solidFill>
                  <a:srgbClr val="0B4A89"/>
                </a:solidFill>
              </a:rPr>
              <a:t>, compensation</a:t>
            </a:r>
          </a:p>
        </p:txBody>
      </p:sp>
      <p:sp>
        <p:nvSpPr>
          <p:cNvPr id="28" name="TextBox 27"/>
          <p:cNvSpPr txBox="1"/>
          <p:nvPr/>
        </p:nvSpPr>
        <p:spPr>
          <a:xfrm>
            <a:off x="610131" y="2962046"/>
            <a:ext cx="3840480" cy="276999"/>
          </a:xfrm>
          <a:prstGeom prst="rect">
            <a:avLst/>
          </a:prstGeom>
          <a:noFill/>
        </p:spPr>
        <p:txBody>
          <a:bodyPr wrap="square">
            <a:spAutoFit/>
          </a:bodyPr>
          <a:lstStyle/>
          <a:p>
            <a:pPr algn="l"/>
            <a:r>
              <a:rPr sz="1200" b="1" dirty="0" err="1">
                <a:solidFill>
                  <a:srgbClr val="0E1116"/>
                </a:solidFill>
              </a:rPr>
              <a:t>Qualié</a:t>
            </a:r>
            <a:r>
              <a:rPr sz="1200" b="1" dirty="0">
                <a:solidFill>
                  <a:srgbClr val="0E1116"/>
                </a:solidFill>
              </a:rPr>
              <a:t> et </a:t>
            </a:r>
            <a:r>
              <a:rPr sz="1200" b="1" dirty="0" err="1">
                <a:solidFill>
                  <a:srgbClr val="0E1116"/>
                </a:solidFill>
              </a:rPr>
              <a:t>intensité</a:t>
            </a:r>
            <a:r>
              <a:rPr sz="1200" b="1" dirty="0">
                <a:solidFill>
                  <a:srgbClr val="0E1116"/>
                </a:solidFill>
              </a:rPr>
              <a:t> de passe</a:t>
            </a:r>
          </a:p>
        </p:txBody>
      </p:sp>
      <p:sp>
        <p:nvSpPr>
          <p:cNvPr id="29" name="Rounded Rectangle 28"/>
          <p:cNvSpPr/>
          <p:nvPr/>
        </p:nvSpPr>
        <p:spPr>
          <a:xfrm>
            <a:off x="4402050" y="2958331"/>
            <a:ext cx="1045844" cy="268224"/>
          </a:xfrm>
          <a:prstGeom prst="roundRect">
            <a:avLst>
              <a:gd name="adj" fmla="val 36363"/>
            </a:avLst>
          </a:prstGeom>
          <a:solidFill>
            <a:srgbClr val="FFFFFF"/>
          </a:solidFill>
          <a:ln w="10160">
            <a:solidFill>
              <a:srgbClr val="0B6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p:cNvSpPr txBox="1"/>
          <p:nvPr/>
        </p:nvSpPr>
        <p:spPr>
          <a:xfrm>
            <a:off x="4402050" y="2986428"/>
            <a:ext cx="1045844" cy="246221"/>
          </a:xfrm>
          <a:prstGeom prst="rect">
            <a:avLst/>
          </a:prstGeom>
          <a:noFill/>
        </p:spPr>
        <p:txBody>
          <a:bodyPr wrap="square">
            <a:spAutoFit/>
          </a:bodyPr>
          <a:lstStyle/>
          <a:p>
            <a:pPr algn="ctr"/>
            <a:r>
              <a:rPr sz="1000" b="1" dirty="0">
                <a:solidFill>
                  <a:srgbClr val="0B61AC"/>
                </a:solidFill>
              </a:rPr>
              <a:t>DATA</a:t>
            </a:r>
          </a:p>
        </p:txBody>
      </p:sp>
      <p:sp>
        <p:nvSpPr>
          <p:cNvPr id="31" name="TextBox 30"/>
          <p:cNvSpPr txBox="1"/>
          <p:nvPr/>
        </p:nvSpPr>
        <p:spPr>
          <a:xfrm>
            <a:off x="658899" y="3218078"/>
            <a:ext cx="4608576" cy="246221"/>
          </a:xfrm>
          <a:prstGeom prst="rect">
            <a:avLst/>
          </a:prstGeom>
          <a:noFill/>
        </p:spPr>
        <p:txBody>
          <a:bodyPr wrap="square">
            <a:spAutoFit/>
          </a:bodyPr>
          <a:lstStyle/>
          <a:p>
            <a:pPr algn="l"/>
            <a:r>
              <a:rPr sz="1000" dirty="0">
                <a:solidFill>
                  <a:srgbClr val="5E6B82"/>
                </a:solidFill>
              </a:rPr>
              <a:t>↳  % passe </a:t>
            </a:r>
            <a:r>
              <a:rPr sz="1000" dirty="0" err="1">
                <a:solidFill>
                  <a:srgbClr val="5E6B82"/>
                </a:solidFill>
              </a:rPr>
              <a:t>reussies</a:t>
            </a:r>
            <a:r>
              <a:rPr sz="1000" dirty="0">
                <a:solidFill>
                  <a:srgbClr val="5E6B82"/>
                </a:solidFill>
              </a:rPr>
              <a:t>, % de jeu vers </a:t>
            </a:r>
            <a:r>
              <a:rPr sz="1000" dirty="0" err="1">
                <a:solidFill>
                  <a:srgbClr val="5E6B82"/>
                </a:solidFill>
              </a:rPr>
              <a:t>l'avant</a:t>
            </a:r>
            <a:endParaRPr sz="1000" dirty="0">
              <a:solidFill>
                <a:srgbClr val="5E6B82"/>
              </a:solidFill>
            </a:endParaRPr>
          </a:p>
        </p:txBody>
      </p:sp>
      <p:sp>
        <p:nvSpPr>
          <p:cNvPr id="33" name="TextBox 32"/>
          <p:cNvSpPr txBox="1"/>
          <p:nvPr/>
        </p:nvSpPr>
        <p:spPr>
          <a:xfrm>
            <a:off x="584556" y="4004689"/>
            <a:ext cx="3840480" cy="276999"/>
          </a:xfrm>
          <a:prstGeom prst="rect">
            <a:avLst/>
          </a:prstGeom>
          <a:noFill/>
        </p:spPr>
        <p:txBody>
          <a:bodyPr wrap="square">
            <a:spAutoFit/>
          </a:bodyPr>
          <a:lstStyle/>
          <a:p>
            <a:pPr algn="l"/>
            <a:r>
              <a:rPr sz="1200" b="1" dirty="0">
                <a:solidFill>
                  <a:srgbClr val="0E1116"/>
                </a:solidFill>
              </a:rPr>
              <a:t>Coup de pied </a:t>
            </a:r>
            <a:r>
              <a:rPr sz="1200" b="1" dirty="0" err="1">
                <a:solidFill>
                  <a:srgbClr val="0E1116"/>
                </a:solidFill>
              </a:rPr>
              <a:t>arrétés</a:t>
            </a:r>
            <a:endParaRPr sz="1200" b="1" dirty="0">
              <a:solidFill>
                <a:srgbClr val="0E1116"/>
              </a:solidFill>
            </a:endParaRPr>
          </a:p>
        </p:txBody>
      </p:sp>
      <p:sp>
        <p:nvSpPr>
          <p:cNvPr id="34" name="Rounded Rectangle 33"/>
          <p:cNvSpPr/>
          <p:nvPr/>
        </p:nvSpPr>
        <p:spPr>
          <a:xfrm>
            <a:off x="4406813" y="4007356"/>
            <a:ext cx="1036319" cy="268224"/>
          </a:xfrm>
          <a:prstGeom prst="roundRect">
            <a:avLst>
              <a:gd name="adj" fmla="val 36363"/>
            </a:avLst>
          </a:prstGeom>
          <a:solidFill>
            <a:srgbClr val="FFFFFF"/>
          </a:solidFill>
          <a:ln w="10160">
            <a:solidFill>
              <a:srgbClr val="0B6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TextBox 34"/>
          <p:cNvSpPr txBox="1"/>
          <p:nvPr/>
        </p:nvSpPr>
        <p:spPr>
          <a:xfrm>
            <a:off x="4414243" y="4029073"/>
            <a:ext cx="1021459" cy="246221"/>
          </a:xfrm>
          <a:prstGeom prst="rect">
            <a:avLst/>
          </a:prstGeom>
          <a:noFill/>
        </p:spPr>
        <p:txBody>
          <a:bodyPr wrap="square">
            <a:spAutoFit/>
          </a:bodyPr>
          <a:lstStyle/>
          <a:p>
            <a:pPr algn="ctr"/>
            <a:r>
              <a:rPr sz="1000" b="1" dirty="0">
                <a:solidFill>
                  <a:srgbClr val="0B61AC"/>
                </a:solidFill>
              </a:rPr>
              <a:t>DATA</a:t>
            </a:r>
          </a:p>
        </p:txBody>
      </p:sp>
      <p:sp>
        <p:nvSpPr>
          <p:cNvPr id="36" name="TextBox 35"/>
          <p:cNvSpPr txBox="1"/>
          <p:nvPr/>
        </p:nvSpPr>
        <p:spPr>
          <a:xfrm>
            <a:off x="633324" y="4260721"/>
            <a:ext cx="4608576" cy="246221"/>
          </a:xfrm>
          <a:prstGeom prst="rect">
            <a:avLst/>
          </a:prstGeom>
          <a:noFill/>
        </p:spPr>
        <p:txBody>
          <a:bodyPr wrap="square">
            <a:spAutoFit/>
          </a:bodyPr>
          <a:lstStyle/>
          <a:p>
            <a:pPr algn="l"/>
            <a:r>
              <a:rPr sz="1000" dirty="0">
                <a:solidFill>
                  <a:srgbClr val="5E6B82"/>
                </a:solidFill>
              </a:rPr>
              <a:t>↳  Buts sur CFD</a:t>
            </a:r>
          </a:p>
        </p:txBody>
      </p:sp>
      <p:sp>
        <p:nvSpPr>
          <p:cNvPr id="37" name="TextBox 36"/>
          <p:cNvSpPr txBox="1"/>
          <p:nvPr/>
        </p:nvSpPr>
        <p:spPr>
          <a:xfrm>
            <a:off x="6693408" y="775548"/>
            <a:ext cx="5303519" cy="359009"/>
          </a:xfrm>
          <a:prstGeom prst="rect">
            <a:avLst/>
          </a:prstGeom>
          <a:noFill/>
        </p:spPr>
        <p:txBody>
          <a:bodyPr wrap="square">
            <a:spAutoFit/>
          </a:bodyPr>
          <a:lstStyle/>
          <a:p>
            <a:pPr algn="r"/>
            <a:r>
              <a:rPr sz="1733" b="1" dirty="0">
                <a:solidFill>
                  <a:srgbClr val="0B61AC"/>
                </a:solidFill>
              </a:rPr>
              <a:t>AXES D'AMÉLIORATION</a:t>
            </a:r>
          </a:p>
        </p:txBody>
      </p:sp>
      <p:sp>
        <p:nvSpPr>
          <p:cNvPr id="38" name="TextBox 37"/>
          <p:cNvSpPr txBox="1"/>
          <p:nvPr/>
        </p:nvSpPr>
        <p:spPr>
          <a:xfrm>
            <a:off x="6644641" y="1159151"/>
            <a:ext cx="5303519" cy="246221"/>
          </a:xfrm>
          <a:prstGeom prst="rect">
            <a:avLst/>
          </a:prstGeom>
          <a:noFill/>
        </p:spPr>
        <p:txBody>
          <a:bodyPr wrap="square">
            <a:spAutoFit/>
          </a:bodyPr>
          <a:lstStyle/>
          <a:p>
            <a:pPr algn="r"/>
            <a:r>
              <a:rPr sz="1000" dirty="0">
                <a:solidFill>
                  <a:srgbClr val="5E6B82"/>
                </a:solidFill>
              </a:rPr>
              <a:t>TRAVAILLER INTELLIGEMMENT</a:t>
            </a:r>
          </a:p>
        </p:txBody>
      </p:sp>
      <p:sp>
        <p:nvSpPr>
          <p:cNvPr id="39" name="Rounded Rectangle 38"/>
          <p:cNvSpPr/>
          <p:nvPr/>
        </p:nvSpPr>
        <p:spPr>
          <a:xfrm>
            <a:off x="6644641" y="1862709"/>
            <a:ext cx="5303519" cy="877824"/>
          </a:xfrm>
          <a:prstGeom prst="roundRect">
            <a:avLst>
              <a:gd name="adj" fmla="val 11111"/>
            </a:avLst>
          </a:prstGeom>
          <a:solidFill>
            <a:srgbClr val="F2F6FB"/>
          </a:solidFill>
          <a:ln w="6350">
            <a:solidFill>
              <a:srgbClr val="CEDF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TextBox 39"/>
          <p:cNvSpPr txBox="1"/>
          <p:nvPr/>
        </p:nvSpPr>
        <p:spPr>
          <a:xfrm>
            <a:off x="6717792" y="1923669"/>
            <a:ext cx="365760" cy="297454"/>
          </a:xfrm>
          <a:prstGeom prst="rect">
            <a:avLst/>
          </a:prstGeom>
          <a:noFill/>
        </p:spPr>
        <p:txBody>
          <a:bodyPr wrap="square">
            <a:spAutoFit/>
          </a:bodyPr>
          <a:lstStyle/>
          <a:p>
            <a:pPr algn="l"/>
            <a:r>
              <a:rPr sz="1333" b="1" dirty="0">
                <a:solidFill>
                  <a:srgbClr val="0B61AC"/>
                </a:solidFill>
              </a:rPr>
              <a:t>A1</a:t>
            </a:r>
          </a:p>
        </p:txBody>
      </p:sp>
      <p:sp>
        <p:nvSpPr>
          <p:cNvPr id="41" name="TextBox 40"/>
          <p:cNvSpPr txBox="1"/>
          <p:nvPr/>
        </p:nvSpPr>
        <p:spPr>
          <a:xfrm>
            <a:off x="7107937" y="1923669"/>
            <a:ext cx="3377183" cy="287323"/>
          </a:xfrm>
          <a:prstGeom prst="rect">
            <a:avLst/>
          </a:prstGeom>
          <a:noFill/>
        </p:spPr>
        <p:txBody>
          <a:bodyPr wrap="square">
            <a:spAutoFit/>
          </a:bodyPr>
          <a:lstStyle/>
          <a:p>
            <a:pPr algn="l"/>
            <a:r>
              <a:rPr sz="1267" b="1">
                <a:solidFill>
                  <a:srgbClr val="0E1116"/>
                </a:solidFill>
              </a:rPr>
              <a:t>Avoir plus d'impact défensif</a:t>
            </a:r>
          </a:p>
        </p:txBody>
      </p:sp>
      <p:sp>
        <p:nvSpPr>
          <p:cNvPr id="42" name="Rounded Rectangle 41"/>
          <p:cNvSpPr/>
          <p:nvPr/>
        </p:nvSpPr>
        <p:spPr>
          <a:xfrm>
            <a:off x="10655808" y="1923668"/>
            <a:ext cx="1219200" cy="268224"/>
          </a:xfrm>
          <a:prstGeom prst="roundRect">
            <a:avLst>
              <a:gd name="adj" fmla="val 36363"/>
            </a:avLst>
          </a:prstGeom>
          <a:solidFill>
            <a:srgbClr val="FFFFFF"/>
          </a:solidFill>
          <a:ln w="10160">
            <a:solidFill>
              <a:srgbClr val="5E6B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TextBox 42"/>
          <p:cNvSpPr txBox="1"/>
          <p:nvPr/>
        </p:nvSpPr>
        <p:spPr>
          <a:xfrm>
            <a:off x="10655808" y="1935860"/>
            <a:ext cx="1219200" cy="246221"/>
          </a:xfrm>
          <a:prstGeom prst="rect">
            <a:avLst/>
          </a:prstGeom>
          <a:noFill/>
        </p:spPr>
        <p:txBody>
          <a:bodyPr wrap="square">
            <a:spAutoFit/>
          </a:bodyPr>
          <a:lstStyle/>
          <a:p>
            <a:pPr algn="ctr"/>
            <a:r>
              <a:rPr sz="1000" b="1">
                <a:solidFill>
                  <a:srgbClr val="5E6B82"/>
                </a:solidFill>
              </a:rPr>
              <a:t>À lancer</a:t>
            </a:r>
          </a:p>
        </p:txBody>
      </p:sp>
      <p:sp>
        <p:nvSpPr>
          <p:cNvPr id="44" name="TextBox 43"/>
          <p:cNvSpPr txBox="1"/>
          <p:nvPr/>
        </p:nvSpPr>
        <p:spPr>
          <a:xfrm>
            <a:off x="6717792" y="2228470"/>
            <a:ext cx="1158240" cy="235898"/>
          </a:xfrm>
          <a:prstGeom prst="rect">
            <a:avLst/>
          </a:prstGeom>
          <a:noFill/>
        </p:spPr>
        <p:txBody>
          <a:bodyPr wrap="square">
            <a:spAutoFit/>
          </a:bodyPr>
          <a:lstStyle/>
          <a:p>
            <a:pPr algn="l"/>
            <a:r>
              <a:rPr sz="933" b="1">
                <a:solidFill>
                  <a:srgbClr val="0B4A89"/>
                </a:solidFill>
              </a:rPr>
              <a:t>M'ENTRAÎNER</a:t>
            </a:r>
          </a:p>
        </p:txBody>
      </p:sp>
      <p:sp>
        <p:nvSpPr>
          <p:cNvPr id="45" name="TextBox 44"/>
          <p:cNvSpPr txBox="1"/>
          <p:nvPr/>
        </p:nvSpPr>
        <p:spPr>
          <a:xfrm>
            <a:off x="7888225" y="2228470"/>
            <a:ext cx="3986783" cy="246221"/>
          </a:xfrm>
          <a:prstGeom prst="rect">
            <a:avLst/>
          </a:prstGeom>
          <a:noFill/>
        </p:spPr>
        <p:txBody>
          <a:bodyPr wrap="square">
            <a:spAutoFit/>
          </a:bodyPr>
          <a:lstStyle/>
          <a:p>
            <a:pPr algn="l"/>
            <a:r>
              <a:rPr sz="1000">
                <a:solidFill>
                  <a:srgbClr val="0E1116"/>
                </a:solidFill>
              </a:rPr>
              <a:t>lire encore mieux le jeu et gagner des duels</a:t>
            </a:r>
          </a:p>
        </p:txBody>
      </p:sp>
      <p:sp>
        <p:nvSpPr>
          <p:cNvPr id="46" name="TextBox 45"/>
          <p:cNvSpPr txBox="1"/>
          <p:nvPr/>
        </p:nvSpPr>
        <p:spPr>
          <a:xfrm>
            <a:off x="6717792" y="2447926"/>
            <a:ext cx="1158240" cy="235898"/>
          </a:xfrm>
          <a:prstGeom prst="rect">
            <a:avLst/>
          </a:prstGeom>
          <a:noFill/>
        </p:spPr>
        <p:txBody>
          <a:bodyPr wrap="square">
            <a:spAutoFit/>
          </a:bodyPr>
          <a:lstStyle/>
          <a:p>
            <a:pPr algn="l"/>
            <a:r>
              <a:rPr sz="933" b="1">
                <a:solidFill>
                  <a:srgbClr val="3C81BD"/>
                </a:solidFill>
              </a:rPr>
              <a:t>PROGRESSER</a:t>
            </a:r>
          </a:p>
        </p:txBody>
      </p:sp>
      <p:sp>
        <p:nvSpPr>
          <p:cNvPr id="47" name="TextBox 46"/>
          <p:cNvSpPr txBox="1"/>
          <p:nvPr/>
        </p:nvSpPr>
        <p:spPr>
          <a:xfrm>
            <a:off x="7888225" y="2447926"/>
            <a:ext cx="3986783" cy="246221"/>
          </a:xfrm>
          <a:prstGeom prst="rect">
            <a:avLst/>
          </a:prstGeom>
          <a:noFill/>
        </p:spPr>
        <p:txBody>
          <a:bodyPr wrap="square">
            <a:spAutoFit/>
          </a:bodyPr>
          <a:lstStyle/>
          <a:p>
            <a:pPr algn="l"/>
            <a:r>
              <a:rPr sz="1000">
                <a:solidFill>
                  <a:srgbClr val="0E1116"/>
                </a:solidFill>
              </a:rPr>
              <a:t>nb interceptions, % duels gagnés</a:t>
            </a:r>
          </a:p>
        </p:txBody>
      </p:sp>
      <p:sp>
        <p:nvSpPr>
          <p:cNvPr id="48" name="Rounded Rectangle 47"/>
          <p:cNvSpPr/>
          <p:nvPr/>
        </p:nvSpPr>
        <p:spPr>
          <a:xfrm>
            <a:off x="6644641" y="2838069"/>
            <a:ext cx="5303519" cy="877824"/>
          </a:xfrm>
          <a:prstGeom prst="roundRect">
            <a:avLst>
              <a:gd name="adj" fmla="val 11111"/>
            </a:avLst>
          </a:prstGeom>
          <a:solidFill>
            <a:srgbClr val="F2F6FB"/>
          </a:solidFill>
          <a:ln w="6350">
            <a:solidFill>
              <a:srgbClr val="CEDF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TextBox 48"/>
          <p:cNvSpPr txBox="1"/>
          <p:nvPr/>
        </p:nvSpPr>
        <p:spPr>
          <a:xfrm>
            <a:off x="6717792" y="2899029"/>
            <a:ext cx="463296" cy="297454"/>
          </a:xfrm>
          <a:prstGeom prst="rect">
            <a:avLst/>
          </a:prstGeom>
          <a:noFill/>
        </p:spPr>
        <p:txBody>
          <a:bodyPr wrap="square">
            <a:spAutoFit/>
          </a:bodyPr>
          <a:lstStyle/>
          <a:p>
            <a:pPr algn="l"/>
            <a:r>
              <a:rPr sz="1333" b="1" dirty="0">
                <a:solidFill>
                  <a:srgbClr val="0B61AC"/>
                </a:solidFill>
              </a:rPr>
              <a:t>A2</a:t>
            </a:r>
          </a:p>
        </p:txBody>
      </p:sp>
      <p:sp>
        <p:nvSpPr>
          <p:cNvPr id="50" name="TextBox 49"/>
          <p:cNvSpPr txBox="1"/>
          <p:nvPr/>
        </p:nvSpPr>
        <p:spPr>
          <a:xfrm>
            <a:off x="7107937" y="2899028"/>
            <a:ext cx="3377183" cy="287323"/>
          </a:xfrm>
          <a:prstGeom prst="rect">
            <a:avLst/>
          </a:prstGeom>
          <a:noFill/>
        </p:spPr>
        <p:txBody>
          <a:bodyPr wrap="square">
            <a:spAutoFit/>
          </a:bodyPr>
          <a:lstStyle/>
          <a:p>
            <a:pPr algn="l"/>
            <a:r>
              <a:rPr sz="1267" b="1">
                <a:solidFill>
                  <a:srgbClr val="0E1116"/>
                </a:solidFill>
              </a:rPr>
              <a:t>Une capacité a changer de rythme</a:t>
            </a:r>
          </a:p>
        </p:txBody>
      </p:sp>
      <p:sp>
        <p:nvSpPr>
          <p:cNvPr id="51" name="Rounded Rectangle 50"/>
          <p:cNvSpPr/>
          <p:nvPr/>
        </p:nvSpPr>
        <p:spPr>
          <a:xfrm>
            <a:off x="10655808" y="2899028"/>
            <a:ext cx="1219200" cy="268224"/>
          </a:xfrm>
          <a:prstGeom prst="roundRect">
            <a:avLst>
              <a:gd name="adj" fmla="val 36363"/>
            </a:avLst>
          </a:prstGeom>
          <a:solidFill>
            <a:srgbClr val="FFFFFF"/>
          </a:solidFill>
          <a:ln w="10160">
            <a:solidFill>
              <a:srgbClr val="5E6B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10655808" y="2911220"/>
            <a:ext cx="1219200" cy="246221"/>
          </a:xfrm>
          <a:prstGeom prst="rect">
            <a:avLst/>
          </a:prstGeom>
          <a:noFill/>
        </p:spPr>
        <p:txBody>
          <a:bodyPr wrap="square">
            <a:spAutoFit/>
          </a:bodyPr>
          <a:lstStyle/>
          <a:p>
            <a:pPr algn="ctr"/>
            <a:r>
              <a:rPr sz="1000" b="1">
                <a:solidFill>
                  <a:srgbClr val="5E6B82"/>
                </a:solidFill>
              </a:rPr>
              <a:t>À lancer</a:t>
            </a:r>
          </a:p>
        </p:txBody>
      </p:sp>
      <p:sp>
        <p:nvSpPr>
          <p:cNvPr id="53" name="TextBox 52"/>
          <p:cNvSpPr txBox="1"/>
          <p:nvPr/>
        </p:nvSpPr>
        <p:spPr>
          <a:xfrm>
            <a:off x="6717792" y="3203828"/>
            <a:ext cx="1158240" cy="235898"/>
          </a:xfrm>
          <a:prstGeom prst="rect">
            <a:avLst/>
          </a:prstGeom>
          <a:noFill/>
        </p:spPr>
        <p:txBody>
          <a:bodyPr wrap="square">
            <a:spAutoFit/>
          </a:bodyPr>
          <a:lstStyle/>
          <a:p>
            <a:pPr algn="l"/>
            <a:r>
              <a:rPr sz="933" b="1">
                <a:solidFill>
                  <a:srgbClr val="0B4A89"/>
                </a:solidFill>
              </a:rPr>
              <a:t>M'ENTRAÎNER</a:t>
            </a:r>
          </a:p>
        </p:txBody>
      </p:sp>
      <p:sp>
        <p:nvSpPr>
          <p:cNvPr id="54" name="TextBox 53"/>
          <p:cNvSpPr txBox="1"/>
          <p:nvPr/>
        </p:nvSpPr>
        <p:spPr>
          <a:xfrm>
            <a:off x="7888225" y="3203828"/>
            <a:ext cx="3986783" cy="246221"/>
          </a:xfrm>
          <a:prstGeom prst="rect">
            <a:avLst/>
          </a:prstGeom>
          <a:noFill/>
        </p:spPr>
        <p:txBody>
          <a:bodyPr wrap="square">
            <a:spAutoFit/>
          </a:bodyPr>
          <a:lstStyle/>
          <a:p>
            <a:pPr algn="l"/>
            <a:r>
              <a:rPr sz="1000">
                <a:solidFill>
                  <a:srgbClr val="0E1116"/>
                </a:solidFill>
              </a:rPr>
              <a:t>Developper la puissance</a:t>
            </a:r>
          </a:p>
        </p:txBody>
      </p:sp>
      <p:sp>
        <p:nvSpPr>
          <p:cNvPr id="55" name="TextBox 54"/>
          <p:cNvSpPr txBox="1"/>
          <p:nvPr/>
        </p:nvSpPr>
        <p:spPr>
          <a:xfrm>
            <a:off x="6717792" y="3423286"/>
            <a:ext cx="1158240" cy="235898"/>
          </a:xfrm>
          <a:prstGeom prst="rect">
            <a:avLst/>
          </a:prstGeom>
          <a:noFill/>
        </p:spPr>
        <p:txBody>
          <a:bodyPr wrap="square">
            <a:spAutoFit/>
          </a:bodyPr>
          <a:lstStyle/>
          <a:p>
            <a:pPr algn="l"/>
            <a:r>
              <a:rPr sz="933" b="1">
                <a:solidFill>
                  <a:srgbClr val="3C81BD"/>
                </a:solidFill>
              </a:rPr>
              <a:t>PROGRESSER</a:t>
            </a:r>
          </a:p>
        </p:txBody>
      </p:sp>
      <p:sp>
        <p:nvSpPr>
          <p:cNvPr id="56" name="TextBox 55"/>
          <p:cNvSpPr txBox="1"/>
          <p:nvPr/>
        </p:nvSpPr>
        <p:spPr>
          <a:xfrm>
            <a:off x="7888225" y="3423286"/>
            <a:ext cx="3986783" cy="246221"/>
          </a:xfrm>
          <a:prstGeom prst="rect">
            <a:avLst/>
          </a:prstGeom>
          <a:noFill/>
        </p:spPr>
        <p:txBody>
          <a:bodyPr wrap="square">
            <a:spAutoFit/>
          </a:bodyPr>
          <a:lstStyle/>
          <a:p>
            <a:pPr algn="l"/>
            <a:r>
              <a:rPr sz="1000">
                <a:solidFill>
                  <a:srgbClr val="0E1116"/>
                </a:solidFill>
              </a:rPr>
              <a:t>Accélération maximal, Force max</a:t>
            </a:r>
          </a:p>
        </p:txBody>
      </p:sp>
      <p:sp>
        <p:nvSpPr>
          <p:cNvPr id="57" name="Rounded Rectangle 56"/>
          <p:cNvSpPr/>
          <p:nvPr/>
        </p:nvSpPr>
        <p:spPr>
          <a:xfrm>
            <a:off x="243841" y="4935107"/>
            <a:ext cx="5303519" cy="707136"/>
          </a:xfrm>
          <a:prstGeom prst="roundRect">
            <a:avLst>
              <a:gd name="adj" fmla="val 13793"/>
            </a:avLst>
          </a:prstGeom>
          <a:solidFill>
            <a:srgbClr val="FFFFFF"/>
          </a:solidFill>
          <a:ln w="10160">
            <a:solidFill>
              <a:srgbClr val="9DC0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0" name="TextBox 59"/>
          <p:cNvSpPr txBox="1"/>
          <p:nvPr/>
        </p:nvSpPr>
        <p:spPr>
          <a:xfrm>
            <a:off x="926593" y="4996067"/>
            <a:ext cx="4571999" cy="235898"/>
          </a:xfrm>
          <a:prstGeom prst="rect">
            <a:avLst/>
          </a:prstGeom>
          <a:noFill/>
        </p:spPr>
        <p:txBody>
          <a:bodyPr wrap="square">
            <a:spAutoFit/>
          </a:bodyPr>
          <a:lstStyle/>
          <a:p>
            <a:pPr algn="l"/>
            <a:r>
              <a:rPr sz="933">
                <a:solidFill>
                  <a:srgbClr val="5E6B82"/>
                </a:solidFill>
              </a:rPr>
              <a:t>UN JOUEUR QUI ME RESSEMBLE</a:t>
            </a:r>
          </a:p>
        </p:txBody>
      </p:sp>
      <p:sp>
        <p:nvSpPr>
          <p:cNvPr id="61" name="TextBox 60"/>
          <p:cNvSpPr txBox="1"/>
          <p:nvPr/>
        </p:nvSpPr>
        <p:spPr>
          <a:xfrm>
            <a:off x="926593" y="5178948"/>
            <a:ext cx="4571999" cy="307777"/>
          </a:xfrm>
          <a:prstGeom prst="rect">
            <a:avLst/>
          </a:prstGeom>
          <a:noFill/>
        </p:spPr>
        <p:txBody>
          <a:bodyPr wrap="square">
            <a:spAutoFit/>
          </a:bodyPr>
          <a:lstStyle/>
          <a:p>
            <a:pPr algn="l"/>
            <a:r>
              <a:rPr sz="1400" b="1">
                <a:solidFill>
                  <a:srgbClr val="0B4A89"/>
                </a:solidFill>
              </a:rPr>
              <a:t>Toni KROOS</a:t>
            </a:r>
          </a:p>
        </p:txBody>
      </p:sp>
      <p:sp>
        <p:nvSpPr>
          <p:cNvPr id="62" name="TextBox 61"/>
          <p:cNvSpPr txBox="1"/>
          <p:nvPr/>
        </p:nvSpPr>
        <p:spPr>
          <a:xfrm>
            <a:off x="926593" y="5410596"/>
            <a:ext cx="4571999" cy="256545"/>
          </a:xfrm>
          <a:prstGeom prst="rect">
            <a:avLst/>
          </a:prstGeom>
          <a:noFill/>
        </p:spPr>
        <p:txBody>
          <a:bodyPr wrap="square">
            <a:spAutoFit/>
          </a:bodyPr>
          <a:lstStyle/>
          <a:p>
            <a:pPr algn="l"/>
            <a:r>
              <a:rPr sz="1067">
                <a:solidFill>
                  <a:srgbClr val="0E1116"/>
                </a:solidFill>
              </a:rPr>
              <a:t>Sa qualité de passe</a:t>
            </a:r>
          </a:p>
        </p:txBody>
      </p:sp>
      <p:sp>
        <p:nvSpPr>
          <p:cNvPr id="63" name="Rounded Rectangle 62"/>
          <p:cNvSpPr/>
          <p:nvPr/>
        </p:nvSpPr>
        <p:spPr>
          <a:xfrm>
            <a:off x="6644641" y="4935107"/>
            <a:ext cx="5303519" cy="700718"/>
          </a:xfrm>
          <a:prstGeom prst="roundRect">
            <a:avLst>
              <a:gd name="adj" fmla="val 13793"/>
            </a:avLst>
          </a:prstGeom>
          <a:solidFill>
            <a:srgbClr val="0B4A89"/>
          </a:solidFill>
          <a:ln>
            <a:solidFill>
              <a:srgbClr val="0B4A8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4" name="TextBox 63"/>
          <p:cNvSpPr txBox="1"/>
          <p:nvPr/>
        </p:nvSpPr>
        <p:spPr>
          <a:xfrm>
            <a:off x="6742176" y="4984405"/>
            <a:ext cx="438912" cy="379656"/>
          </a:xfrm>
          <a:prstGeom prst="rect">
            <a:avLst/>
          </a:prstGeom>
          <a:noFill/>
        </p:spPr>
        <p:txBody>
          <a:bodyPr wrap="square">
            <a:spAutoFit/>
          </a:bodyPr>
          <a:lstStyle/>
          <a:p>
            <a:pPr algn="l"/>
            <a:r>
              <a:rPr sz="1867">
                <a:solidFill>
                  <a:srgbClr val="CEDFEE"/>
                </a:solidFill>
              </a:rPr>
              <a:t>❝</a:t>
            </a:r>
          </a:p>
        </p:txBody>
      </p:sp>
      <p:sp>
        <p:nvSpPr>
          <p:cNvPr id="65" name="TextBox 64"/>
          <p:cNvSpPr txBox="1"/>
          <p:nvPr/>
        </p:nvSpPr>
        <p:spPr>
          <a:xfrm>
            <a:off x="7205473" y="5043773"/>
            <a:ext cx="4669535" cy="235898"/>
          </a:xfrm>
          <a:prstGeom prst="rect">
            <a:avLst/>
          </a:prstGeom>
          <a:noFill/>
        </p:spPr>
        <p:txBody>
          <a:bodyPr wrap="square">
            <a:spAutoFit/>
          </a:bodyPr>
          <a:lstStyle/>
          <a:p>
            <a:pPr algn="l"/>
            <a:r>
              <a:rPr sz="933">
                <a:solidFill>
                  <a:srgbClr val="CEDFEE"/>
                </a:solidFill>
              </a:rPr>
              <a:t>ACTEUR DE SON PROJET</a:t>
            </a:r>
          </a:p>
        </p:txBody>
      </p:sp>
      <p:sp>
        <p:nvSpPr>
          <p:cNvPr id="66" name="TextBox 65"/>
          <p:cNvSpPr txBox="1"/>
          <p:nvPr/>
        </p:nvSpPr>
        <p:spPr>
          <a:xfrm>
            <a:off x="7205473" y="5179477"/>
            <a:ext cx="4669535" cy="276999"/>
          </a:xfrm>
          <a:prstGeom prst="rect">
            <a:avLst/>
          </a:prstGeom>
          <a:noFill/>
        </p:spPr>
        <p:txBody>
          <a:bodyPr wrap="square">
            <a:spAutoFit/>
          </a:bodyPr>
          <a:lstStyle/>
          <a:p>
            <a:pPr algn="l"/>
            <a:r>
              <a:rPr sz="1200" i="1" dirty="0">
                <a:solidFill>
                  <a:srgbClr val="FFFFFF"/>
                </a:solidFill>
              </a:rPr>
              <a:t>«  »</a:t>
            </a:r>
          </a:p>
        </p:txBody>
      </p:sp>
      <p:sp>
        <p:nvSpPr>
          <p:cNvPr id="71" name="Rectangle 70"/>
          <p:cNvSpPr/>
          <p:nvPr/>
        </p:nvSpPr>
        <p:spPr>
          <a:xfrm>
            <a:off x="6096000" y="5701665"/>
            <a:ext cx="6096000" cy="393151"/>
          </a:xfrm>
          <a:prstGeom prst="rect">
            <a:avLst/>
          </a:prstGeom>
          <a:solidFill>
            <a:srgbClr val="0B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0" name="Rectangle 69"/>
          <p:cNvSpPr/>
          <p:nvPr/>
        </p:nvSpPr>
        <p:spPr>
          <a:xfrm>
            <a:off x="-1" y="5711655"/>
            <a:ext cx="6113355" cy="383161"/>
          </a:xfrm>
          <a:prstGeom prst="rect">
            <a:avLst/>
          </a:prstGeom>
          <a:solidFill>
            <a:srgbClr val="0B4A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600" b="1" dirty="0">
                <a:solidFill>
                  <a:srgbClr val="FFFFFF"/>
                </a:solidFill>
              </a:rPr>
              <a:t>CROIS EN TON POTENTIEL</a:t>
            </a:r>
          </a:p>
        </p:txBody>
      </p:sp>
      <p:sp>
        <p:nvSpPr>
          <p:cNvPr id="73" name="TextBox 72"/>
          <p:cNvSpPr txBox="1"/>
          <p:nvPr/>
        </p:nvSpPr>
        <p:spPr>
          <a:xfrm>
            <a:off x="6113354" y="5747718"/>
            <a:ext cx="6078645" cy="338554"/>
          </a:xfrm>
          <a:prstGeom prst="rect">
            <a:avLst/>
          </a:prstGeom>
          <a:noFill/>
        </p:spPr>
        <p:txBody>
          <a:bodyPr wrap="square">
            <a:spAutoFit/>
          </a:bodyPr>
          <a:lstStyle/>
          <a:p>
            <a:pPr algn="ctr"/>
            <a:r>
              <a:rPr sz="1600" b="1" dirty="0">
                <a:solidFill>
                  <a:srgbClr val="FFFFFF"/>
                </a:solidFill>
              </a:rPr>
              <a:t>ENTRAÎNE TON POTENTIEL</a:t>
            </a:r>
          </a:p>
        </p:txBody>
      </p:sp>
      <p:sp>
        <p:nvSpPr>
          <p:cNvPr id="74" name="TextBox 12">
            <a:extLst>
              <a:ext uri="{FF2B5EF4-FFF2-40B4-BE49-F238E27FC236}">
                <a16:creationId xmlns:a16="http://schemas.microsoft.com/office/drawing/2014/main" id="{E29A9793-6931-C295-30F6-A387E3367FF4}"/>
              </a:ext>
            </a:extLst>
          </p:cNvPr>
          <p:cNvSpPr txBox="1"/>
          <p:nvPr/>
        </p:nvSpPr>
        <p:spPr>
          <a:xfrm>
            <a:off x="7851648" y="364854"/>
            <a:ext cx="3413760" cy="266676"/>
          </a:xfrm>
          <a:prstGeom prst="rect">
            <a:avLst/>
          </a:prstGeom>
          <a:noFill/>
        </p:spPr>
        <p:txBody>
          <a:bodyPr wrap="square">
            <a:spAutoFit/>
          </a:bodyPr>
          <a:lstStyle/>
          <a:p>
            <a:pPr algn="ctr"/>
            <a:r>
              <a:rPr lang="fr-FR" sz="1133" dirty="0">
                <a:solidFill>
                  <a:schemeClr val="bg1"/>
                </a:solidFill>
              </a:rPr>
              <a:t>Pied</a:t>
            </a:r>
            <a:endParaRPr sz="1133" dirty="0">
              <a:solidFill>
                <a:schemeClr val="bg1"/>
              </a:solidFill>
            </a:endParaRPr>
          </a:p>
        </p:txBody>
      </p:sp>
      <p:pic>
        <p:nvPicPr>
          <p:cNvPr id="75" name="Image 74" descr="Une image contenant Visage humain, habits, sourire, capture d’écran&#10;&#10;Le contenu généré par l’IA peut être incorrect.">
            <a:extLst>
              <a:ext uri="{FF2B5EF4-FFF2-40B4-BE49-F238E27FC236}">
                <a16:creationId xmlns:a16="http://schemas.microsoft.com/office/drawing/2014/main" id="{FEC28A9F-5D1A-80B2-2A6C-C91B590747E1}"/>
              </a:ext>
            </a:extLst>
          </p:cNvPr>
          <p:cNvPicPr>
            <a:picLocks noChangeAspect="1"/>
          </p:cNvPicPr>
          <p:nvPr/>
        </p:nvPicPr>
        <p:blipFill>
          <a:blip r:embed="rId2">
            <a:extLst>
              <a:ext uri="{28A0092B-C50C-407E-A947-70E740481C1C}">
                <a14:useLocalDpi xmlns:a14="http://schemas.microsoft.com/office/drawing/2010/main" val="0"/>
              </a:ext>
            </a:extLst>
          </a:blip>
          <a:srcRect l="27281" t="14807" r="26378" b="17167"/>
          <a:stretch>
            <a:fillRect/>
          </a:stretch>
        </p:blipFill>
        <p:spPr>
          <a:xfrm>
            <a:off x="5745468" y="714929"/>
            <a:ext cx="692584" cy="1004239"/>
          </a:xfrm>
          <a:prstGeom prst="rect">
            <a:avLst/>
          </a:prstGeom>
        </p:spPr>
      </p:pic>
      <p:sp>
        <p:nvSpPr>
          <p:cNvPr id="76" name="Rectangle 75">
            <a:extLst>
              <a:ext uri="{FF2B5EF4-FFF2-40B4-BE49-F238E27FC236}">
                <a16:creationId xmlns:a16="http://schemas.microsoft.com/office/drawing/2014/main" id="{F546A0C5-6EB6-5192-F78F-6E9DF8C5CB89}"/>
              </a:ext>
            </a:extLst>
          </p:cNvPr>
          <p:cNvSpPr/>
          <p:nvPr/>
        </p:nvSpPr>
        <p:spPr>
          <a:xfrm>
            <a:off x="5771980" y="1821500"/>
            <a:ext cx="341374" cy="3888843"/>
          </a:xfrm>
          <a:prstGeom prst="rect">
            <a:avLst/>
          </a:prstGeom>
          <a:solidFill>
            <a:srgbClr val="0B4A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p>
        </p:txBody>
      </p:sp>
      <p:sp>
        <p:nvSpPr>
          <p:cNvPr id="86" name="TextBox 39">
            <a:extLst>
              <a:ext uri="{FF2B5EF4-FFF2-40B4-BE49-F238E27FC236}">
                <a16:creationId xmlns:a16="http://schemas.microsoft.com/office/drawing/2014/main" id="{0539739A-0650-5768-52F9-786735A65188}"/>
              </a:ext>
            </a:extLst>
          </p:cNvPr>
          <p:cNvSpPr txBox="1"/>
          <p:nvPr/>
        </p:nvSpPr>
        <p:spPr>
          <a:xfrm>
            <a:off x="288417" y="1923669"/>
            <a:ext cx="365760" cy="297454"/>
          </a:xfrm>
          <a:prstGeom prst="rect">
            <a:avLst/>
          </a:prstGeom>
          <a:noFill/>
        </p:spPr>
        <p:txBody>
          <a:bodyPr wrap="square">
            <a:spAutoFit/>
          </a:bodyPr>
          <a:lstStyle/>
          <a:p>
            <a:pPr algn="l"/>
            <a:r>
              <a:rPr lang="fr-FR" sz="1333" b="1" dirty="0">
                <a:solidFill>
                  <a:srgbClr val="0B61AC"/>
                </a:solidFill>
              </a:rPr>
              <a:t>F</a:t>
            </a:r>
            <a:r>
              <a:rPr sz="1333" b="1" dirty="0">
                <a:solidFill>
                  <a:srgbClr val="0B61AC"/>
                </a:solidFill>
              </a:rPr>
              <a:t>1</a:t>
            </a:r>
          </a:p>
        </p:txBody>
      </p:sp>
      <p:sp>
        <p:nvSpPr>
          <p:cNvPr id="89" name="TextBox 39">
            <a:extLst>
              <a:ext uri="{FF2B5EF4-FFF2-40B4-BE49-F238E27FC236}">
                <a16:creationId xmlns:a16="http://schemas.microsoft.com/office/drawing/2014/main" id="{27C4E97F-D638-5BD9-5A00-1274EA03B2F3}"/>
              </a:ext>
            </a:extLst>
          </p:cNvPr>
          <p:cNvSpPr txBox="1"/>
          <p:nvPr/>
        </p:nvSpPr>
        <p:spPr>
          <a:xfrm>
            <a:off x="264564" y="2939947"/>
            <a:ext cx="435483" cy="297454"/>
          </a:xfrm>
          <a:prstGeom prst="rect">
            <a:avLst/>
          </a:prstGeom>
          <a:noFill/>
        </p:spPr>
        <p:txBody>
          <a:bodyPr wrap="square">
            <a:spAutoFit/>
          </a:bodyPr>
          <a:lstStyle/>
          <a:p>
            <a:pPr algn="l"/>
            <a:r>
              <a:rPr lang="fr-FR" sz="1333" b="1" dirty="0">
                <a:solidFill>
                  <a:srgbClr val="0B61AC"/>
                </a:solidFill>
              </a:rPr>
              <a:t>F2</a:t>
            </a:r>
            <a:endParaRPr sz="1333" b="1" dirty="0">
              <a:solidFill>
                <a:srgbClr val="0B61AC"/>
              </a:solidFill>
            </a:endParaRPr>
          </a:p>
        </p:txBody>
      </p:sp>
      <p:sp>
        <p:nvSpPr>
          <p:cNvPr id="91" name="TextBox 39">
            <a:extLst>
              <a:ext uri="{FF2B5EF4-FFF2-40B4-BE49-F238E27FC236}">
                <a16:creationId xmlns:a16="http://schemas.microsoft.com/office/drawing/2014/main" id="{D441232B-E5D0-E63D-C418-0626A54E01A7}"/>
              </a:ext>
            </a:extLst>
          </p:cNvPr>
          <p:cNvSpPr txBox="1"/>
          <p:nvPr/>
        </p:nvSpPr>
        <p:spPr>
          <a:xfrm>
            <a:off x="238989" y="3984878"/>
            <a:ext cx="435483" cy="297454"/>
          </a:xfrm>
          <a:prstGeom prst="rect">
            <a:avLst/>
          </a:prstGeom>
          <a:noFill/>
        </p:spPr>
        <p:txBody>
          <a:bodyPr wrap="square">
            <a:spAutoFit/>
          </a:bodyPr>
          <a:lstStyle/>
          <a:p>
            <a:pPr algn="l"/>
            <a:r>
              <a:rPr lang="fr-FR" sz="1333" b="1" dirty="0">
                <a:solidFill>
                  <a:srgbClr val="0B61AC"/>
                </a:solidFill>
              </a:rPr>
              <a:t>F3</a:t>
            </a:r>
            <a:endParaRPr sz="1333" b="1" dirty="0">
              <a:solidFill>
                <a:srgbClr val="0B61AC"/>
              </a:solidFill>
            </a:endParaRPr>
          </a:p>
        </p:txBody>
      </p:sp>
      <p:pic>
        <p:nvPicPr>
          <p:cNvPr id="92" name="Image 91">
            <a:extLst>
              <a:ext uri="{FF2B5EF4-FFF2-40B4-BE49-F238E27FC236}">
                <a16:creationId xmlns:a16="http://schemas.microsoft.com/office/drawing/2014/main" id="{C666DDD0-1676-BD54-AFFD-831F77532CE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79273" y="4952509"/>
            <a:ext cx="683316" cy="683316"/>
          </a:xfrm>
          <a:prstGeom prst="rect">
            <a:avLst/>
          </a:prstGeom>
        </p:spPr>
      </p:pic>
      <p:sp>
        <p:nvSpPr>
          <p:cNvPr id="3" name="Rounded Rectangle 47">
            <a:extLst>
              <a:ext uri="{FF2B5EF4-FFF2-40B4-BE49-F238E27FC236}">
                <a16:creationId xmlns:a16="http://schemas.microsoft.com/office/drawing/2014/main" id="{708FD697-0032-C4FF-5073-9BB04FDB09CC}"/>
              </a:ext>
            </a:extLst>
          </p:cNvPr>
          <p:cNvSpPr/>
          <p:nvPr/>
        </p:nvSpPr>
        <p:spPr>
          <a:xfrm>
            <a:off x="6661866" y="3801792"/>
            <a:ext cx="5303519" cy="877824"/>
          </a:xfrm>
          <a:prstGeom prst="roundRect">
            <a:avLst>
              <a:gd name="adj" fmla="val 11111"/>
            </a:avLst>
          </a:prstGeom>
          <a:solidFill>
            <a:srgbClr val="F2F6FB"/>
          </a:solidFill>
          <a:ln w="6350">
            <a:solidFill>
              <a:srgbClr val="CEDF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48">
            <a:extLst>
              <a:ext uri="{FF2B5EF4-FFF2-40B4-BE49-F238E27FC236}">
                <a16:creationId xmlns:a16="http://schemas.microsoft.com/office/drawing/2014/main" id="{66FE29F8-5630-87CE-6698-17129588A57A}"/>
              </a:ext>
            </a:extLst>
          </p:cNvPr>
          <p:cNvSpPr txBox="1"/>
          <p:nvPr/>
        </p:nvSpPr>
        <p:spPr>
          <a:xfrm>
            <a:off x="6735017" y="3862752"/>
            <a:ext cx="463296" cy="297454"/>
          </a:xfrm>
          <a:prstGeom prst="rect">
            <a:avLst/>
          </a:prstGeom>
          <a:noFill/>
        </p:spPr>
        <p:txBody>
          <a:bodyPr wrap="square">
            <a:spAutoFit/>
          </a:bodyPr>
          <a:lstStyle/>
          <a:p>
            <a:pPr algn="l"/>
            <a:r>
              <a:rPr sz="1333" b="1" dirty="0">
                <a:solidFill>
                  <a:srgbClr val="0B61AC"/>
                </a:solidFill>
              </a:rPr>
              <a:t>A2</a:t>
            </a:r>
          </a:p>
        </p:txBody>
      </p:sp>
      <p:sp>
        <p:nvSpPr>
          <p:cNvPr id="5" name="TextBox 49">
            <a:extLst>
              <a:ext uri="{FF2B5EF4-FFF2-40B4-BE49-F238E27FC236}">
                <a16:creationId xmlns:a16="http://schemas.microsoft.com/office/drawing/2014/main" id="{E1FC14C0-0487-0212-AF05-242ECBDBB79A}"/>
              </a:ext>
            </a:extLst>
          </p:cNvPr>
          <p:cNvSpPr txBox="1"/>
          <p:nvPr/>
        </p:nvSpPr>
        <p:spPr>
          <a:xfrm>
            <a:off x="7125162" y="3862751"/>
            <a:ext cx="3377183" cy="287323"/>
          </a:xfrm>
          <a:prstGeom prst="rect">
            <a:avLst/>
          </a:prstGeom>
          <a:noFill/>
        </p:spPr>
        <p:txBody>
          <a:bodyPr wrap="square">
            <a:spAutoFit/>
          </a:bodyPr>
          <a:lstStyle/>
          <a:p>
            <a:pPr algn="l"/>
            <a:r>
              <a:rPr sz="1267" b="1">
                <a:solidFill>
                  <a:srgbClr val="0E1116"/>
                </a:solidFill>
              </a:rPr>
              <a:t>Une capacité a changer de rythme</a:t>
            </a:r>
          </a:p>
        </p:txBody>
      </p:sp>
      <p:sp>
        <p:nvSpPr>
          <p:cNvPr id="6" name="Rounded Rectangle 50">
            <a:extLst>
              <a:ext uri="{FF2B5EF4-FFF2-40B4-BE49-F238E27FC236}">
                <a16:creationId xmlns:a16="http://schemas.microsoft.com/office/drawing/2014/main" id="{B2F53460-55E2-2B21-4536-F4327BEE563D}"/>
              </a:ext>
            </a:extLst>
          </p:cNvPr>
          <p:cNvSpPr/>
          <p:nvPr/>
        </p:nvSpPr>
        <p:spPr>
          <a:xfrm>
            <a:off x="10673033" y="3862751"/>
            <a:ext cx="1219200" cy="268224"/>
          </a:xfrm>
          <a:prstGeom prst="roundRect">
            <a:avLst>
              <a:gd name="adj" fmla="val 36363"/>
            </a:avLst>
          </a:prstGeom>
          <a:solidFill>
            <a:srgbClr val="FFFFFF"/>
          </a:solidFill>
          <a:ln w="10160">
            <a:solidFill>
              <a:srgbClr val="5E6B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51">
            <a:extLst>
              <a:ext uri="{FF2B5EF4-FFF2-40B4-BE49-F238E27FC236}">
                <a16:creationId xmlns:a16="http://schemas.microsoft.com/office/drawing/2014/main" id="{2ADB8F21-0A0F-842A-E159-7D69A580216E}"/>
              </a:ext>
            </a:extLst>
          </p:cNvPr>
          <p:cNvSpPr txBox="1"/>
          <p:nvPr/>
        </p:nvSpPr>
        <p:spPr>
          <a:xfrm>
            <a:off x="10673033" y="3874943"/>
            <a:ext cx="1219200" cy="246221"/>
          </a:xfrm>
          <a:prstGeom prst="rect">
            <a:avLst/>
          </a:prstGeom>
          <a:noFill/>
        </p:spPr>
        <p:txBody>
          <a:bodyPr wrap="square">
            <a:spAutoFit/>
          </a:bodyPr>
          <a:lstStyle/>
          <a:p>
            <a:pPr algn="ctr"/>
            <a:r>
              <a:rPr sz="1000" b="1">
                <a:solidFill>
                  <a:srgbClr val="5E6B82"/>
                </a:solidFill>
              </a:rPr>
              <a:t>À lancer</a:t>
            </a:r>
          </a:p>
        </p:txBody>
      </p:sp>
      <p:sp>
        <p:nvSpPr>
          <p:cNvPr id="9" name="TextBox 52">
            <a:extLst>
              <a:ext uri="{FF2B5EF4-FFF2-40B4-BE49-F238E27FC236}">
                <a16:creationId xmlns:a16="http://schemas.microsoft.com/office/drawing/2014/main" id="{AFA0A710-364F-5377-5120-A437A505D05A}"/>
              </a:ext>
            </a:extLst>
          </p:cNvPr>
          <p:cNvSpPr txBox="1"/>
          <p:nvPr/>
        </p:nvSpPr>
        <p:spPr>
          <a:xfrm>
            <a:off x="6735017" y="4167551"/>
            <a:ext cx="1158240" cy="235898"/>
          </a:xfrm>
          <a:prstGeom prst="rect">
            <a:avLst/>
          </a:prstGeom>
          <a:noFill/>
        </p:spPr>
        <p:txBody>
          <a:bodyPr wrap="square">
            <a:spAutoFit/>
          </a:bodyPr>
          <a:lstStyle/>
          <a:p>
            <a:pPr algn="l"/>
            <a:r>
              <a:rPr sz="933" b="1">
                <a:solidFill>
                  <a:srgbClr val="0B4A89"/>
                </a:solidFill>
              </a:rPr>
              <a:t>M'ENTRAÎNER</a:t>
            </a:r>
          </a:p>
        </p:txBody>
      </p:sp>
      <p:sp>
        <p:nvSpPr>
          <p:cNvPr id="10" name="TextBox 53">
            <a:extLst>
              <a:ext uri="{FF2B5EF4-FFF2-40B4-BE49-F238E27FC236}">
                <a16:creationId xmlns:a16="http://schemas.microsoft.com/office/drawing/2014/main" id="{475507EA-C487-9CE9-4C1E-414C09186341}"/>
              </a:ext>
            </a:extLst>
          </p:cNvPr>
          <p:cNvSpPr txBox="1"/>
          <p:nvPr/>
        </p:nvSpPr>
        <p:spPr>
          <a:xfrm>
            <a:off x="7905450" y="4167551"/>
            <a:ext cx="3986783" cy="246221"/>
          </a:xfrm>
          <a:prstGeom prst="rect">
            <a:avLst/>
          </a:prstGeom>
          <a:noFill/>
        </p:spPr>
        <p:txBody>
          <a:bodyPr wrap="square">
            <a:spAutoFit/>
          </a:bodyPr>
          <a:lstStyle/>
          <a:p>
            <a:pPr algn="l"/>
            <a:r>
              <a:rPr sz="1000">
                <a:solidFill>
                  <a:srgbClr val="0E1116"/>
                </a:solidFill>
              </a:rPr>
              <a:t>Developper la puissance</a:t>
            </a:r>
          </a:p>
        </p:txBody>
      </p:sp>
      <p:sp>
        <p:nvSpPr>
          <p:cNvPr id="12" name="TextBox 54">
            <a:extLst>
              <a:ext uri="{FF2B5EF4-FFF2-40B4-BE49-F238E27FC236}">
                <a16:creationId xmlns:a16="http://schemas.microsoft.com/office/drawing/2014/main" id="{A5026B91-94C2-B899-6E6A-D58ECA2EA4A0}"/>
              </a:ext>
            </a:extLst>
          </p:cNvPr>
          <p:cNvSpPr txBox="1"/>
          <p:nvPr/>
        </p:nvSpPr>
        <p:spPr>
          <a:xfrm>
            <a:off x="6735017" y="4387009"/>
            <a:ext cx="1158240" cy="235898"/>
          </a:xfrm>
          <a:prstGeom prst="rect">
            <a:avLst/>
          </a:prstGeom>
          <a:noFill/>
        </p:spPr>
        <p:txBody>
          <a:bodyPr wrap="square">
            <a:spAutoFit/>
          </a:bodyPr>
          <a:lstStyle/>
          <a:p>
            <a:pPr algn="l"/>
            <a:r>
              <a:rPr sz="933" b="1">
                <a:solidFill>
                  <a:srgbClr val="3C81BD"/>
                </a:solidFill>
              </a:rPr>
              <a:t>PROGRESSER</a:t>
            </a:r>
          </a:p>
        </p:txBody>
      </p:sp>
      <p:sp>
        <p:nvSpPr>
          <p:cNvPr id="14" name="TextBox 55">
            <a:extLst>
              <a:ext uri="{FF2B5EF4-FFF2-40B4-BE49-F238E27FC236}">
                <a16:creationId xmlns:a16="http://schemas.microsoft.com/office/drawing/2014/main" id="{10BCFC0F-C173-DE50-CACD-946CB9BE4B2D}"/>
              </a:ext>
            </a:extLst>
          </p:cNvPr>
          <p:cNvSpPr txBox="1"/>
          <p:nvPr/>
        </p:nvSpPr>
        <p:spPr>
          <a:xfrm>
            <a:off x="7905450" y="4387009"/>
            <a:ext cx="3986783" cy="246221"/>
          </a:xfrm>
          <a:prstGeom prst="rect">
            <a:avLst/>
          </a:prstGeom>
          <a:noFill/>
        </p:spPr>
        <p:txBody>
          <a:bodyPr wrap="square">
            <a:spAutoFit/>
          </a:bodyPr>
          <a:lstStyle/>
          <a:p>
            <a:pPr algn="l"/>
            <a:r>
              <a:rPr sz="1000">
                <a:solidFill>
                  <a:srgbClr val="0E1116"/>
                </a:solidFill>
              </a:rPr>
              <a:t>Accélération maximal, Force max</a:t>
            </a:r>
          </a:p>
        </p:txBody>
      </p:sp>
      <p:pic>
        <p:nvPicPr>
          <p:cNvPr id="16" name="Image 15" descr="Une image contenant Visage humain, habits, sourire, capture d’écran&#10;&#10;Le contenu généré par l’IA peut être incorrect.">
            <a:extLst>
              <a:ext uri="{FF2B5EF4-FFF2-40B4-BE49-F238E27FC236}">
                <a16:creationId xmlns:a16="http://schemas.microsoft.com/office/drawing/2014/main" id="{62A79F29-E13F-1E1C-C832-44EF5ABCFAE9}"/>
              </a:ext>
            </a:extLst>
          </p:cNvPr>
          <p:cNvPicPr>
            <a:picLocks noChangeAspect="1"/>
          </p:cNvPicPr>
          <p:nvPr/>
        </p:nvPicPr>
        <p:blipFill>
          <a:blip r:embed="rId2">
            <a:extLst>
              <a:ext uri="{28A0092B-C50C-407E-A947-70E740481C1C}">
                <a14:useLocalDpi xmlns:a14="http://schemas.microsoft.com/office/drawing/2010/main" val="0"/>
              </a:ext>
            </a:extLst>
          </a:blip>
          <a:srcRect l="27281" t="14807" r="26378" b="17167"/>
          <a:stretch>
            <a:fillRect/>
          </a:stretch>
        </p:blipFill>
        <p:spPr>
          <a:xfrm>
            <a:off x="258386" y="20666"/>
            <a:ext cx="450068" cy="65259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11597897-225A-A4AB-B822-234B08690095}"/>
              </a:ext>
            </a:extLst>
          </p:cNvPr>
          <p:cNvSpPr/>
          <p:nvPr/>
        </p:nvSpPr>
        <p:spPr>
          <a:xfrm>
            <a:off x="0" y="0"/>
            <a:ext cx="12192000" cy="714929"/>
          </a:xfrm>
          <a:prstGeom prst="rect">
            <a:avLst/>
          </a:prstGeom>
          <a:solidFill>
            <a:srgbClr val="0B4A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Rounded Rectangle 8"/>
          <p:cNvSpPr/>
          <p:nvPr/>
        </p:nvSpPr>
        <p:spPr>
          <a:xfrm>
            <a:off x="10753236" y="236720"/>
            <a:ext cx="1219200" cy="268224"/>
          </a:xfrm>
          <a:prstGeom prst="roundRect">
            <a:avLst>
              <a:gd name="adj" fmla="val 36363"/>
            </a:avLst>
          </a:prstGeom>
          <a:solidFill>
            <a:srgbClr val="FFFFFF"/>
          </a:solidFill>
          <a:ln w="10160">
            <a:solidFill>
              <a:srgbClr val="5E6B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10753236" y="236254"/>
            <a:ext cx="1219200" cy="246221"/>
          </a:xfrm>
          <a:prstGeom prst="rect">
            <a:avLst/>
          </a:prstGeom>
          <a:noFill/>
        </p:spPr>
        <p:txBody>
          <a:bodyPr wrap="square">
            <a:spAutoFit/>
          </a:bodyPr>
          <a:lstStyle/>
          <a:p>
            <a:pPr algn="ctr"/>
            <a:r>
              <a:rPr sz="1000" b="1">
                <a:solidFill>
                  <a:srgbClr val="5E6B82"/>
                </a:solidFill>
              </a:rPr>
              <a:t>À lancer</a:t>
            </a:r>
          </a:p>
        </p:txBody>
      </p:sp>
      <p:sp>
        <p:nvSpPr>
          <p:cNvPr id="11" name="TextBox 10"/>
          <p:cNvSpPr txBox="1"/>
          <p:nvPr/>
        </p:nvSpPr>
        <p:spPr>
          <a:xfrm>
            <a:off x="243840" y="795180"/>
            <a:ext cx="3657600" cy="297454"/>
          </a:xfrm>
          <a:prstGeom prst="rect">
            <a:avLst/>
          </a:prstGeom>
          <a:noFill/>
        </p:spPr>
        <p:txBody>
          <a:bodyPr wrap="square">
            <a:spAutoFit/>
          </a:bodyPr>
          <a:lstStyle/>
          <a:p>
            <a:pPr algn="l"/>
            <a:r>
              <a:rPr sz="1333" b="1">
                <a:solidFill>
                  <a:srgbClr val="0B4A89"/>
                </a:solidFill>
              </a:rPr>
              <a:t>📊  KPI &amp; MONITORING</a:t>
            </a:r>
          </a:p>
        </p:txBody>
      </p:sp>
      <p:sp>
        <p:nvSpPr>
          <p:cNvPr id="12" name="TextBox 11"/>
          <p:cNvSpPr txBox="1"/>
          <p:nvPr/>
        </p:nvSpPr>
        <p:spPr>
          <a:xfrm>
            <a:off x="4023360" y="843949"/>
            <a:ext cx="3048000" cy="256545"/>
          </a:xfrm>
          <a:prstGeom prst="rect">
            <a:avLst/>
          </a:prstGeom>
          <a:noFill/>
        </p:spPr>
        <p:txBody>
          <a:bodyPr wrap="square">
            <a:spAutoFit/>
          </a:bodyPr>
          <a:lstStyle/>
          <a:p>
            <a:pPr algn="l"/>
            <a:r>
              <a:rPr sz="1067">
                <a:solidFill>
                  <a:srgbClr val="5E6B82"/>
                </a:solidFill>
              </a:rPr>
              <a:t>Bilan 1 → Bilan 2</a:t>
            </a:r>
          </a:p>
        </p:txBody>
      </p:sp>
      <p:sp>
        <p:nvSpPr>
          <p:cNvPr id="13" name="Rounded Rectangle 12"/>
          <p:cNvSpPr/>
          <p:nvPr/>
        </p:nvSpPr>
        <p:spPr>
          <a:xfrm>
            <a:off x="243840" y="1160940"/>
            <a:ext cx="3779520" cy="1072896"/>
          </a:xfrm>
          <a:prstGeom prst="roundRect">
            <a:avLst>
              <a:gd name="adj" fmla="val 9090"/>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Rectangle 13"/>
          <p:cNvSpPr/>
          <p:nvPr/>
        </p:nvSpPr>
        <p:spPr>
          <a:xfrm>
            <a:off x="243840" y="1160940"/>
            <a:ext cx="3779520" cy="85344"/>
          </a:xfrm>
          <a:prstGeom prst="rect">
            <a:avLst/>
          </a:prstGeom>
          <a:solidFill>
            <a:srgbClr val="0B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316992" y="1258477"/>
            <a:ext cx="3633216" cy="256545"/>
          </a:xfrm>
          <a:prstGeom prst="rect">
            <a:avLst/>
          </a:prstGeom>
          <a:noFill/>
        </p:spPr>
        <p:txBody>
          <a:bodyPr wrap="square">
            <a:spAutoFit/>
          </a:bodyPr>
          <a:lstStyle/>
          <a:p>
            <a:pPr algn="l"/>
            <a:r>
              <a:rPr sz="1067" b="1">
                <a:solidFill>
                  <a:srgbClr val="0E1116"/>
                </a:solidFill>
              </a:rPr>
              <a:t>% de duel</a:t>
            </a:r>
          </a:p>
        </p:txBody>
      </p:sp>
      <p:sp>
        <p:nvSpPr>
          <p:cNvPr id="16" name="TextBox 15"/>
          <p:cNvSpPr txBox="1"/>
          <p:nvPr/>
        </p:nvSpPr>
        <p:spPr>
          <a:xfrm>
            <a:off x="316992" y="1502316"/>
            <a:ext cx="853440" cy="420564"/>
          </a:xfrm>
          <a:prstGeom prst="rect">
            <a:avLst/>
          </a:prstGeom>
          <a:noFill/>
        </p:spPr>
        <p:txBody>
          <a:bodyPr wrap="square">
            <a:spAutoFit/>
          </a:bodyPr>
          <a:lstStyle/>
          <a:p>
            <a:pPr algn="l"/>
            <a:r>
              <a:rPr sz="2133" b="1">
                <a:solidFill>
                  <a:srgbClr val="0B4A89"/>
                </a:solidFill>
              </a:rPr>
              <a:t>40</a:t>
            </a:r>
          </a:p>
        </p:txBody>
      </p:sp>
      <p:sp>
        <p:nvSpPr>
          <p:cNvPr id="17" name="TextBox 16"/>
          <p:cNvSpPr txBox="1"/>
          <p:nvPr/>
        </p:nvSpPr>
        <p:spPr>
          <a:xfrm>
            <a:off x="1170432" y="1551084"/>
            <a:ext cx="792480" cy="256545"/>
          </a:xfrm>
          <a:prstGeom prst="rect">
            <a:avLst/>
          </a:prstGeom>
          <a:noFill/>
        </p:spPr>
        <p:txBody>
          <a:bodyPr wrap="square">
            <a:spAutoFit/>
          </a:bodyPr>
          <a:lstStyle/>
          <a:p>
            <a:pPr algn="l"/>
            <a:r>
              <a:rPr sz="1067" b="1">
                <a:solidFill>
                  <a:srgbClr val="1F7A45"/>
                </a:solidFill>
              </a:rPr>
              <a:t>▲ +25.0</a:t>
            </a:r>
          </a:p>
        </p:txBody>
      </p:sp>
      <p:sp>
        <p:nvSpPr>
          <p:cNvPr id="18" name="Rounded Rectangle 17"/>
          <p:cNvSpPr/>
          <p:nvPr/>
        </p:nvSpPr>
        <p:spPr>
          <a:xfrm>
            <a:off x="329184" y="1892459"/>
            <a:ext cx="3608832" cy="73152"/>
          </a:xfrm>
          <a:prstGeom prst="roundRect">
            <a:avLst>
              <a:gd name="adj" fmla="val 50000"/>
            </a:avLst>
          </a:prstGeom>
          <a:solidFill>
            <a:srgbClr val="CEDFEE"/>
          </a:solidFill>
          <a:ln>
            <a:solidFill>
              <a:srgbClr val="CEDF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Rounded Rectangle 18"/>
          <p:cNvSpPr/>
          <p:nvPr/>
        </p:nvSpPr>
        <p:spPr>
          <a:xfrm>
            <a:off x="329184" y="1892459"/>
            <a:ext cx="2577736" cy="73152"/>
          </a:xfrm>
          <a:prstGeom prst="roundRect">
            <a:avLst>
              <a:gd name="adj" fmla="val 50000"/>
            </a:avLst>
          </a:prstGeom>
          <a:solidFill>
            <a:srgbClr val="0B61AC"/>
          </a:solidFill>
          <a:ln>
            <a:solidFill>
              <a:srgbClr val="0B6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Rectangle 19"/>
          <p:cNvSpPr/>
          <p:nvPr/>
        </p:nvSpPr>
        <p:spPr>
          <a:xfrm>
            <a:off x="316992" y="1855884"/>
            <a:ext cx="24384" cy="146304"/>
          </a:xfrm>
          <a:prstGeom prst="rect">
            <a:avLst/>
          </a:prstGeom>
          <a:solidFill>
            <a:srgbClr val="5E6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TextBox 20"/>
          <p:cNvSpPr txBox="1"/>
          <p:nvPr/>
        </p:nvSpPr>
        <p:spPr>
          <a:xfrm>
            <a:off x="316992" y="2014381"/>
            <a:ext cx="3633216" cy="225767"/>
          </a:xfrm>
          <a:prstGeom prst="rect">
            <a:avLst/>
          </a:prstGeom>
          <a:noFill/>
        </p:spPr>
        <p:txBody>
          <a:bodyPr wrap="square">
            <a:spAutoFit/>
          </a:bodyPr>
          <a:lstStyle/>
          <a:p>
            <a:pPr algn="l"/>
            <a:r>
              <a:rPr sz="867">
                <a:solidFill>
                  <a:srgbClr val="5E6B82"/>
                </a:solidFill>
              </a:rPr>
              <a:t>B1 15  B2 40  cible 50</a:t>
            </a:r>
          </a:p>
        </p:txBody>
      </p:sp>
      <p:sp>
        <p:nvSpPr>
          <p:cNvPr id="22" name="Rounded Rectangle 21"/>
          <p:cNvSpPr/>
          <p:nvPr/>
        </p:nvSpPr>
        <p:spPr>
          <a:xfrm>
            <a:off x="4084320" y="1160940"/>
            <a:ext cx="3779520" cy="1072896"/>
          </a:xfrm>
          <a:prstGeom prst="roundRect">
            <a:avLst>
              <a:gd name="adj" fmla="val 9090"/>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Rectangle 22"/>
          <p:cNvSpPr/>
          <p:nvPr/>
        </p:nvSpPr>
        <p:spPr>
          <a:xfrm>
            <a:off x="4084320" y="1160940"/>
            <a:ext cx="3779520" cy="85344"/>
          </a:xfrm>
          <a:prstGeom prst="rect">
            <a:avLst/>
          </a:prstGeom>
          <a:solidFill>
            <a:srgbClr val="0B61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4157472" y="1258477"/>
            <a:ext cx="3633216" cy="256545"/>
          </a:xfrm>
          <a:prstGeom prst="rect">
            <a:avLst/>
          </a:prstGeom>
          <a:noFill/>
        </p:spPr>
        <p:txBody>
          <a:bodyPr wrap="square">
            <a:spAutoFit/>
          </a:bodyPr>
          <a:lstStyle/>
          <a:p>
            <a:pPr algn="l"/>
            <a:r>
              <a:rPr sz="1067" b="1">
                <a:solidFill>
                  <a:srgbClr val="0E1116"/>
                </a:solidFill>
              </a:rPr>
              <a:t>% d'intercept</a:t>
            </a:r>
          </a:p>
        </p:txBody>
      </p:sp>
      <p:sp>
        <p:nvSpPr>
          <p:cNvPr id="25" name="TextBox 24"/>
          <p:cNvSpPr txBox="1"/>
          <p:nvPr/>
        </p:nvSpPr>
        <p:spPr>
          <a:xfrm>
            <a:off x="4157472" y="1502316"/>
            <a:ext cx="853440" cy="420564"/>
          </a:xfrm>
          <a:prstGeom prst="rect">
            <a:avLst/>
          </a:prstGeom>
          <a:noFill/>
        </p:spPr>
        <p:txBody>
          <a:bodyPr wrap="square">
            <a:spAutoFit/>
          </a:bodyPr>
          <a:lstStyle/>
          <a:p>
            <a:pPr algn="l"/>
            <a:r>
              <a:rPr sz="2133" b="1">
                <a:solidFill>
                  <a:srgbClr val="0B4A89"/>
                </a:solidFill>
              </a:rPr>
              <a:t>30</a:t>
            </a:r>
          </a:p>
        </p:txBody>
      </p:sp>
      <p:sp>
        <p:nvSpPr>
          <p:cNvPr id="26" name="TextBox 25"/>
          <p:cNvSpPr txBox="1"/>
          <p:nvPr/>
        </p:nvSpPr>
        <p:spPr>
          <a:xfrm>
            <a:off x="5010912" y="1551084"/>
            <a:ext cx="792480" cy="256545"/>
          </a:xfrm>
          <a:prstGeom prst="rect">
            <a:avLst/>
          </a:prstGeom>
          <a:noFill/>
        </p:spPr>
        <p:txBody>
          <a:bodyPr wrap="square">
            <a:spAutoFit/>
          </a:bodyPr>
          <a:lstStyle/>
          <a:p>
            <a:pPr algn="l"/>
            <a:r>
              <a:rPr sz="1067" b="1">
                <a:solidFill>
                  <a:srgbClr val="1F7A45"/>
                </a:solidFill>
              </a:rPr>
              <a:t>▲ +15.0</a:t>
            </a:r>
          </a:p>
        </p:txBody>
      </p:sp>
      <p:sp>
        <p:nvSpPr>
          <p:cNvPr id="27" name="Rounded Rectangle 26"/>
          <p:cNvSpPr/>
          <p:nvPr/>
        </p:nvSpPr>
        <p:spPr>
          <a:xfrm>
            <a:off x="4169664" y="1892459"/>
            <a:ext cx="3608832" cy="73152"/>
          </a:xfrm>
          <a:prstGeom prst="roundRect">
            <a:avLst>
              <a:gd name="adj" fmla="val 50000"/>
            </a:avLst>
          </a:prstGeom>
          <a:solidFill>
            <a:srgbClr val="CEDFEE"/>
          </a:solidFill>
          <a:ln>
            <a:solidFill>
              <a:srgbClr val="CEDF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Rounded Rectangle 27"/>
          <p:cNvSpPr/>
          <p:nvPr/>
        </p:nvSpPr>
        <p:spPr>
          <a:xfrm>
            <a:off x="4169664" y="1892459"/>
            <a:ext cx="2165299" cy="73152"/>
          </a:xfrm>
          <a:prstGeom prst="roundRect">
            <a:avLst>
              <a:gd name="adj" fmla="val 50000"/>
            </a:avLst>
          </a:prstGeom>
          <a:solidFill>
            <a:srgbClr val="0B61AC"/>
          </a:solidFill>
          <a:ln>
            <a:solidFill>
              <a:srgbClr val="0B6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Rectangle 28"/>
          <p:cNvSpPr/>
          <p:nvPr/>
        </p:nvSpPr>
        <p:spPr>
          <a:xfrm>
            <a:off x="4157472" y="1855884"/>
            <a:ext cx="24384" cy="146304"/>
          </a:xfrm>
          <a:prstGeom prst="rect">
            <a:avLst/>
          </a:prstGeom>
          <a:solidFill>
            <a:srgbClr val="5E6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p:cNvSpPr txBox="1"/>
          <p:nvPr/>
        </p:nvSpPr>
        <p:spPr>
          <a:xfrm>
            <a:off x="4157472" y="2014381"/>
            <a:ext cx="3633216" cy="225767"/>
          </a:xfrm>
          <a:prstGeom prst="rect">
            <a:avLst/>
          </a:prstGeom>
          <a:noFill/>
        </p:spPr>
        <p:txBody>
          <a:bodyPr wrap="square">
            <a:spAutoFit/>
          </a:bodyPr>
          <a:lstStyle/>
          <a:p>
            <a:pPr algn="l"/>
            <a:r>
              <a:rPr sz="867">
                <a:solidFill>
                  <a:srgbClr val="5E6B82"/>
                </a:solidFill>
              </a:rPr>
              <a:t>B1 15  B2 30  cible 40</a:t>
            </a:r>
          </a:p>
        </p:txBody>
      </p:sp>
      <p:sp>
        <p:nvSpPr>
          <p:cNvPr id="31" name="TextBox 30"/>
          <p:cNvSpPr txBox="1"/>
          <p:nvPr/>
        </p:nvSpPr>
        <p:spPr>
          <a:xfrm>
            <a:off x="243840" y="2347772"/>
            <a:ext cx="11704320" cy="297454"/>
          </a:xfrm>
          <a:prstGeom prst="rect">
            <a:avLst/>
          </a:prstGeom>
          <a:noFill/>
        </p:spPr>
        <p:txBody>
          <a:bodyPr wrap="square">
            <a:spAutoFit/>
          </a:bodyPr>
          <a:lstStyle/>
          <a:p>
            <a:pPr algn="l"/>
            <a:r>
              <a:rPr sz="1333" b="1">
                <a:solidFill>
                  <a:srgbClr val="0B4A89"/>
                </a:solidFill>
              </a:rPr>
              <a:t>📝  EXPLICATION</a:t>
            </a:r>
          </a:p>
        </p:txBody>
      </p:sp>
      <p:sp>
        <p:nvSpPr>
          <p:cNvPr id="32" name="Rounded Rectangle 31"/>
          <p:cNvSpPr/>
          <p:nvPr/>
        </p:nvSpPr>
        <p:spPr>
          <a:xfrm>
            <a:off x="243840" y="2689148"/>
            <a:ext cx="11704320" cy="1069848"/>
          </a:xfrm>
          <a:prstGeom prst="roundRect">
            <a:avLst>
              <a:gd name="adj" fmla="val 9116"/>
            </a:avLst>
          </a:prstGeom>
          <a:solidFill>
            <a:srgbClr val="CEDFEE"/>
          </a:solidFill>
          <a:ln w="6350">
            <a:solidFill>
              <a:srgbClr val="0B6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365760" y="2762300"/>
            <a:ext cx="11460480" cy="482312"/>
          </a:xfrm>
          <a:prstGeom prst="rect">
            <a:avLst/>
          </a:prstGeom>
          <a:noFill/>
        </p:spPr>
        <p:txBody>
          <a:bodyPr wrap="square">
            <a:spAutoFit/>
          </a:bodyPr>
          <a:lstStyle/>
          <a:p>
            <a:pPr algn="l"/>
            <a:r>
              <a:rPr sz="1267">
                <a:solidFill>
                  <a:srgbClr val="0E1116"/>
                </a:solidFill>
              </a:rPr>
              <a:t>Ton jeu est basé sur la possession mais tu manque d'impact et de poids sans ballon, tu dois améliorer ton potentiel défensif en faisant plus d'interception par une meilleur lecture et un engagment total</a:t>
            </a:r>
          </a:p>
        </p:txBody>
      </p:sp>
      <p:sp>
        <p:nvSpPr>
          <p:cNvPr id="34" name="Rounded Rectangle 33"/>
          <p:cNvSpPr/>
          <p:nvPr/>
        </p:nvSpPr>
        <p:spPr>
          <a:xfrm>
            <a:off x="243840" y="3893108"/>
            <a:ext cx="1450848" cy="268224"/>
          </a:xfrm>
          <a:prstGeom prst="roundRect">
            <a:avLst>
              <a:gd name="adj" fmla="val 36363"/>
            </a:avLst>
          </a:prstGeom>
          <a:solidFill>
            <a:srgbClr val="FFFFFF"/>
          </a:solidFill>
          <a:ln w="10160">
            <a:solidFill>
              <a:srgbClr val="0B4A8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TextBox 34"/>
          <p:cNvSpPr txBox="1"/>
          <p:nvPr/>
        </p:nvSpPr>
        <p:spPr>
          <a:xfrm>
            <a:off x="243840" y="3905301"/>
            <a:ext cx="1450848" cy="246221"/>
          </a:xfrm>
          <a:prstGeom prst="rect">
            <a:avLst/>
          </a:prstGeom>
          <a:noFill/>
        </p:spPr>
        <p:txBody>
          <a:bodyPr wrap="square">
            <a:spAutoFit/>
          </a:bodyPr>
          <a:lstStyle/>
          <a:p>
            <a:pPr algn="ctr"/>
            <a:r>
              <a:rPr sz="1000" b="1">
                <a:solidFill>
                  <a:srgbClr val="0B4A89"/>
                </a:solidFill>
              </a:rPr>
              <a:t>M'ENTRAÎNER</a:t>
            </a:r>
          </a:p>
        </p:txBody>
      </p:sp>
      <p:sp>
        <p:nvSpPr>
          <p:cNvPr id="36" name="TextBox 35"/>
          <p:cNvSpPr txBox="1"/>
          <p:nvPr/>
        </p:nvSpPr>
        <p:spPr>
          <a:xfrm>
            <a:off x="2011680" y="3880917"/>
            <a:ext cx="9875520" cy="276999"/>
          </a:xfrm>
          <a:prstGeom prst="rect">
            <a:avLst/>
          </a:prstGeom>
          <a:noFill/>
        </p:spPr>
        <p:txBody>
          <a:bodyPr wrap="square">
            <a:spAutoFit/>
          </a:bodyPr>
          <a:lstStyle/>
          <a:p>
            <a:pPr algn="l"/>
            <a:r>
              <a:rPr sz="1200">
                <a:solidFill>
                  <a:srgbClr val="0E1116"/>
                </a:solidFill>
              </a:rPr>
              <a:t>lire encore mieux le jeu et gagner des duels</a:t>
            </a:r>
          </a:p>
        </p:txBody>
      </p:sp>
      <p:sp>
        <p:nvSpPr>
          <p:cNvPr id="37" name="Rounded Rectangle 36"/>
          <p:cNvSpPr/>
          <p:nvPr/>
        </p:nvSpPr>
        <p:spPr>
          <a:xfrm>
            <a:off x="243841" y="4234484"/>
            <a:ext cx="1341119" cy="268224"/>
          </a:xfrm>
          <a:prstGeom prst="roundRect">
            <a:avLst>
              <a:gd name="adj" fmla="val 36363"/>
            </a:avLst>
          </a:prstGeom>
          <a:solidFill>
            <a:srgbClr val="FFFFFF"/>
          </a:solidFill>
          <a:ln w="10160">
            <a:solidFill>
              <a:srgbClr val="3C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8" name="TextBox 37"/>
          <p:cNvSpPr txBox="1"/>
          <p:nvPr/>
        </p:nvSpPr>
        <p:spPr>
          <a:xfrm>
            <a:off x="243841" y="4246676"/>
            <a:ext cx="1341119" cy="246221"/>
          </a:xfrm>
          <a:prstGeom prst="rect">
            <a:avLst/>
          </a:prstGeom>
          <a:noFill/>
        </p:spPr>
        <p:txBody>
          <a:bodyPr wrap="square">
            <a:spAutoFit/>
          </a:bodyPr>
          <a:lstStyle/>
          <a:p>
            <a:pPr algn="ctr"/>
            <a:r>
              <a:rPr sz="1000" b="1">
                <a:solidFill>
                  <a:srgbClr val="3C81BD"/>
                </a:solidFill>
              </a:rPr>
              <a:t>PROGRESSER</a:t>
            </a:r>
          </a:p>
        </p:txBody>
      </p:sp>
      <p:sp>
        <p:nvSpPr>
          <p:cNvPr id="39" name="TextBox 38"/>
          <p:cNvSpPr txBox="1"/>
          <p:nvPr/>
        </p:nvSpPr>
        <p:spPr>
          <a:xfrm>
            <a:off x="2011680" y="4222293"/>
            <a:ext cx="9875520" cy="276999"/>
          </a:xfrm>
          <a:prstGeom prst="rect">
            <a:avLst/>
          </a:prstGeom>
          <a:noFill/>
        </p:spPr>
        <p:txBody>
          <a:bodyPr wrap="square">
            <a:spAutoFit/>
          </a:bodyPr>
          <a:lstStyle/>
          <a:p>
            <a:pPr algn="l"/>
            <a:r>
              <a:rPr sz="1200">
                <a:solidFill>
                  <a:srgbClr val="0E1116"/>
                </a:solidFill>
              </a:rPr>
              <a:t>nb interceptions, % duels gagnés</a:t>
            </a:r>
          </a:p>
        </p:txBody>
      </p:sp>
      <p:sp>
        <p:nvSpPr>
          <p:cNvPr id="40" name="TextBox 39"/>
          <p:cNvSpPr txBox="1"/>
          <p:nvPr/>
        </p:nvSpPr>
        <p:spPr>
          <a:xfrm>
            <a:off x="1" y="5087732"/>
            <a:ext cx="1962912" cy="297454"/>
          </a:xfrm>
          <a:prstGeom prst="rect">
            <a:avLst/>
          </a:prstGeom>
          <a:noFill/>
        </p:spPr>
        <p:txBody>
          <a:bodyPr wrap="square">
            <a:spAutoFit/>
          </a:bodyPr>
          <a:lstStyle/>
          <a:p>
            <a:pPr algn="l"/>
            <a:r>
              <a:rPr sz="1333" b="1" dirty="0">
                <a:solidFill>
                  <a:srgbClr val="0B4A89"/>
                </a:solidFill>
              </a:rPr>
              <a:t>🎬  AUJOURD'HUI</a:t>
            </a:r>
          </a:p>
        </p:txBody>
      </p:sp>
      <p:sp>
        <p:nvSpPr>
          <p:cNvPr id="42" name="TextBox 41"/>
          <p:cNvSpPr txBox="1"/>
          <p:nvPr/>
        </p:nvSpPr>
        <p:spPr>
          <a:xfrm>
            <a:off x="6096000" y="5087732"/>
            <a:ext cx="2364188" cy="297454"/>
          </a:xfrm>
          <a:prstGeom prst="rect">
            <a:avLst/>
          </a:prstGeom>
          <a:noFill/>
        </p:spPr>
        <p:txBody>
          <a:bodyPr wrap="square">
            <a:spAutoFit/>
          </a:bodyPr>
          <a:lstStyle/>
          <a:p>
            <a:pPr algn="l"/>
            <a:r>
              <a:rPr sz="1333" b="1" dirty="0">
                <a:solidFill>
                  <a:srgbClr val="0B61AC"/>
                </a:solidFill>
              </a:rPr>
              <a:t>🚀  MOI DANS LE FUTUR</a:t>
            </a:r>
          </a:p>
        </p:txBody>
      </p:sp>
      <p:pic>
        <p:nvPicPr>
          <p:cNvPr id="46" name="spé 1">
            <a:hlinkClick r:id="" action="ppaction://media"/>
            <a:extLst>
              <a:ext uri="{FF2B5EF4-FFF2-40B4-BE49-F238E27FC236}">
                <a16:creationId xmlns:a16="http://schemas.microsoft.com/office/drawing/2014/main" id="{924885C8-B204-4367-D843-E1F14CE2F65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648253" y="4803578"/>
            <a:ext cx="2077043" cy="1168337"/>
          </a:xfrm>
          <a:prstGeom prst="rect">
            <a:avLst/>
          </a:prstGeom>
        </p:spPr>
      </p:pic>
      <p:pic>
        <p:nvPicPr>
          <p:cNvPr id="48" name="spé 1">
            <a:hlinkClick r:id="" action="ppaction://media"/>
            <a:extLst>
              <a:ext uri="{FF2B5EF4-FFF2-40B4-BE49-F238E27FC236}">
                <a16:creationId xmlns:a16="http://schemas.microsoft.com/office/drawing/2014/main" id="{CAD59685-818A-B88E-79A9-24A3E9BD2BB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010622" y="4801017"/>
            <a:ext cx="2077043" cy="1168337"/>
          </a:xfrm>
          <a:prstGeom prst="rect">
            <a:avLst/>
          </a:prstGeom>
        </p:spPr>
      </p:pic>
      <p:sp>
        <p:nvSpPr>
          <p:cNvPr id="50" name="TextBox 7">
            <a:extLst>
              <a:ext uri="{FF2B5EF4-FFF2-40B4-BE49-F238E27FC236}">
                <a16:creationId xmlns:a16="http://schemas.microsoft.com/office/drawing/2014/main" id="{DFB037CE-72AA-7A36-621F-F4951349DED1}"/>
              </a:ext>
            </a:extLst>
          </p:cNvPr>
          <p:cNvSpPr txBox="1"/>
          <p:nvPr/>
        </p:nvSpPr>
        <p:spPr>
          <a:xfrm>
            <a:off x="0" y="109037"/>
            <a:ext cx="12192000" cy="461665"/>
          </a:xfrm>
          <a:prstGeom prst="rect">
            <a:avLst/>
          </a:prstGeom>
          <a:noFill/>
        </p:spPr>
        <p:txBody>
          <a:bodyPr wrap="square">
            <a:spAutoFit/>
          </a:bodyPr>
          <a:lstStyle/>
          <a:p>
            <a:pPr algn="ctr"/>
            <a:r>
              <a:rPr lang="fr-FR" sz="2400" b="1" dirty="0">
                <a:solidFill>
                  <a:srgbClr val="FFFFFF"/>
                </a:solidFill>
              </a:rPr>
              <a:t>NOM - PRENOM</a:t>
            </a:r>
            <a:endParaRPr sz="2400" b="1" dirty="0">
              <a:solidFill>
                <a:srgbClr val="FFFFFF"/>
              </a:solidFill>
            </a:endParaRPr>
          </a:p>
        </p:txBody>
      </p:sp>
      <p:pic>
        <p:nvPicPr>
          <p:cNvPr id="51" name="Image 50" descr="Une image contenant Visage humain, habits, sourire, capture d’écran&#10;&#10;Le contenu généré par l’IA peut être incorrect.">
            <a:extLst>
              <a:ext uri="{FF2B5EF4-FFF2-40B4-BE49-F238E27FC236}">
                <a16:creationId xmlns:a16="http://schemas.microsoft.com/office/drawing/2014/main" id="{22041930-135D-E894-1CFD-55DD2730FC36}"/>
              </a:ext>
            </a:extLst>
          </p:cNvPr>
          <p:cNvPicPr>
            <a:picLocks noChangeAspect="1"/>
          </p:cNvPicPr>
          <p:nvPr/>
        </p:nvPicPr>
        <p:blipFill>
          <a:blip r:embed="rId5">
            <a:extLst>
              <a:ext uri="{28A0092B-C50C-407E-A947-70E740481C1C}">
                <a14:useLocalDpi xmlns:a14="http://schemas.microsoft.com/office/drawing/2010/main" val="0"/>
              </a:ext>
            </a:extLst>
          </a:blip>
          <a:srcRect l="27281" t="14807" r="26378" b="17167"/>
          <a:stretch>
            <a:fillRect/>
          </a:stretch>
        </p:blipFill>
        <p:spPr>
          <a:xfrm>
            <a:off x="258386" y="20666"/>
            <a:ext cx="450068" cy="6525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867" fill="hold"/>
                                        <p:tgtEl>
                                          <p:spTgt spid="4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3867" fill="hold"/>
                                        <p:tgtEl>
                                          <p:spTgt spid="4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46"/>
                </p:tgtEl>
              </p:cMediaNode>
            </p:video>
            <p:seq concurrent="1" nextAc="seek">
              <p:cTn id="12" restart="whenNotActive" fill="hold" evtFilter="cancelBubble" nodeType="interactiveSeq">
                <p:stCondLst>
                  <p:cond evt="onClick" delay="0">
                    <p:tgtEl>
                      <p:spTgt spid="46"/>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46"/>
                                        </p:tgtEl>
                                      </p:cBhvr>
                                    </p:cmd>
                                  </p:childTnLst>
                                </p:cTn>
                              </p:par>
                            </p:childTnLst>
                          </p:cTn>
                        </p:par>
                      </p:childTnLst>
                    </p:cTn>
                  </p:par>
                </p:childTnLst>
              </p:cTn>
              <p:nextCondLst>
                <p:cond evt="onClick" delay="0">
                  <p:tgtEl>
                    <p:spTgt spid="46"/>
                  </p:tgtEl>
                </p:cond>
              </p:nextCondLst>
            </p:seq>
            <p:seq concurrent="1" nextAc="seek">
              <p:cTn id="17" restart="whenNotActive" fill="hold" evtFilter="cancelBubble" nodeType="interactiveSeq">
                <p:stCondLst>
                  <p:cond evt="onClick" delay="0">
                    <p:tgtEl>
                      <p:spTgt spid="48"/>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48"/>
                                        </p:tgtEl>
                                      </p:cBhvr>
                                    </p:cmd>
                                  </p:childTnLst>
                                </p:cTn>
                              </p:par>
                            </p:childTnLst>
                          </p:cTn>
                        </p:par>
                      </p:childTnLst>
                    </p:cTn>
                  </p:par>
                </p:childTnLst>
              </p:cTn>
              <p:nextCondLst>
                <p:cond evt="onClick" delay="0">
                  <p:tgtEl>
                    <p:spTgt spid="48"/>
                  </p:tgtEl>
                </p:cond>
              </p:nextCondLst>
            </p:seq>
            <p:video>
              <p:cMediaNode vol="80000">
                <p:cTn id="22" fill="hold" display="0">
                  <p:stCondLst>
                    <p:cond delay="indefinite"/>
                  </p:stCondLst>
                </p:cTn>
                <p:tgtEl>
                  <p:spTgt spid="48"/>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804160" y="1316737"/>
            <a:ext cx="1828800" cy="246221"/>
          </a:xfrm>
          <a:prstGeom prst="rect">
            <a:avLst/>
          </a:prstGeom>
          <a:noFill/>
        </p:spPr>
        <p:txBody>
          <a:bodyPr wrap="square">
            <a:spAutoFit/>
          </a:bodyPr>
          <a:lstStyle/>
          <a:p>
            <a:pPr algn="ctr"/>
            <a:r>
              <a:rPr sz="1000">
                <a:solidFill>
                  <a:srgbClr val="5E6B82"/>
                </a:solidFill>
              </a:rPr>
              <a:t>S1–3</a:t>
            </a:r>
          </a:p>
        </p:txBody>
      </p:sp>
      <p:sp>
        <p:nvSpPr>
          <p:cNvPr id="10" name="TextBox 9"/>
          <p:cNvSpPr txBox="1"/>
          <p:nvPr/>
        </p:nvSpPr>
        <p:spPr>
          <a:xfrm>
            <a:off x="4632960" y="1316737"/>
            <a:ext cx="1828800" cy="246221"/>
          </a:xfrm>
          <a:prstGeom prst="rect">
            <a:avLst/>
          </a:prstGeom>
          <a:noFill/>
        </p:spPr>
        <p:txBody>
          <a:bodyPr wrap="square">
            <a:spAutoFit/>
          </a:bodyPr>
          <a:lstStyle/>
          <a:p>
            <a:pPr algn="ctr"/>
            <a:r>
              <a:rPr sz="1000">
                <a:solidFill>
                  <a:srgbClr val="5E6B82"/>
                </a:solidFill>
              </a:rPr>
              <a:t>S4–6</a:t>
            </a:r>
          </a:p>
        </p:txBody>
      </p:sp>
      <p:sp>
        <p:nvSpPr>
          <p:cNvPr id="11" name="TextBox 10"/>
          <p:cNvSpPr txBox="1"/>
          <p:nvPr/>
        </p:nvSpPr>
        <p:spPr>
          <a:xfrm>
            <a:off x="6461760" y="1316737"/>
            <a:ext cx="1828800" cy="246221"/>
          </a:xfrm>
          <a:prstGeom prst="rect">
            <a:avLst/>
          </a:prstGeom>
          <a:noFill/>
        </p:spPr>
        <p:txBody>
          <a:bodyPr wrap="square">
            <a:spAutoFit/>
          </a:bodyPr>
          <a:lstStyle/>
          <a:p>
            <a:pPr algn="ctr"/>
            <a:r>
              <a:rPr sz="1000">
                <a:solidFill>
                  <a:srgbClr val="5E6B82"/>
                </a:solidFill>
              </a:rPr>
              <a:t>S7–9</a:t>
            </a:r>
          </a:p>
        </p:txBody>
      </p:sp>
      <p:sp>
        <p:nvSpPr>
          <p:cNvPr id="12" name="TextBox 11"/>
          <p:cNvSpPr txBox="1"/>
          <p:nvPr/>
        </p:nvSpPr>
        <p:spPr>
          <a:xfrm>
            <a:off x="8290560" y="1316737"/>
            <a:ext cx="1828800" cy="246221"/>
          </a:xfrm>
          <a:prstGeom prst="rect">
            <a:avLst/>
          </a:prstGeom>
          <a:noFill/>
        </p:spPr>
        <p:txBody>
          <a:bodyPr wrap="square">
            <a:spAutoFit/>
          </a:bodyPr>
          <a:lstStyle/>
          <a:p>
            <a:pPr algn="ctr"/>
            <a:r>
              <a:rPr sz="1000">
                <a:solidFill>
                  <a:srgbClr val="5E6B82"/>
                </a:solidFill>
              </a:rPr>
              <a:t>S10–12</a:t>
            </a:r>
          </a:p>
        </p:txBody>
      </p:sp>
      <p:sp>
        <p:nvSpPr>
          <p:cNvPr id="13" name="TextBox 12"/>
          <p:cNvSpPr txBox="1"/>
          <p:nvPr/>
        </p:nvSpPr>
        <p:spPr>
          <a:xfrm>
            <a:off x="10119360" y="1316737"/>
            <a:ext cx="1828800" cy="246221"/>
          </a:xfrm>
          <a:prstGeom prst="rect">
            <a:avLst/>
          </a:prstGeom>
          <a:noFill/>
        </p:spPr>
        <p:txBody>
          <a:bodyPr wrap="square">
            <a:spAutoFit/>
          </a:bodyPr>
          <a:lstStyle/>
          <a:p>
            <a:pPr algn="ctr"/>
            <a:r>
              <a:rPr sz="1000">
                <a:solidFill>
                  <a:srgbClr val="5E6B82"/>
                </a:solidFill>
              </a:rPr>
              <a:t>S13–15</a:t>
            </a:r>
          </a:p>
        </p:txBody>
      </p:sp>
      <p:sp>
        <p:nvSpPr>
          <p:cNvPr id="14" name="TextBox 13"/>
          <p:cNvSpPr txBox="1"/>
          <p:nvPr/>
        </p:nvSpPr>
        <p:spPr>
          <a:xfrm>
            <a:off x="243840" y="1755649"/>
            <a:ext cx="341376" cy="297454"/>
          </a:xfrm>
          <a:prstGeom prst="rect">
            <a:avLst/>
          </a:prstGeom>
          <a:noFill/>
        </p:spPr>
        <p:txBody>
          <a:bodyPr wrap="square">
            <a:spAutoFit/>
          </a:bodyPr>
          <a:lstStyle/>
          <a:p>
            <a:pPr algn="l"/>
            <a:r>
              <a:rPr sz="1333" b="1">
                <a:solidFill>
                  <a:srgbClr val="0B4A89"/>
                </a:solidFill>
              </a:rPr>
              <a:t>F1</a:t>
            </a:r>
          </a:p>
        </p:txBody>
      </p:sp>
      <p:sp>
        <p:nvSpPr>
          <p:cNvPr id="15" name="TextBox 14"/>
          <p:cNvSpPr txBox="1"/>
          <p:nvPr/>
        </p:nvSpPr>
        <p:spPr>
          <a:xfrm>
            <a:off x="633984" y="1755648"/>
            <a:ext cx="2097024" cy="266676"/>
          </a:xfrm>
          <a:prstGeom prst="rect">
            <a:avLst/>
          </a:prstGeom>
          <a:noFill/>
        </p:spPr>
        <p:txBody>
          <a:bodyPr wrap="square">
            <a:spAutoFit/>
          </a:bodyPr>
          <a:lstStyle/>
          <a:p>
            <a:pPr algn="l"/>
            <a:r>
              <a:rPr sz="1133" b="1">
                <a:solidFill>
                  <a:srgbClr val="0E1116"/>
                </a:solidFill>
              </a:rPr>
              <a:t>QI Football</a:t>
            </a:r>
          </a:p>
        </p:txBody>
      </p:sp>
      <p:sp>
        <p:nvSpPr>
          <p:cNvPr id="16" name="Rounded Rectangle 15"/>
          <p:cNvSpPr/>
          <p:nvPr/>
        </p:nvSpPr>
        <p:spPr>
          <a:xfrm>
            <a:off x="2852928" y="1755648"/>
            <a:ext cx="1731264" cy="316992"/>
          </a:xfrm>
          <a:prstGeom prst="roundRect">
            <a:avLst>
              <a:gd name="adj" fmla="val 30769"/>
            </a:avLst>
          </a:prstGeom>
          <a:solidFill>
            <a:srgbClr val="0B4A89"/>
          </a:solidFill>
          <a:ln>
            <a:solidFill>
              <a:srgbClr val="0B4A8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p:cNvSpPr txBox="1"/>
          <p:nvPr/>
        </p:nvSpPr>
        <p:spPr>
          <a:xfrm>
            <a:off x="2901696" y="1792225"/>
            <a:ext cx="1682496" cy="246221"/>
          </a:xfrm>
          <a:prstGeom prst="rect">
            <a:avLst/>
          </a:prstGeom>
          <a:noFill/>
        </p:spPr>
        <p:txBody>
          <a:bodyPr wrap="square">
            <a:spAutoFit/>
          </a:bodyPr>
          <a:lstStyle/>
          <a:p>
            <a:pPr algn="l"/>
            <a:r>
              <a:rPr sz="1000" b="1">
                <a:solidFill>
                  <a:srgbClr val="FFFFFF"/>
                </a:solidFill>
              </a:rPr>
              <a:t>3s.</a:t>
            </a:r>
          </a:p>
        </p:txBody>
      </p:sp>
      <p:sp>
        <p:nvSpPr>
          <p:cNvPr id="18" name="Rounded Rectangle 17"/>
          <p:cNvSpPr/>
          <p:nvPr/>
        </p:nvSpPr>
        <p:spPr>
          <a:xfrm>
            <a:off x="4681728" y="1755648"/>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Rounded Rectangle 18"/>
          <p:cNvSpPr/>
          <p:nvPr/>
        </p:nvSpPr>
        <p:spPr>
          <a:xfrm>
            <a:off x="6510528" y="1755648"/>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Rounded Rectangle 19"/>
          <p:cNvSpPr/>
          <p:nvPr/>
        </p:nvSpPr>
        <p:spPr>
          <a:xfrm>
            <a:off x="8339328" y="1755648"/>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Rounded Rectangle 20"/>
          <p:cNvSpPr/>
          <p:nvPr/>
        </p:nvSpPr>
        <p:spPr>
          <a:xfrm>
            <a:off x="10168128" y="1755648"/>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243840" y="2267713"/>
            <a:ext cx="341376" cy="502573"/>
          </a:xfrm>
          <a:prstGeom prst="rect">
            <a:avLst/>
          </a:prstGeom>
          <a:noFill/>
        </p:spPr>
        <p:txBody>
          <a:bodyPr wrap="square">
            <a:spAutoFit/>
          </a:bodyPr>
          <a:lstStyle/>
          <a:p>
            <a:pPr algn="l"/>
            <a:r>
              <a:rPr sz="1333" b="1">
                <a:solidFill>
                  <a:srgbClr val="0B4A89"/>
                </a:solidFill>
              </a:rPr>
              <a:t>F2</a:t>
            </a:r>
          </a:p>
        </p:txBody>
      </p:sp>
      <p:sp>
        <p:nvSpPr>
          <p:cNvPr id="23" name="TextBox 22"/>
          <p:cNvSpPr txBox="1"/>
          <p:nvPr/>
        </p:nvSpPr>
        <p:spPr>
          <a:xfrm>
            <a:off x="633984" y="2267712"/>
            <a:ext cx="2097024" cy="441018"/>
          </a:xfrm>
          <a:prstGeom prst="rect">
            <a:avLst/>
          </a:prstGeom>
          <a:noFill/>
        </p:spPr>
        <p:txBody>
          <a:bodyPr wrap="square">
            <a:spAutoFit/>
          </a:bodyPr>
          <a:lstStyle/>
          <a:p>
            <a:pPr algn="l"/>
            <a:r>
              <a:rPr sz="1133" b="1">
                <a:solidFill>
                  <a:srgbClr val="0E1116"/>
                </a:solidFill>
              </a:rPr>
              <a:t>Qualié et intensité de passe</a:t>
            </a:r>
          </a:p>
        </p:txBody>
      </p:sp>
      <p:sp>
        <p:nvSpPr>
          <p:cNvPr id="24" name="Rounded Rectangle 23"/>
          <p:cNvSpPr/>
          <p:nvPr/>
        </p:nvSpPr>
        <p:spPr>
          <a:xfrm>
            <a:off x="2852928" y="2267712"/>
            <a:ext cx="1731264" cy="316992"/>
          </a:xfrm>
          <a:prstGeom prst="roundRect">
            <a:avLst>
              <a:gd name="adj" fmla="val 30769"/>
            </a:avLst>
          </a:prstGeom>
          <a:solidFill>
            <a:srgbClr val="0B4A89"/>
          </a:solidFill>
          <a:ln>
            <a:solidFill>
              <a:srgbClr val="0B4A8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TextBox 24"/>
          <p:cNvSpPr txBox="1"/>
          <p:nvPr/>
        </p:nvSpPr>
        <p:spPr>
          <a:xfrm>
            <a:off x="2901696" y="2304289"/>
            <a:ext cx="1682496" cy="246221"/>
          </a:xfrm>
          <a:prstGeom prst="rect">
            <a:avLst/>
          </a:prstGeom>
          <a:noFill/>
        </p:spPr>
        <p:txBody>
          <a:bodyPr wrap="square">
            <a:spAutoFit/>
          </a:bodyPr>
          <a:lstStyle/>
          <a:p>
            <a:pPr algn="l"/>
            <a:r>
              <a:rPr sz="1000" b="1">
                <a:solidFill>
                  <a:srgbClr val="FFFFFF"/>
                </a:solidFill>
              </a:rPr>
              <a:t>3s.</a:t>
            </a:r>
          </a:p>
        </p:txBody>
      </p:sp>
      <p:sp>
        <p:nvSpPr>
          <p:cNvPr id="26" name="Rounded Rectangle 25"/>
          <p:cNvSpPr/>
          <p:nvPr/>
        </p:nvSpPr>
        <p:spPr>
          <a:xfrm>
            <a:off x="4681728" y="2267712"/>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Rounded Rectangle 26"/>
          <p:cNvSpPr/>
          <p:nvPr/>
        </p:nvSpPr>
        <p:spPr>
          <a:xfrm>
            <a:off x="6510528" y="2267712"/>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Rounded Rectangle 27"/>
          <p:cNvSpPr/>
          <p:nvPr/>
        </p:nvSpPr>
        <p:spPr>
          <a:xfrm>
            <a:off x="8339328" y="2267712"/>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Rounded Rectangle 28"/>
          <p:cNvSpPr/>
          <p:nvPr/>
        </p:nvSpPr>
        <p:spPr>
          <a:xfrm>
            <a:off x="10168128" y="2267712"/>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p:cNvSpPr txBox="1"/>
          <p:nvPr/>
        </p:nvSpPr>
        <p:spPr>
          <a:xfrm>
            <a:off x="243840" y="2779776"/>
            <a:ext cx="341376" cy="502573"/>
          </a:xfrm>
          <a:prstGeom prst="rect">
            <a:avLst/>
          </a:prstGeom>
          <a:noFill/>
        </p:spPr>
        <p:txBody>
          <a:bodyPr wrap="square">
            <a:spAutoFit/>
          </a:bodyPr>
          <a:lstStyle/>
          <a:p>
            <a:pPr algn="l"/>
            <a:r>
              <a:rPr sz="1333" b="1">
                <a:solidFill>
                  <a:srgbClr val="0B4A89"/>
                </a:solidFill>
              </a:rPr>
              <a:t>F3</a:t>
            </a:r>
          </a:p>
        </p:txBody>
      </p:sp>
      <p:sp>
        <p:nvSpPr>
          <p:cNvPr id="31" name="TextBox 30"/>
          <p:cNvSpPr txBox="1"/>
          <p:nvPr/>
        </p:nvSpPr>
        <p:spPr>
          <a:xfrm>
            <a:off x="633984" y="2779775"/>
            <a:ext cx="2097024" cy="266676"/>
          </a:xfrm>
          <a:prstGeom prst="rect">
            <a:avLst/>
          </a:prstGeom>
          <a:noFill/>
        </p:spPr>
        <p:txBody>
          <a:bodyPr wrap="square">
            <a:spAutoFit/>
          </a:bodyPr>
          <a:lstStyle/>
          <a:p>
            <a:pPr algn="l"/>
            <a:r>
              <a:rPr sz="1133" b="1">
                <a:solidFill>
                  <a:srgbClr val="0E1116"/>
                </a:solidFill>
              </a:rPr>
              <a:t>Coup de pied arrétés</a:t>
            </a:r>
          </a:p>
        </p:txBody>
      </p:sp>
      <p:sp>
        <p:nvSpPr>
          <p:cNvPr id="32" name="Rounded Rectangle 31"/>
          <p:cNvSpPr/>
          <p:nvPr/>
        </p:nvSpPr>
        <p:spPr>
          <a:xfrm>
            <a:off x="2852928" y="2779775"/>
            <a:ext cx="1731264" cy="316992"/>
          </a:xfrm>
          <a:prstGeom prst="roundRect">
            <a:avLst>
              <a:gd name="adj" fmla="val 30769"/>
            </a:avLst>
          </a:prstGeom>
          <a:solidFill>
            <a:srgbClr val="0B4A89"/>
          </a:solidFill>
          <a:ln>
            <a:solidFill>
              <a:srgbClr val="0B4A8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2901696" y="2816351"/>
            <a:ext cx="1682496" cy="246221"/>
          </a:xfrm>
          <a:prstGeom prst="rect">
            <a:avLst/>
          </a:prstGeom>
          <a:noFill/>
        </p:spPr>
        <p:txBody>
          <a:bodyPr wrap="square">
            <a:spAutoFit/>
          </a:bodyPr>
          <a:lstStyle/>
          <a:p>
            <a:pPr algn="l"/>
            <a:r>
              <a:rPr sz="1000" b="1">
                <a:solidFill>
                  <a:srgbClr val="FFFFFF"/>
                </a:solidFill>
              </a:rPr>
              <a:t>3s.</a:t>
            </a:r>
          </a:p>
        </p:txBody>
      </p:sp>
      <p:sp>
        <p:nvSpPr>
          <p:cNvPr id="34" name="Rounded Rectangle 33"/>
          <p:cNvSpPr/>
          <p:nvPr/>
        </p:nvSpPr>
        <p:spPr>
          <a:xfrm>
            <a:off x="4681728" y="2779775"/>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Rounded Rectangle 34"/>
          <p:cNvSpPr/>
          <p:nvPr/>
        </p:nvSpPr>
        <p:spPr>
          <a:xfrm>
            <a:off x="6510528" y="2779775"/>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Rounded Rectangle 35"/>
          <p:cNvSpPr/>
          <p:nvPr/>
        </p:nvSpPr>
        <p:spPr>
          <a:xfrm>
            <a:off x="8339328" y="2779775"/>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Rounded Rectangle 36"/>
          <p:cNvSpPr/>
          <p:nvPr/>
        </p:nvSpPr>
        <p:spPr>
          <a:xfrm>
            <a:off x="10168128" y="2779775"/>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8" name="TextBox 37"/>
          <p:cNvSpPr txBox="1"/>
          <p:nvPr/>
        </p:nvSpPr>
        <p:spPr>
          <a:xfrm>
            <a:off x="243840" y="3291840"/>
            <a:ext cx="341376" cy="502573"/>
          </a:xfrm>
          <a:prstGeom prst="rect">
            <a:avLst/>
          </a:prstGeom>
          <a:noFill/>
        </p:spPr>
        <p:txBody>
          <a:bodyPr wrap="square">
            <a:spAutoFit/>
          </a:bodyPr>
          <a:lstStyle/>
          <a:p>
            <a:pPr algn="l"/>
            <a:r>
              <a:rPr sz="1333" b="1">
                <a:solidFill>
                  <a:srgbClr val="0B61AC"/>
                </a:solidFill>
              </a:rPr>
              <a:t>A1</a:t>
            </a:r>
          </a:p>
        </p:txBody>
      </p:sp>
      <p:sp>
        <p:nvSpPr>
          <p:cNvPr id="39" name="TextBox 38"/>
          <p:cNvSpPr txBox="1"/>
          <p:nvPr/>
        </p:nvSpPr>
        <p:spPr>
          <a:xfrm>
            <a:off x="633984" y="3291839"/>
            <a:ext cx="2097024" cy="441018"/>
          </a:xfrm>
          <a:prstGeom prst="rect">
            <a:avLst/>
          </a:prstGeom>
          <a:noFill/>
        </p:spPr>
        <p:txBody>
          <a:bodyPr wrap="square">
            <a:spAutoFit/>
          </a:bodyPr>
          <a:lstStyle/>
          <a:p>
            <a:pPr algn="l"/>
            <a:r>
              <a:rPr sz="1133" b="1">
                <a:solidFill>
                  <a:srgbClr val="0E1116"/>
                </a:solidFill>
              </a:rPr>
              <a:t>Avoir plus d'impact défensif</a:t>
            </a:r>
          </a:p>
        </p:txBody>
      </p:sp>
      <p:sp>
        <p:nvSpPr>
          <p:cNvPr id="40" name="Rounded Rectangle 39"/>
          <p:cNvSpPr/>
          <p:nvPr/>
        </p:nvSpPr>
        <p:spPr>
          <a:xfrm>
            <a:off x="2852928" y="3291839"/>
            <a:ext cx="3560064" cy="316992"/>
          </a:xfrm>
          <a:prstGeom prst="roundRect">
            <a:avLst>
              <a:gd name="adj" fmla="val 30769"/>
            </a:avLst>
          </a:prstGeom>
          <a:solidFill>
            <a:srgbClr val="0B61AC"/>
          </a:solidFill>
          <a:ln>
            <a:solidFill>
              <a:srgbClr val="0B6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TextBox 40"/>
          <p:cNvSpPr txBox="1"/>
          <p:nvPr/>
        </p:nvSpPr>
        <p:spPr>
          <a:xfrm>
            <a:off x="2901696" y="3328415"/>
            <a:ext cx="3511296" cy="246221"/>
          </a:xfrm>
          <a:prstGeom prst="rect">
            <a:avLst/>
          </a:prstGeom>
          <a:noFill/>
        </p:spPr>
        <p:txBody>
          <a:bodyPr wrap="square">
            <a:spAutoFit/>
          </a:bodyPr>
          <a:lstStyle/>
          <a:p>
            <a:pPr algn="l"/>
            <a:r>
              <a:rPr sz="1000" b="1">
                <a:solidFill>
                  <a:srgbClr val="FFFFFF"/>
                </a:solidFill>
              </a:rPr>
              <a:t>6s.</a:t>
            </a:r>
          </a:p>
        </p:txBody>
      </p:sp>
      <p:sp>
        <p:nvSpPr>
          <p:cNvPr id="42" name="Rounded Rectangle 41"/>
          <p:cNvSpPr/>
          <p:nvPr/>
        </p:nvSpPr>
        <p:spPr>
          <a:xfrm>
            <a:off x="6510528" y="3291839"/>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Rounded Rectangle 42"/>
          <p:cNvSpPr/>
          <p:nvPr/>
        </p:nvSpPr>
        <p:spPr>
          <a:xfrm>
            <a:off x="8339328" y="3291839"/>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Rounded Rectangle 43"/>
          <p:cNvSpPr/>
          <p:nvPr/>
        </p:nvSpPr>
        <p:spPr>
          <a:xfrm>
            <a:off x="10168128" y="3291839"/>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TextBox 44"/>
          <p:cNvSpPr txBox="1"/>
          <p:nvPr/>
        </p:nvSpPr>
        <p:spPr>
          <a:xfrm>
            <a:off x="243840" y="3803904"/>
            <a:ext cx="341376" cy="502573"/>
          </a:xfrm>
          <a:prstGeom prst="rect">
            <a:avLst/>
          </a:prstGeom>
          <a:noFill/>
        </p:spPr>
        <p:txBody>
          <a:bodyPr wrap="square">
            <a:spAutoFit/>
          </a:bodyPr>
          <a:lstStyle/>
          <a:p>
            <a:pPr algn="l"/>
            <a:r>
              <a:rPr sz="1333" b="1">
                <a:solidFill>
                  <a:srgbClr val="0B61AC"/>
                </a:solidFill>
              </a:rPr>
              <a:t>A2</a:t>
            </a:r>
          </a:p>
        </p:txBody>
      </p:sp>
      <p:sp>
        <p:nvSpPr>
          <p:cNvPr id="46" name="TextBox 45"/>
          <p:cNvSpPr txBox="1"/>
          <p:nvPr/>
        </p:nvSpPr>
        <p:spPr>
          <a:xfrm>
            <a:off x="633984" y="3803903"/>
            <a:ext cx="2097024" cy="441018"/>
          </a:xfrm>
          <a:prstGeom prst="rect">
            <a:avLst/>
          </a:prstGeom>
          <a:noFill/>
        </p:spPr>
        <p:txBody>
          <a:bodyPr wrap="square">
            <a:spAutoFit/>
          </a:bodyPr>
          <a:lstStyle/>
          <a:p>
            <a:pPr algn="l"/>
            <a:r>
              <a:rPr sz="1133" b="1">
                <a:solidFill>
                  <a:srgbClr val="0E1116"/>
                </a:solidFill>
              </a:rPr>
              <a:t>Une capacité a changer de rythme</a:t>
            </a:r>
          </a:p>
        </p:txBody>
      </p:sp>
      <p:sp>
        <p:nvSpPr>
          <p:cNvPr id="47" name="Rounded Rectangle 46"/>
          <p:cNvSpPr/>
          <p:nvPr/>
        </p:nvSpPr>
        <p:spPr>
          <a:xfrm>
            <a:off x="2852928" y="3803903"/>
            <a:ext cx="3560064" cy="316992"/>
          </a:xfrm>
          <a:prstGeom prst="roundRect">
            <a:avLst>
              <a:gd name="adj" fmla="val 30769"/>
            </a:avLst>
          </a:prstGeom>
          <a:solidFill>
            <a:srgbClr val="0B61AC"/>
          </a:solidFill>
          <a:ln>
            <a:solidFill>
              <a:srgbClr val="0B6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8" name="TextBox 47"/>
          <p:cNvSpPr txBox="1"/>
          <p:nvPr/>
        </p:nvSpPr>
        <p:spPr>
          <a:xfrm>
            <a:off x="2901696" y="3840479"/>
            <a:ext cx="3511296" cy="246221"/>
          </a:xfrm>
          <a:prstGeom prst="rect">
            <a:avLst/>
          </a:prstGeom>
          <a:noFill/>
        </p:spPr>
        <p:txBody>
          <a:bodyPr wrap="square">
            <a:spAutoFit/>
          </a:bodyPr>
          <a:lstStyle/>
          <a:p>
            <a:pPr algn="l"/>
            <a:r>
              <a:rPr sz="1000" b="1">
                <a:solidFill>
                  <a:srgbClr val="FFFFFF"/>
                </a:solidFill>
              </a:rPr>
              <a:t>6s.</a:t>
            </a:r>
          </a:p>
        </p:txBody>
      </p:sp>
      <p:sp>
        <p:nvSpPr>
          <p:cNvPr id="49" name="Rounded Rectangle 48"/>
          <p:cNvSpPr/>
          <p:nvPr/>
        </p:nvSpPr>
        <p:spPr>
          <a:xfrm>
            <a:off x="6510528" y="3803903"/>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0" name="Rounded Rectangle 49"/>
          <p:cNvSpPr/>
          <p:nvPr/>
        </p:nvSpPr>
        <p:spPr>
          <a:xfrm>
            <a:off x="8339328" y="3803903"/>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1" name="Rounded Rectangle 50"/>
          <p:cNvSpPr/>
          <p:nvPr/>
        </p:nvSpPr>
        <p:spPr>
          <a:xfrm>
            <a:off x="10168128" y="3803903"/>
            <a:ext cx="1731264" cy="316992"/>
          </a:xfrm>
          <a:prstGeom prst="roundRect">
            <a:avLst>
              <a:gd name="adj" fmla="val 30769"/>
            </a:avLst>
          </a:prstGeom>
          <a:solidFill>
            <a:srgbClr val="F2F6FB"/>
          </a:solidFill>
          <a:ln w="6350">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Rounded Rectangle 51"/>
          <p:cNvSpPr/>
          <p:nvPr/>
        </p:nvSpPr>
        <p:spPr>
          <a:xfrm>
            <a:off x="243840" y="4364736"/>
            <a:ext cx="487680" cy="219456"/>
          </a:xfrm>
          <a:prstGeom prst="roundRect">
            <a:avLst>
              <a:gd name="adj" fmla="val 44444"/>
            </a:avLst>
          </a:prstGeom>
          <a:solidFill>
            <a:srgbClr val="0B4A89"/>
          </a:solidFill>
          <a:ln>
            <a:solidFill>
              <a:srgbClr val="0B4A8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3" name="TextBox 52"/>
          <p:cNvSpPr txBox="1"/>
          <p:nvPr/>
        </p:nvSpPr>
        <p:spPr>
          <a:xfrm>
            <a:off x="804672" y="4364737"/>
            <a:ext cx="1219200" cy="256545"/>
          </a:xfrm>
          <a:prstGeom prst="rect">
            <a:avLst/>
          </a:prstGeom>
          <a:noFill/>
        </p:spPr>
        <p:txBody>
          <a:bodyPr wrap="square">
            <a:spAutoFit/>
          </a:bodyPr>
          <a:lstStyle/>
          <a:p>
            <a:pPr algn="l"/>
            <a:r>
              <a:rPr sz="1067">
                <a:solidFill>
                  <a:srgbClr val="5E6B82"/>
                </a:solidFill>
              </a:rPr>
              <a:t>Force</a:t>
            </a:r>
          </a:p>
        </p:txBody>
      </p:sp>
      <p:sp>
        <p:nvSpPr>
          <p:cNvPr id="54" name="Rounded Rectangle 53"/>
          <p:cNvSpPr/>
          <p:nvPr/>
        </p:nvSpPr>
        <p:spPr>
          <a:xfrm>
            <a:off x="2438400" y="4364736"/>
            <a:ext cx="487680" cy="219456"/>
          </a:xfrm>
          <a:prstGeom prst="roundRect">
            <a:avLst>
              <a:gd name="adj" fmla="val 44444"/>
            </a:avLst>
          </a:prstGeom>
          <a:solidFill>
            <a:srgbClr val="0B61AC"/>
          </a:solidFill>
          <a:ln>
            <a:solidFill>
              <a:srgbClr val="0B6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5" name="TextBox 54"/>
          <p:cNvSpPr txBox="1"/>
          <p:nvPr/>
        </p:nvSpPr>
        <p:spPr>
          <a:xfrm>
            <a:off x="2999232" y="4364737"/>
            <a:ext cx="1950720" cy="256545"/>
          </a:xfrm>
          <a:prstGeom prst="rect">
            <a:avLst/>
          </a:prstGeom>
          <a:noFill/>
        </p:spPr>
        <p:txBody>
          <a:bodyPr wrap="square">
            <a:spAutoFit/>
          </a:bodyPr>
          <a:lstStyle/>
          <a:p>
            <a:pPr algn="l"/>
            <a:r>
              <a:rPr sz="1067">
                <a:solidFill>
                  <a:srgbClr val="5E6B82"/>
                </a:solidFill>
              </a:rPr>
              <a:t>Axe d'amélioration</a:t>
            </a:r>
          </a:p>
        </p:txBody>
      </p:sp>
      <p:sp>
        <p:nvSpPr>
          <p:cNvPr id="56" name="TextBox 55"/>
          <p:cNvSpPr txBox="1"/>
          <p:nvPr/>
        </p:nvSpPr>
        <p:spPr>
          <a:xfrm>
            <a:off x="5120640" y="4364736"/>
            <a:ext cx="6827520" cy="246221"/>
          </a:xfrm>
          <a:prstGeom prst="rect">
            <a:avLst/>
          </a:prstGeom>
          <a:noFill/>
        </p:spPr>
        <p:txBody>
          <a:bodyPr wrap="square">
            <a:spAutoFit/>
          </a:bodyPr>
          <a:lstStyle/>
          <a:p>
            <a:pPr algn="l"/>
            <a:r>
              <a:rPr sz="1000">
                <a:solidFill>
                  <a:srgbClr val="5E6B82"/>
                </a:solidFill>
              </a:rPr>
              <a:t>Chaque cycle de 3 semaines se clôt par un point d'étape. Le Bilan 2 alimente les KPI.</a:t>
            </a:r>
          </a:p>
        </p:txBody>
      </p:sp>
      <p:sp>
        <p:nvSpPr>
          <p:cNvPr id="61" name="Rectangle 60">
            <a:extLst>
              <a:ext uri="{FF2B5EF4-FFF2-40B4-BE49-F238E27FC236}">
                <a16:creationId xmlns:a16="http://schemas.microsoft.com/office/drawing/2014/main" id="{E632B3E1-3C2A-6164-BA39-4045FA160F54}"/>
              </a:ext>
            </a:extLst>
          </p:cNvPr>
          <p:cNvSpPr/>
          <p:nvPr/>
        </p:nvSpPr>
        <p:spPr>
          <a:xfrm>
            <a:off x="0" y="0"/>
            <a:ext cx="12192000" cy="714929"/>
          </a:xfrm>
          <a:prstGeom prst="rect">
            <a:avLst/>
          </a:prstGeom>
          <a:solidFill>
            <a:srgbClr val="0B4A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cSld>
  <p:clrMapOvr>
    <a:masterClrMapping/>
  </p:clrMapOvr>
</p:sld>
</file>

<file path=ppt/theme/theme1.xml><?xml version="1.0" encoding="utf-8"?>
<a:theme xmlns:a="http://schemas.openxmlformats.org/drawingml/2006/main" name="Office">
  <a:themeElements>
    <a:clrScheme name="Benutzerdefiniert 90">
      <a:dk1>
        <a:sysClr val="windowText" lastClr="000000"/>
      </a:dk1>
      <a:lt1>
        <a:sysClr val="window" lastClr="FFFFFF"/>
      </a:lt1>
      <a:dk2>
        <a:srgbClr val="7F7F7F"/>
      </a:dk2>
      <a:lt2>
        <a:srgbClr val="D8D8D8"/>
      </a:lt2>
      <a:accent1>
        <a:srgbClr val="0B4A89"/>
      </a:accent1>
      <a:accent2>
        <a:srgbClr val="0B61AC"/>
      </a:accent2>
      <a:accent3>
        <a:srgbClr val="3C81BD"/>
      </a:accent3>
      <a:accent4>
        <a:srgbClr val="6DA0CD"/>
      </a:accent4>
      <a:accent5>
        <a:srgbClr val="9DC0DE"/>
      </a:accent5>
      <a:accent6>
        <a:srgbClr val="CEDFEE"/>
      </a:accent6>
      <a:hlink>
        <a:srgbClr val="000000"/>
      </a:hlink>
      <a:folHlink>
        <a:srgbClr val="000000"/>
      </a:folHlink>
    </a:clrScheme>
    <a:fontScheme name="Benutzerdefiniert 68">
      <a:majorFont>
        <a:latin typeface="OM Marseille Light"/>
        <a:ea typeface=""/>
        <a:cs typeface=""/>
      </a:majorFont>
      <a:minorFont>
        <a:latin typeface="OM Marseille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288000" tIns="144000" rIns="144000" bIns="144000" rtlCol="0" anchor="t" anchorCtr="0"/>
      <a:lstStyle>
        <a:defPPr algn="l">
          <a:defRPr sz="1400" dirty="0" err="1"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OM_PowerPoint_2026-02-27.potx" id="{DF3612FC-EDCE-4203-8D57-49F1927BD6EC}" vid="{48407813-946E-4201-8363-4C3D5CF0F9C2}"/>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Benutzerdefiniert 68">
      <a:majorFont>
        <a:latin typeface="OM Marseille Light"/>
        <a:ea typeface=""/>
        <a:cs typeface=""/>
      </a:majorFont>
      <a:minorFont>
        <a:latin typeface="OM Marseille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Benutzerdefiniert 68">
      <a:majorFont>
        <a:latin typeface="OM Marseille Light"/>
        <a:ea typeface=""/>
        <a:cs typeface=""/>
      </a:majorFont>
      <a:minorFont>
        <a:latin typeface="OM Marseille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46a9755-ea29-48fa-9f0b-19b0b314d595">
      <Terms xmlns="http://schemas.microsoft.com/office/infopath/2007/PartnerControls"/>
    </lcf76f155ced4ddcb4097134ff3c332f>
    <TaxCatchAll xmlns="7d123aa0-5a38-4c1d-9f73-855f6819511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F44338EC5E43C46971D0A4FF51A45E8" ma:contentTypeVersion="10" ma:contentTypeDescription="Crée un document." ma:contentTypeScope="" ma:versionID="d5126d556fffeee4c375c5b45702895e">
  <xsd:schema xmlns:xsd="http://www.w3.org/2001/XMLSchema" xmlns:xs="http://www.w3.org/2001/XMLSchema" xmlns:p="http://schemas.microsoft.com/office/2006/metadata/properties" xmlns:ns2="046a9755-ea29-48fa-9f0b-19b0b314d595" xmlns:ns3="7d123aa0-5a38-4c1d-9f73-855f68195115" targetNamespace="http://schemas.microsoft.com/office/2006/metadata/properties" ma:root="true" ma:fieldsID="594847fc14e78f85b38718fbc01a5d6f" ns2:_="" ns3:_="">
    <xsd:import namespace="046a9755-ea29-48fa-9f0b-19b0b314d595"/>
    <xsd:import namespace="7d123aa0-5a38-4c1d-9f73-855f6819511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6a9755-ea29-48fa-9f0b-19b0b314d5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Balises d’images" ma:readOnly="false" ma:fieldId="{5cf76f15-5ced-4ddc-b409-7134ff3c332f}" ma:taxonomyMulti="true" ma:sspId="f88b8358-9c83-4b24-b5de-0c1930eec460"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d123aa0-5a38-4c1d-9f73-855f68195115"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fcfd969d-a947-495f-b92d-b381bb392a73}" ma:internalName="TaxCatchAll" ma:showField="CatchAllData" ma:web="7d123aa0-5a38-4c1d-9f73-855f6819511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22F5CE-35F4-49AE-8D5A-0F83C5609FD9}">
  <ds:schemaRefs>
    <ds:schemaRef ds:uri="http://schemas.microsoft.com/sharepoint/v3/contenttype/forms"/>
  </ds:schemaRefs>
</ds:datastoreItem>
</file>

<file path=customXml/itemProps2.xml><?xml version="1.0" encoding="utf-8"?>
<ds:datastoreItem xmlns:ds="http://schemas.openxmlformats.org/officeDocument/2006/customXml" ds:itemID="{A29D3CE5-AFB3-4DE2-BF48-0E041A51255C}">
  <ds:schemaRefs>
    <ds:schemaRef ds:uri="http://schemas.microsoft.com/office/2006/metadata/properties"/>
    <ds:schemaRef ds:uri="http://schemas.microsoft.com/office/infopath/2007/PartnerControls"/>
    <ds:schemaRef ds:uri="046a9755-ea29-48fa-9f0b-19b0b314d595"/>
    <ds:schemaRef ds:uri="7d123aa0-5a38-4c1d-9f73-855f68195115"/>
  </ds:schemaRefs>
</ds:datastoreItem>
</file>

<file path=customXml/itemProps3.xml><?xml version="1.0" encoding="utf-8"?>
<ds:datastoreItem xmlns:ds="http://schemas.openxmlformats.org/officeDocument/2006/customXml" ds:itemID="{E612E0F1-03AF-4890-BB6D-96301D0B56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6a9755-ea29-48fa-9f0b-19b0b314d595"/>
    <ds:schemaRef ds:uri="7d123aa0-5a38-4c1d-9f73-855f6819511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OM_PowerPoint_2026-2027</Template>
  <TotalTime>0</TotalTime>
  <Words>335</Words>
  <Application>Microsoft Office PowerPoint</Application>
  <PresentationFormat>Grand écran</PresentationFormat>
  <Paragraphs>101</Paragraphs>
  <Slides>5</Slides>
  <Notes>0</Notes>
  <HiddenSlides>0</HiddenSlides>
  <MMClips>2</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5</vt:i4>
      </vt:variant>
    </vt:vector>
  </HeadingPairs>
  <TitlesOfParts>
    <vt:vector size="9" baseType="lpstr">
      <vt:lpstr>OM Marseille Medium</vt:lpstr>
      <vt:lpstr>Arial</vt:lpstr>
      <vt:lpstr>OM Marseille Light</vt:lpstr>
      <vt:lpstr>Office</vt:lpstr>
      <vt:lpstr>PLAN DE DEVELOPPEMENT INDIVIDUEL</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Sébastien Renaud</dc:creator>
  <cp:lastModifiedBy>Sébastien Renaud</cp:lastModifiedBy>
  <cp:revision>1</cp:revision>
  <dcterms:created xsi:type="dcterms:W3CDTF">2026-06-27T15:23:11Z</dcterms:created>
  <dcterms:modified xsi:type="dcterms:W3CDTF">2026-06-28T16:19:38Z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0x010100CF44338EC5E43C46971D0A4FF51A45E8</vt:lpwstr>
  </property>
</Properties>
</file>