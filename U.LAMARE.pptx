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91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55CA5-9912-034A-90D2-B3A44763EDAD}" v="1" dt="2026-08-06T07:45:39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46:21.170" v="30" actId="1076"/>
      <pc:docMkLst>
        <pc:docMk/>
      </pc:docMkLst>
      <pc:sldChg chg="addSp delSp modSp mod">
        <pc:chgData name="Lucas Genty" userId="0ff89410-5e71-4be0-bd77-4c071ba329e4" providerId="ADAL" clId="{299A151C-5B74-5660-9229-42BC38DFE690}" dt="2026-08-06T07:46:21.170" v="30" actId="1076"/>
        <pc:sldMkLst>
          <pc:docMk/>
          <pc:sldMk cId="4019395721" sldId="291"/>
        </pc:sldMkLst>
        <pc:spChg chg="del">
          <ac:chgData name="Lucas Genty" userId="0ff89410-5e71-4be0-bd77-4c071ba329e4" providerId="ADAL" clId="{299A151C-5B74-5660-9229-42BC38DFE690}" dt="2026-08-06T07:45:39.539" v="1" actId="478"/>
          <ac:spMkLst>
            <pc:docMk/>
            <pc:sldMk cId="4019395721" sldId="291"/>
            <ac:spMk id="31" creationId="{E391CD64-5DEA-D970-A532-F26C3C4D983A}"/>
          </ac:spMkLst>
        </pc:spChg>
        <pc:spChg chg="del">
          <ac:chgData name="Lucas Genty" userId="0ff89410-5e71-4be0-bd77-4c071ba329e4" providerId="ADAL" clId="{299A151C-5B74-5660-9229-42BC38DFE690}" dt="2026-08-06T07:45:37.865" v="0" actId="478"/>
          <ac:spMkLst>
            <pc:docMk/>
            <pc:sldMk cId="4019395721" sldId="291"/>
            <ac:spMk id="37" creationId="{E9204F4E-E991-2925-96B7-FE56B4475271}"/>
          </ac:spMkLst>
        </pc:spChg>
        <pc:spChg chg="del">
          <ac:chgData name="Lucas Genty" userId="0ff89410-5e71-4be0-bd77-4c071ba329e4" providerId="ADAL" clId="{299A151C-5B74-5660-9229-42BC38DFE690}" dt="2026-08-06T07:45:39.539" v="1" actId="478"/>
          <ac:spMkLst>
            <pc:docMk/>
            <pc:sldMk cId="4019395721" sldId="291"/>
            <ac:spMk id="40" creationId="{39F0AD2C-DC00-A70A-A9CC-424924028CEB}"/>
          </ac:spMkLst>
        </pc:spChg>
        <pc:spChg chg="del">
          <ac:chgData name="Lucas Genty" userId="0ff89410-5e71-4be0-bd77-4c071ba329e4" providerId="ADAL" clId="{299A151C-5B74-5660-9229-42BC38DFE690}" dt="2026-08-06T07:45:37.865" v="0" actId="478"/>
          <ac:spMkLst>
            <pc:docMk/>
            <pc:sldMk cId="4019395721" sldId="291"/>
            <ac:spMk id="41" creationId="{2441C47C-0A32-A257-6C3A-FB5E17036096}"/>
          </ac:spMkLst>
        </pc:spChg>
        <pc:spChg chg="add mod">
          <ac:chgData name="Lucas Genty" userId="0ff89410-5e71-4be0-bd77-4c071ba329e4" providerId="ADAL" clId="{299A151C-5B74-5660-9229-42BC38DFE690}" dt="2026-08-06T07:45:47.591" v="14" actId="20577"/>
          <ac:spMkLst>
            <pc:docMk/>
            <pc:sldMk cId="4019395721" sldId="291"/>
            <ac:spMk id="46" creationId="{D7AA62A1-FD2E-FB7C-77DB-704863FBE9A0}"/>
          </ac:spMkLst>
        </pc:spChg>
        <pc:spChg chg="add mod">
          <ac:chgData name="Lucas Genty" userId="0ff89410-5e71-4be0-bd77-4c071ba329e4" providerId="ADAL" clId="{299A151C-5B74-5660-9229-42BC38DFE690}" dt="2026-08-06T07:46:21.170" v="30" actId="1076"/>
          <ac:spMkLst>
            <pc:docMk/>
            <pc:sldMk cId="4019395721" sldId="291"/>
            <ac:spMk id="47" creationId="{3505C1C8-97B3-A5A0-1009-71EE8DD9AC89}"/>
          </ac:spMkLst>
        </pc:spChg>
        <pc:spChg chg="add mod">
          <ac:chgData name="Lucas Genty" userId="0ff89410-5e71-4be0-bd77-4c071ba329e4" providerId="ADAL" clId="{299A151C-5B74-5660-9229-42BC38DFE690}" dt="2026-08-06T07:46:09.984" v="25" actId="20577"/>
          <ac:spMkLst>
            <pc:docMk/>
            <pc:sldMk cId="4019395721" sldId="291"/>
            <ac:spMk id="48" creationId="{D1B6CE52-D97C-A1D1-28C4-B54746B2389E}"/>
          </ac:spMkLst>
        </pc:spChg>
        <pc:spChg chg="add mod">
          <ac:chgData name="Lucas Genty" userId="0ff89410-5e71-4be0-bd77-4c071ba329e4" providerId="ADAL" clId="{299A151C-5B74-5660-9229-42BC38DFE690}" dt="2026-08-06T07:46:16.733" v="29" actId="20577"/>
          <ac:spMkLst>
            <pc:docMk/>
            <pc:sldMk cId="4019395721" sldId="291"/>
            <ac:spMk id="49" creationId="{A3D2544A-E161-31F8-604C-7D013749E31E}"/>
          </ac:spMkLst>
        </pc:spChg>
        <pc:spChg chg="del">
          <ac:chgData name="Lucas Genty" userId="0ff89410-5e71-4be0-bd77-4c071ba329e4" providerId="ADAL" clId="{299A151C-5B74-5660-9229-42BC38DFE690}" dt="2026-08-06T07:45:37.865" v="0" actId="478"/>
          <ac:spMkLst>
            <pc:docMk/>
            <pc:sldMk cId="4019395721" sldId="291"/>
            <ac:spMk id="69" creationId="{4C25CBC1-AD34-2DB8-247C-ECA5B3685417}"/>
          </ac:spMkLst>
        </pc:spChg>
        <pc:spChg chg="del">
          <ac:chgData name="Lucas Genty" userId="0ff89410-5e71-4be0-bd77-4c071ba329e4" providerId="ADAL" clId="{299A151C-5B74-5660-9229-42BC38DFE690}" dt="2026-08-06T07:45:37.865" v="0" actId="478"/>
          <ac:spMkLst>
            <pc:docMk/>
            <pc:sldMk cId="4019395721" sldId="291"/>
            <ac:spMk id="87" creationId="{1C33D095-E050-2696-07C0-15721B1167F9}"/>
          </ac:spMkLst>
        </pc:spChg>
        <pc:spChg chg="del">
          <ac:chgData name="Lucas Genty" userId="0ff89410-5e71-4be0-bd77-4c071ba329e4" providerId="ADAL" clId="{299A151C-5B74-5660-9229-42BC38DFE690}" dt="2026-08-06T07:45:37.865" v="0" actId="478"/>
          <ac:spMkLst>
            <pc:docMk/>
            <pc:sldMk cId="4019395721" sldId="291"/>
            <ac:spMk id="88" creationId="{62F35540-BA47-2A5C-0302-E830AD167945}"/>
          </ac:spMkLst>
        </pc:spChg>
        <pc:spChg chg="del">
          <ac:chgData name="Lucas Genty" userId="0ff89410-5e71-4be0-bd77-4c071ba329e4" providerId="ADAL" clId="{299A151C-5B74-5660-9229-42BC38DFE690}" dt="2026-08-06T07:45:37.865" v="0" actId="478"/>
          <ac:spMkLst>
            <pc:docMk/>
            <pc:sldMk cId="4019395721" sldId="291"/>
            <ac:spMk id="89" creationId="{8E6D29C4-F60A-5559-5EE7-2C401E646D6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875B-154B-9210-5B5C12FD73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UGO LAMARE – </a:t>
            </a:r>
            <a:r>
              <a:rPr lang="fr-FR" dirty="0"/>
              <a:t>2007</a:t>
            </a:r>
          </a:p>
          <a:p>
            <a:r>
              <a:rPr lang="fr-FR" noProof="0" dirty="0"/>
              <a:t>SAISON 2026/2027 </a:t>
            </a:r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C862-9176-1B6F-EB11-D4A061CB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193CD0A0-FEA6-7BCB-B414-A87D25964486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B6B598FF-5803-87F9-C6CA-803F3B477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71B9EA5-D3C2-4E14-0A4F-8C81824EF23F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31F575A-1B81-9DE0-474C-E390E1AD889A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F1ED860-D634-FE0C-E7A3-8509D96D5957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0024287-0EB6-DE5E-1851-5EA5BEBBB428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00D3DCA-0EFD-9364-4AAF-A16561CBCCB8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C318D20D-1409-DC76-83EC-EB8F9302F44D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3DFFF806-27D6-8557-AAC5-D98357C25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F99E5018-0868-F867-00B7-2D30A1FD748A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833872F-5D8C-CD67-B2C0-A9361F7D8438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E0DECD1-7D3B-040E-C9CA-E747FB008BC6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4D37C8F-5E46-9670-B462-DD22B6BD15A6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EDF2792-B4A4-18BB-D6DE-616DC7073A8C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446788AC-9B16-BAB5-7491-D3087CB24B6D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5DF0584-CA33-9A58-E780-68B0A67B457B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3D5FAD40-5AC4-3F5F-456C-18DD42C4D7A7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937677B3-99DF-8EE7-CFDA-CB6189CB936C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5DADCE6-D105-2C85-7001-22DA7B0B8FFC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114EB325-8FAA-433F-ED61-01039BCC672D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AA1561A-199A-5398-43BE-279D379A55C2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E51973CA-8205-2234-C4C7-CCED4B52FC91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9F3755-C849-3080-D085-47D5C1050D90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42E144-A0C4-68D7-9AF0-631736DAF713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E6477F3-818E-CB5F-A1D6-3E68270B47C0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F2B7C67-3E60-DB8E-6C4D-BFE1086D8952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742E318-1820-52D5-DE0C-AF2A93A6B8BB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6BACAA7-07CA-CA4B-F480-CE28D499C201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3E43B65-420D-A811-0033-480B4196F300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5CF419F-A70E-80BE-4671-9E2E3C581D90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C553D6A-5BE8-495A-B533-B7EEB5692B8A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9B98C0D-9CFB-F64E-3246-EF27E125BCC3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2C7DEAD-9513-755D-4941-06CF529DC297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E2DABDE-C86A-943E-2D19-F6E6959A593C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091ED73-254E-3EFC-7B0C-47A706A13BA0}"/>
              </a:ext>
            </a:extLst>
          </p:cNvPr>
          <p:cNvSpPr/>
          <p:nvPr/>
        </p:nvSpPr>
        <p:spPr>
          <a:xfrm>
            <a:off x="2639413" y="3165833"/>
            <a:ext cx="2719446" cy="227313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D8CCF4AD-DAA4-C78F-44DF-E7E6877CD293}"/>
              </a:ext>
            </a:extLst>
          </p:cNvPr>
          <p:cNvSpPr txBox="1"/>
          <p:nvPr/>
        </p:nvSpPr>
        <p:spPr>
          <a:xfrm>
            <a:off x="2675627" y="3185044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16B4779-A521-85B6-D7CF-5D13655BD7B7}"/>
              </a:ext>
            </a:extLst>
          </p:cNvPr>
          <p:cNvSpPr/>
          <p:nvPr/>
        </p:nvSpPr>
        <p:spPr>
          <a:xfrm>
            <a:off x="5464909" y="3161860"/>
            <a:ext cx="2719446" cy="227313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4FC312A-693A-0CCE-440C-AAAC81CE53E4}"/>
              </a:ext>
            </a:extLst>
          </p:cNvPr>
          <p:cNvSpPr/>
          <p:nvPr/>
        </p:nvSpPr>
        <p:spPr>
          <a:xfrm>
            <a:off x="8290405" y="3165833"/>
            <a:ext cx="2719446" cy="227313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AE669E6C-5A12-59D3-4AEC-36B988E4B23F}"/>
              </a:ext>
            </a:extLst>
          </p:cNvPr>
          <p:cNvSpPr txBox="1"/>
          <p:nvPr/>
        </p:nvSpPr>
        <p:spPr>
          <a:xfrm>
            <a:off x="5503006" y="3197236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CDC5ECF1-C0F7-F5CB-436A-FFEE06F1535D}"/>
              </a:ext>
            </a:extLst>
          </p:cNvPr>
          <p:cNvSpPr txBox="1"/>
          <p:nvPr/>
        </p:nvSpPr>
        <p:spPr>
          <a:xfrm>
            <a:off x="8326619" y="3197236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338CAE70-18BA-E55E-16EE-302B48A9223A}"/>
              </a:ext>
            </a:extLst>
          </p:cNvPr>
          <p:cNvSpPr txBox="1"/>
          <p:nvPr/>
        </p:nvSpPr>
        <p:spPr>
          <a:xfrm>
            <a:off x="2875318" y="354178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526406C-5575-86B6-9EA4-8C07D73DEEFB}"/>
              </a:ext>
            </a:extLst>
          </p:cNvPr>
          <p:cNvSpPr/>
          <p:nvPr/>
        </p:nvSpPr>
        <p:spPr>
          <a:xfrm>
            <a:off x="8346497" y="3502123"/>
            <a:ext cx="132154" cy="6959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FE999C6-EE64-2B10-0FE7-A229F25B5277}"/>
              </a:ext>
            </a:extLst>
          </p:cNvPr>
          <p:cNvSpPr/>
          <p:nvPr/>
        </p:nvSpPr>
        <p:spPr>
          <a:xfrm>
            <a:off x="2672506" y="3557015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686569C7-7985-6896-A97A-35F1D48906E6}"/>
              </a:ext>
            </a:extLst>
          </p:cNvPr>
          <p:cNvSpPr txBox="1"/>
          <p:nvPr/>
        </p:nvSpPr>
        <p:spPr>
          <a:xfrm>
            <a:off x="2875318" y="376789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3BCE3E27-F819-22F9-6797-3220BDED3066}"/>
              </a:ext>
            </a:extLst>
          </p:cNvPr>
          <p:cNvSpPr txBox="1"/>
          <p:nvPr/>
        </p:nvSpPr>
        <p:spPr>
          <a:xfrm>
            <a:off x="2875318" y="400564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7544B3A9-0CEE-F6F6-D8F6-6AF451B6F1EF}"/>
              </a:ext>
            </a:extLst>
          </p:cNvPr>
          <p:cNvSpPr txBox="1"/>
          <p:nvPr/>
        </p:nvSpPr>
        <p:spPr>
          <a:xfrm>
            <a:off x="5672755" y="35088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1ère pression sans se faire éliminer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8FBB9674-45EE-2CA2-1820-B6F3C1FB2A1C}"/>
              </a:ext>
            </a:extLst>
          </p:cNvPr>
          <p:cNvSpPr txBox="1"/>
          <p:nvPr/>
        </p:nvSpPr>
        <p:spPr>
          <a:xfrm>
            <a:off x="2875317" y="4243881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balle/Fixation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A4073F5A-98BB-5BEB-2166-E9F1B5ECA343}"/>
              </a:ext>
            </a:extLst>
          </p:cNvPr>
          <p:cNvSpPr txBox="1"/>
          <p:nvPr/>
        </p:nvSpPr>
        <p:spPr>
          <a:xfrm>
            <a:off x="2881414" y="44694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9E06BFAF-99D2-C48B-74FA-262287B3B39A}"/>
              </a:ext>
            </a:extLst>
          </p:cNvPr>
          <p:cNvSpPr txBox="1"/>
          <p:nvPr/>
        </p:nvSpPr>
        <p:spPr>
          <a:xfrm>
            <a:off x="2875318" y="469437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E273EE98-2884-1D29-2B99-E83206F14EE7}"/>
              </a:ext>
            </a:extLst>
          </p:cNvPr>
          <p:cNvSpPr txBox="1"/>
          <p:nvPr/>
        </p:nvSpPr>
        <p:spPr>
          <a:xfrm>
            <a:off x="8560195" y="3480070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Compréhension des espaces à utiliser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59578D7-9365-8429-6D9F-8FB92EF42F77}"/>
              </a:ext>
            </a:extLst>
          </p:cNvPr>
          <p:cNvSpPr txBox="1"/>
          <p:nvPr/>
        </p:nvSpPr>
        <p:spPr>
          <a:xfrm>
            <a:off x="8571081" y="3676013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Marquage / Démarquage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1DBDAB1D-5DB1-6FEF-E664-66F7C7AA4A3A}"/>
              </a:ext>
            </a:extLst>
          </p:cNvPr>
          <p:cNvSpPr txBox="1"/>
          <p:nvPr/>
        </p:nvSpPr>
        <p:spPr>
          <a:xfrm>
            <a:off x="8571081" y="3915640"/>
            <a:ext cx="25863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Déplacement dans la surface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418696A2-6468-2212-EFA5-ECE48A0EA878}"/>
              </a:ext>
            </a:extLst>
          </p:cNvPr>
          <p:cNvSpPr txBox="1"/>
          <p:nvPr/>
        </p:nvSpPr>
        <p:spPr>
          <a:xfrm>
            <a:off x="2875318" y="49471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remise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53205FA3-0605-3880-35A3-3F7D73117CFD}"/>
              </a:ext>
            </a:extLst>
          </p:cNvPr>
          <p:cNvSpPr txBox="1"/>
          <p:nvPr/>
        </p:nvSpPr>
        <p:spPr>
          <a:xfrm>
            <a:off x="8579432" y="413071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dos au but / Protection 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4372C7A4-A0E4-9076-8EE2-77352467E856}"/>
              </a:ext>
            </a:extLst>
          </p:cNvPr>
          <p:cNvSpPr txBox="1"/>
          <p:nvPr/>
        </p:nvSpPr>
        <p:spPr>
          <a:xfrm>
            <a:off x="8579432" y="437078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Attaque de la profondeur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31D5557B-8095-89B5-A6A4-1FABDA862CAF}"/>
              </a:ext>
            </a:extLst>
          </p:cNvPr>
          <p:cNvSpPr txBox="1"/>
          <p:nvPr/>
        </p:nvSpPr>
        <p:spPr>
          <a:xfrm>
            <a:off x="5672755" y="369389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Fermer les lignes de passe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7E623EF-7FD3-DB92-91D1-DF596F534DEC}"/>
              </a:ext>
            </a:extLst>
          </p:cNvPr>
          <p:cNvSpPr txBox="1"/>
          <p:nvPr/>
        </p:nvSpPr>
        <p:spPr>
          <a:xfrm>
            <a:off x="5672755" y="38789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A0FC1893-787A-01CE-AE85-27DFA5AA029D}"/>
              </a:ext>
            </a:extLst>
          </p:cNvPr>
          <p:cNvSpPr txBox="1"/>
          <p:nvPr/>
        </p:nvSpPr>
        <p:spPr>
          <a:xfrm>
            <a:off x="8579240" y="459740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3991A6E-299F-B2D3-11D9-249536576E63}"/>
              </a:ext>
            </a:extLst>
          </p:cNvPr>
          <p:cNvSpPr txBox="1"/>
          <p:nvPr/>
        </p:nvSpPr>
        <p:spPr>
          <a:xfrm>
            <a:off x="8573264" y="481853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et timing des appels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1B2C3243-3DBD-E287-4675-0007716954D3}"/>
              </a:ext>
            </a:extLst>
          </p:cNvPr>
          <p:cNvSpPr txBox="1"/>
          <p:nvPr/>
        </p:nvSpPr>
        <p:spPr>
          <a:xfrm>
            <a:off x="2875317" y="518137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Vitesse d’enchainement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42AFF8A-F37D-CC7D-850D-3BDB3031FA1A}"/>
              </a:ext>
            </a:extLst>
          </p:cNvPr>
          <p:cNvSpPr/>
          <p:nvPr/>
        </p:nvSpPr>
        <p:spPr>
          <a:xfrm>
            <a:off x="2666530" y="3784121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AA21D26-430E-4325-20B6-9988E807D11D}"/>
              </a:ext>
            </a:extLst>
          </p:cNvPr>
          <p:cNvSpPr/>
          <p:nvPr/>
        </p:nvSpPr>
        <p:spPr>
          <a:xfrm>
            <a:off x="2672506" y="4023180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8992529-57AF-ADF9-AE2F-B26339AF9FE6}"/>
              </a:ext>
            </a:extLst>
          </p:cNvPr>
          <p:cNvSpPr/>
          <p:nvPr/>
        </p:nvSpPr>
        <p:spPr>
          <a:xfrm>
            <a:off x="2666529" y="4268215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94339F0-7485-2D4F-C8D4-5A17A26B8650}"/>
              </a:ext>
            </a:extLst>
          </p:cNvPr>
          <p:cNvSpPr/>
          <p:nvPr/>
        </p:nvSpPr>
        <p:spPr>
          <a:xfrm>
            <a:off x="2666529" y="4483368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28A39136-EEB4-F4DC-4D10-5D2318435DE0}"/>
              </a:ext>
            </a:extLst>
          </p:cNvPr>
          <p:cNvSpPr/>
          <p:nvPr/>
        </p:nvSpPr>
        <p:spPr>
          <a:xfrm>
            <a:off x="2666529" y="4704497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37DFBE9-18AF-8C17-FFC5-997AB674A959}"/>
              </a:ext>
            </a:extLst>
          </p:cNvPr>
          <p:cNvSpPr/>
          <p:nvPr/>
        </p:nvSpPr>
        <p:spPr>
          <a:xfrm>
            <a:off x="2666529" y="4931603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00A609F-0949-C948-7412-00D7A457214C}"/>
              </a:ext>
            </a:extLst>
          </p:cNvPr>
          <p:cNvSpPr/>
          <p:nvPr/>
        </p:nvSpPr>
        <p:spPr>
          <a:xfrm>
            <a:off x="2666529" y="5176638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141D573-D030-ACB8-39AD-7BDC38113A0A}"/>
              </a:ext>
            </a:extLst>
          </p:cNvPr>
          <p:cNvSpPr/>
          <p:nvPr/>
        </p:nvSpPr>
        <p:spPr>
          <a:xfrm>
            <a:off x="5495122" y="3521906"/>
            <a:ext cx="132154" cy="695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CF84ABD-8893-B03F-14EB-7A5FB0FCE852}"/>
              </a:ext>
            </a:extLst>
          </p:cNvPr>
          <p:cNvSpPr/>
          <p:nvPr/>
        </p:nvSpPr>
        <p:spPr>
          <a:xfrm>
            <a:off x="5499376" y="3712404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76FC589-DE9F-89DA-D328-02CB307CA649}"/>
              </a:ext>
            </a:extLst>
          </p:cNvPr>
          <p:cNvSpPr/>
          <p:nvPr/>
        </p:nvSpPr>
        <p:spPr>
          <a:xfrm>
            <a:off x="5499376" y="3891698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2F75A7D-A2FA-BB35-D14D-F639BA448229}"/>
              </a:ext>
            </a:extLst>
          </p:cNvPr>
          <p:cNvSpPr/>
          <p:nvPr/>
        </p:nvSpPr>
        <p:spPr>
          <a:xfrm>
            <a:off x="8346497" y="3705323"/>
            <a:ext cx="132154" cy="6959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D6BDA02-65CA-482B-44BA-D2D6D84FAF60}"/>
              </a:ext>
            </a:extLst>
          </p:cNvPr>
          <p:cNvSpPr/>
          <p:nvPr/>
        </p:nvSpPr>
        <p:spPr>
          <a:xfrm>
            <a:off x="8346497" y="3920476"/>
            <a:ext cx="132154" cy="6959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7D4E744-CDA8-DEE6-91BE-805988799A9C}"/>
              </a:ext>
            </a:extLst>
          </p:cNvPr>
          <p:cNvSpPr/>
          <p:nvPr/>
        </p:nvSpPr>
        <p:spPr>
          <a:xfrm>
            <a:off x="8350152" y="4154663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470FE10D-FFCD-9C32-6941-2523A75B3E3D}"/>
              </a:ext>
            </a:extLst>
          </p:cNvPr>
          <p:cNvSpPr/>
          <p:nvPr/>
        </p:nvSpPr>
        <p:spPr>
          <a:xfrm>
            <a:off x="8356129" y="4399698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EF4FF5D-25A5-C76E-D934-969B78967973}"/>
              </a:ext>
            </a:extLst>
          </p:cNvPr>
          <p:cNvSpPr/>
          <p:nvPr/>
        </p:nvSpPr>
        <p:spPr>
          <a:xfrm>
            <a:off x="8356129" y="4614850"/>
            <a:ext cx="132154" cy="695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F35896C-D09E-10F2-D8A7-7C2E1C34DEB3}"/>
              </a:ext>
            </a:extLst>
          </p:cNvPr>
          <p:cNvSpPr/>
          <p:nvPr/>
        </p:nvSpPr>
        <p:spPr>
          <a:xfrm>
            <a:off x="8364427" y="4840853"/>
            <a:ext cx="132154" cy="6959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E2252CC-265F-5E97-F845-86308B1381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891A493-9102-4202-FCBA-D375532860DB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8AF113-C281-A68D-5DFA-5345F924E5D2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D646AE-B67D-4B26-1CFA-47D0B4AAA690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DA0D49-634C-0163-1A22-79AE7F9D0F3A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239D15-CD8B-7E7E-91F1-0E6F3D2E86F3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67" name="Graphique 66">
            <a:extLst>
              <a:ext uri="{FF2B5EF4-FFF2-40B4-BE49-F238E27FC236}">
                <a16:creationId xmlns:a16="http://schemas.microsoft.com/office/drawing/2014/main" id="{6239E536-B913-DA6F-77B1-EFCA0A89F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D174163A-9002-A843-432C-B78E8051DA4C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29D742C-4AD9-3693-84B4-959CD1DDB938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6179814-6062-D233-C281-9BC9D06B7828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B6DDABF-B346-EE6F-2F96-896F62CB959F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A83D7CC-4710-26F4-DC0D-BA5510D4B64E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B309F81-1FF8-4142-DEA4-2136DE48C621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5C550D5-FCD8-A2B9-60E7-3EA68ADCC518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C9824CF-3FD0-55C6-2598-B5F2E84F1171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850853B-221A-DAA9-F42E-65D0EA82139A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152016B3-1F33-1F0C-22CA-C5027B1FF15E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85" name="Image 184">
            <a:extLst>
              <a:ext uri="{FF2B5EF4-FFF2-40B4-BE49-F238E27FC236}">
                <a16:creationId xmlns:a16="http://schemas.microsoft.com/office/drawing/2014/main" id="{7F917F45-256A-BEBA-3999-8384892FC5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AECB61-696C-9204-7D1B-5FD3DD28C2DA}"/>
              </a:ext>
            </a:extLst>
          </p:cNvPr>
          <p:cNvSpPr/>
          <p:nvPr/>
        </p:nvSpPr>
        <p:spPr>
          <a:xfrm>
            <a:off x="3139420" y="179520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16C4C-C5F3-3B1C-B440-6721F22DF20C}"/>
              </a:ext>
            </a:extLst>
          </p:cNvPr>
          <p:cNvSpPr/>
          <p:nvPr/>
        </p:nvSpPr>
        <p:spPr>
          <a:xfrm>
            <a:off x="3868965" y="17891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00EA13-176D-3608-1E18-B4C4E323B0B1}"/>
              </a:ext>
            </a:extLst>
          </p:cNvPr>
          <p:cNvSpPr/>
          <p:nvPr/>
        </p:nvSpPr>
        <p:spPr>
          <a:xfrm>
            <a:off x="4603520" y="178301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152A5-6E88-308A-B4D7-301034D158D5}"/>
              </a:ext>
            </a:extLst>
          </p:cNvPr>
          <p:cNvSpPr/>
          <p:nvPr/>
        </p:nvSpPr>
        <p:spPr>
          <a:xfrm>
            <a:off x="5333065" y="179520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0E64D4-DFB2-0B40-A816-CCC6EB5EA205}"/>
              </a:ext>
            </a:extLst>
          </p:cNvPr>
          <p:cNvSpPr/>
          <p:nvPr/>
        </p:nvSpPr>
        <p:spPr>
          <a:xfrm>
            <a:off x="6061919" y="179520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72EFA85F-6C70-41DB-437A-EAD3BA58C5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849" y="1788718"/>
            <a:ext cx="222863" cy="27857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8D577AA-29D2-8B3D-8B52-45DC544241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219" y="1762690"/>
            <a:ext cx="296513" cy="298061"/>
          </a:xfrm>
          <a:prstGeom prst="rect">
            <a:avLst/>
          </a:prstGeom>
        </p:spPr>
      </p:pic>
      <p:pic>
        <p:nvPicPr>
          <p:cNvPr id="33" name="Graphique 32">
            <a:extLst>
              <a:ext uri="{FF2B5EF4-FFF2-40B4-BE49-F238E27FC236}">
                <a16:creationId xmlns:a16="http://schemas.microsoft.com/office/drawing/2014/main" id="{F79C0A49-7037-9DB7-EAC6-36098799B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45" name="ZoneTexte 44">
            <a:extLst>
              <a:ext uri="{FF2B5EF4-FFF2-40B4-BE49-F238E27FC236}">
                <a16:creationId xmlns:a16="http://schemas.microsoft.com/office/drawing/2014/main" id="{264962C7-F62E-CB0D-2708-7DA58B4B4C0B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  <p:sp>
        <p:nvSpPr>
          <p:cNvPr id="46" name="ZoneTexte 22">
            <a:extLst>
              <a:ext uri="{FF2B5EF4-FFF2-40B4-BE49-F238E27FC236}">
                <a16:creationId xmlns:a16="http://schemas.microsoft.com/office/drawing/2014/main" id="{D7AA62A1-FD2E-FB7C-77DB-704863FBE9A0}"/>
              </a:ext>
            </a:extLst>
          </p:cNvPr>
          <p:cNvSpPr txBox="1"/>
          <p:nvPr/>
        </p:nvSpPr>
        <p:spPr>
          <a:xfrm>
            <a:off x="1322041" y="3030961"/>
            <a:ext cx="8015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25.07.2007</a:t>
            </a:r>
            <a:endParaRPr dirty="0"/>
          </a:p>
        </p:txBody>
      </p:sp>
      <p:sp>
        <p:nvSpPr>
          <p:cNvPr id="47" name="ZoneTexte 22">
            <a:extLst>
              <a:ext uri="{FF2B5EF4-FFF2-40B4-BE49-F238E27FC236}">
                <a16:creationId xmlns:a16="http://schemas.microsoft.com/office/drawing/2014/main" id="{3505C1C8-97B3-A5A0-1009-71EE8DD9AC89}"/>
              </a:ext>
            </a:extLst>
          </p:cNvPr>
          <p:cNvSpPr txBox="1"/>
          <p:nvPr/>
        </p:nvSpPr>
        <p:spPr>
          <a:xfrm>
            <a:off x="1423156" y="3385673"/>
            <a:ext cx="56746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Gauche</a:t>
            </a:r>
            <a:endParaRPr dirty="0"/>
          </a:p>
        </p:txBody>
      </p:sp>
      <p:sp>
        <p:nvSpPr>
          <p:cNvPr id="48" name="ZoneTexte 22">
            <a:extLst>
              <a:ext uri="{FF2B5EF4-FFF2-40B4-BE49-F238E27FC236}">
                <a16:creationId xmlns:a16="http://schemas.microsoft.com/office/drawing/2014/main" id="{D1B6CE52-D97C-A1D1-28C4-B54746B2389E}"/>
              </a:ext>
            </a:extLst>
          </p:cNvPr>
          <p:cNvSpPr txBox="1"/>
          <p:nvPr/>
        </p:nvSpPr>
        <p:spPr>
          <a:xfrm>
            <a:off x="1399146" y="3765633"/>
            <a:ext cx="58509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193.8cm</a:t>
            </a:r>
            <a:endParaRPr dirty="0"/>
          </a:p>
        </p:txBody>
      </p:sp>
      <p:sp>
        <p:nvSpPr>
          <p:cNvPr id="49" name="ZoneTexte 22">
            <a:extLst>
              <a:ext uri="{FF2B5EF4-FFF2-40B4-BE49-F238E27FC236}">
                <a16:creationId xmlns:a16="http://schemas.microsoft.com/office/drawing/2014/main" id="{A3D2544A-E161-31F8-604C-7D013749E31E}"/>
              </a:ext>
            </a:extLst>
          </p:cNvPr>
          <p:cNvSpPr txBox="1"/>
          <p:nvPr/>
        </p:nvSpPr>
        <p:spPr>
          <a:xfrm>
            <a:off x="1428487" y="4180555"/>
            <a:ext cx="501740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83.2Kg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939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446A81B-EE8D-46B0-AF49-D9DA4E36E1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9B66EE-43D2-49FF-898E-DCD517785142}">
  <ds:schemaRefs>
    <ds:schemaRef ds:uri="1d40e6f8-d294-4e0a-a4ec-60755aee44ca"/>
    <ds:schemaRef ds:uri="http://purl.org/dc/elements/1.1/"/>
    <ds:schemaRef ds:uri="http://purl.org/dc/dcmitype/"/>
    <ds:schemaRef ds:uri="d2aa4942-3767-4fb4-b828-61a76fcbf9df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</TotalTime>
  <Words>126</Words>
  <Application>Microsoft Macintosh PowerPoint</Application>
  <PresentationFormat>Grand écran</PresentationFormat>
  <Paragraphs>46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2026-08-04T15:59:59Z</dcterms:created>
  <dcterms:modified xsi:type="dcterms:W3CDTF">2026-08-06T07:46:22Z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