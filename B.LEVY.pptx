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259" r:id="rId6"/>
  </p:sldIdLst>
  <p:sldSz cx="12192000" cy="6858000"/>
  <p:notesSz cx="6858000" cy="9144000"/>
  <p:embeddedFontLst>
    <p:embeddedFont>
      <p:font typeface="OM Marseille Light" pitchFamily="2" charset="77"/>
      <p:regular r:id="rId9"/>
    </p:embeddedFont>
    <p:embeddedFont>
      <p:font typeface="OM Marseille Medium" pitchFamily="2" charset="77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58"/>
  </p:normalViewPr>
  <p:slideViewPr>
    <p:cSldViewPr snapToGrid="0" showGuides="1">
      <p:cViewPr varScale="1">
        <p:scale>
          <a:sx n="105" d="100"/>
          <a:sy n="105" d="100"/>
        </p:scale>
        <p:origin x="472" y="5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Genty" userId="0ff89410-5e71-4be0-bd77-4c071ba329e4" providerId="ADAL" clId="{299A151C-5B74-5660-9229-42BC38DFE690}"/>
    <pc:docChg chg="modSld">
      <pc:chgData name="Lucas Genty" userId="0ff89410-5e71-4be0-bd77-4c071ba329e4" providerId="ADAL" clId="{299A151C-5B74-5660-9229-42BC38DFE690}" dt="2026-08-06T07:28:45.467" v="16" actId="1076"/>
      <pc:docMkLst>
        <pc:docMk/>
      </pc:docMkLst>
      <pc:sldChg chg="modSp mod">
        <pc:chgData name="Lucas Genty" userId="0ff89410-5e71-4be0-bd77-4c071ba329e4" providerId="ADAL" clId="{299A151C-5B74-5660-9229-42BC38DFE690}" dt="2026-08-06T07:28:45.467" v="16" actId="1076"/>
        <pc:sldMkLst>
          <pc:docMk/>
          <pc:sldMk cId="0" sldId="259"/>
        </pc:sldMkLst>
        <pc:spChg chg="mod">
          <ac:chgData name="Lucas Genty" userId="0ff89410-5e71-4be0-bd77-4c071ba329e4" providerId="ADAL" clId="{299A151C-5B74-5660-9229-42BC38DFE690}" dt="2026-08-06T07:28:40.396" v="15" actId="1076"/>
          <ac:spMkLst>
            <pc:docMk/>
            <pc:sldMk cId="0" sldId="259"/>
            <ac:spMk id="422" creationId="{00000000-0000-0000-0000-000000000000}"/>
          </ac:spMkLst>
        </pc:spChg>
        <pc:spChg chg="mod">
          <ac:chgData name="Lucas Genty" userId="0ff89410-5e71-4be0-bd77-4c071ba329e4" providerId="ADAL" clId="{299A151C-5B74-5660-9229-42BC38DFE690}" dt="2026-08-06T07:28:20.128" v="13" actId="1076"/>
          <ac:spMkLst>
            <pc:docMk/>
            <pc:sldMk cId="0" sldId="259"/>
            <ac:spMk id="423" creationId="{00000000-0000-0000-0000-000000000000}"/>
          </ac:spMkLst>
        </pc:spChg>
        <pc:spChg chg="mod">
          <ac:chgData name="Lucas Genty" userId="0ff89410-5e71-4be0-bd77-4c071ba329e4" providerId="ADAL" clId="{299A151C-5B74-5660-9229-42BC38DFE690}" dt="2026-08-06T07:28:45.467" v="16" actId="1076"/>
          <ac:spMkLst>
            <pc:docMk/>
            <pc:sldMk cId="0" sldId="259"/>
            <ac:spMk id="439" creationId="{00000000-0000-0000-0000-000000000000}"/>
          </ac:spMkLst>
        </pc:spChg>
        <pc:spChg chg="mod">
          <ac:chgData name="Lucas Genty" userId="0ff89410-5e71-4be0-bd77-4c071ba329e4" providerId="ADAL" clId="{299A151C-5B74-5660-9229-42BC38DFE690}" dt="2026-08-06T07:27:52.395" v="10" actId="1076"/>
          <ac:spMkLst>
            <pc:docMk/>
            <pc:sldMk cId="0" sldId="259"/>
            <ac:spMk id="440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D219-FA4A-93C7-D12073D208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hapt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re du chapitre"/>
          <p:cNvSpPr txBox="1">
            <a:spLocks noGrp="1"/>
          </p:cNvSpPr>
          <p:nvPr>
            <p:ph type="title" hasCustomPrompt="1"/>
          </p:nvPr>
        </p:nvSpPr>
        <p:spPr>
          <a:xfrm>
            <a:off x="352425" y="1866900"/>
            <a:ext cx="6734175" cy="2677798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Titre du chapitre</a:t>
            </a:r>
          </a:p>
        </p:txBody>
      </p:sp>
      <p:sp>
        <p:nvSpPr>
          <p:cNvPr id="27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  <p:sp>
        <p:nvSpPr>
          <p:cNvPr id="28" name="Grafik 4"/>
          <p:cNvSpPr/>
          <p:nvPr/>
        </p:nvSpPr>
        <p:spPr>
          <a:xfrm>
            <a:off x="342902" y="6284595"/>
            <a:ext cx="2765426" cy="380328"/>
          </a:xfrm>
          <a:prstGeom prst="rect">
            <a:avLst/>
          </a:prstGeom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" name="Texte niveau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52425" y="304800"/>
            <a:ext cx="1981200" cy="820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600">
                <a:solidFill>
                  <a:srgbClr val="FFFFFF"/>
                </a:solidFill>
              </a:defRPr>
            </a:lvl1pPr>
            <a:lvl2pPr marL="711201" indent="-704851">
              <a:defRPr sz="5600">
                <a:solidFill>
                  <a:srgbClr val="FFFFFF"/>
                </a:solidFill>
              </a:defRPr>
            </a:lvl2pPr>
            <a:lvl3pPr marL="903288" indent="-730251">
              <a:defRPr sz="5600">
                <a:solidFill>
                  <a:srgbClr val="FFFFFF"/>
                </a:solidFill>
              </a:defRPr>
            </a:lvl3pPr>
            <a:lvl4pPr marL="1062037" indent="-698500">
              <a:defRPr sz="5600">
                <a:solidFill>
                  <a:srgbClr val="FFFFFF"/>
                </a:solidFill>
              </a:defRPr>
            </a:lvl4pPr>
            <a:lvl5pPr marL="1268413" indent="-730251">
              <a:defRPr sz="5600">
                <a:solidFill>
                  <a:srgbClr val="FFFFFF"/>
                </a:solidFill>
              </a:defRPr>
            </a:lvl5pPr>
          </a:lstStyle>
          <a:p>
            <a:r>
              <a:t>0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0" name="Textplatzhalter 6"/>
          <p:cNvSpPr>
            <a:spLocks noGrp="1"/>
          </p:cNvSpPr>
          <p:nvPr>
            <p:ph type="body" sz="half" idx="21" hasCustomPrompt="1"/>
          </p:nvPr>
        </p:nvSpPr>
        <p:spPr>
          <a:xfrm>
            <a:off x="7696200" y="152399"/>
            <a:ext cx="4381500" cy="60785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621791">
              <a:defRPr sz="39440">
                <a:solidFill>
                  <a:schemeClr val="accent1"/>
                </a:solidFill>
                <a:latin typeface="OM Marseille Medium"/>
                <a:ea typeface="OM Marseille Medium"/>
                <a:cs typeface="OM Marseille Medium"/>
                <a:sym typeface="OM Marseille Medium"/>
              </a:defRPr>
            </a:lvl1pPr>
          </a:lstStyle>
          <a:p>
            <a: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8823275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  <p:sldLayoutId id="214748366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BRADLEY LEVY – 2008</a:t>
            </a:r>
          </a:p>
          <a:p>
            <a:r>
              <a:rPr lang="fr-FR" dirty="0"/>
              <a:t>SAISON 2026/2027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aphique 1">
            <a:extLst>
              <a:ext uri="{FF2B5EF4-FFF2-40B4-BE49-F238E27FC236}">
                <a16:creationId xmlns:a16="http://schemas.microsoft.com/office/drawing/2014/main" id="{6BD77ADE-B7DA-FBEB-257B-3255913A3D74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5" name="Textfeld 3"/>
          <p:cNvSpPr txBox="1">
            <a:spLocks noGrp="1"/>
          </p:cNvSpPr>
          <p:nvPr>
            <p:ph type="sldNum" sz="quarter" idx="2"/>
          </p:nvPr>
        </p:nvSpPr>
        <p:spPr>
          <a:xfrm>
            <a:off x="11712575" y="6318605"/>
            <a:ext cx="127001" cy="18288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pic>
        <p:nvPicPr>
          <p:cNvPr id="347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20" y="112546"/>
            <a:ext cx="2162756" cy="2162756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Connecteur droit 14"/>
          <p:cNvSpPr/>
          <p:nvPr/>
        </p:nvSpPr>
        <p:spPr>
          <a:xfrm flipH="1">
            <a:off x="2409244" y="206733"/>
            <a:ext cx="1" cy="5653378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9" name="ZoneTexte 15"/>
          <p:cNvSpPr txBox="1"/>
          <p:nvPr/>
        </p:nvSpPr>
        <p:spPr>
          <a:xfrm>
            <a:off x="552554" y="48962"/>
            <a:ext cx="1315264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FICHE JOUEUR</a:t>
            </a:r>
          </a:p>
        </p:txBody>
      </p:sp>
      <p:sp>
        <p:nvSpPr>
          <p:cNvPr id="350" name="Connecteur droit 16"/>
          <p:cNvSpPr/>
          <p:nvPr/>
        </p:nvSpPr>
        <p:spPr>
          <a:xfrm flipH="1" flipV="1">
            <a:off x="2593436" y="3033421"/>
            <a:ext cx="8977023" cy="1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1" name="ZoneTexte 19"/>
          <p:cNvSpPr txBox="1"/>
          <p:nvPr/>
        </p:nvSpPr>
        <p:spPr>
          <a:xfrm>
            <a:off x="2593437" y="49647"/>
            <a:ext cx="108392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FICHE SAISON</a:t>
            </a:r>
          </a:p>
        </p:txBody>
      </p:sp>
      <p:sp>
        <p:nvSpPr>
          <p:cNvPr id="352" name="Connecteur droit 20"/>
          <p:cNvSpPr/>
          <p:nvPr/>
        </p:nvSpPr>
        <p:spPr>
          <a:xfrm>
            <a:off x="7187978" y="206733"/>
            <a:ext cx="11167" cy="2824224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5" name="ZoneTexte 23"/>
          <p:cNvSpPr txBox="1"/>
          <p:nvPr/>
        </p:nvSpPr>
        <p:spPr>
          <a:xfrm>
            <a:off x="7311224" y="74050"/>
            <a:ext cx="1829918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PROJECTION CARRIÈRE </a:t>
            </a:r>
          </a:p>
        </p:txBody>
      </p:sp>
      <p:pic>
        <p:nvPicPr>
          <p:cNvPr id="356" name="Image 31" descr="Imag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3"/>
            <a:ext cx="1130868" cy="1718918"/>
          </a:xfrm>
          <a:prstGeom prst="rect">
            <a:avLst/>
          </a:prstGeom>
          <a:ln w="12700">
            <a:miter lim="400000"/>
          </a:ln>
        </p:spPr>
      </p:pic>
      <p:sp>
        <p:nvSpPr>
          <p:cNvPr id="357" name="Ellipse 33"/>
          <p:cNvSpPr/>
          <p:nvPr/>
        </p:nvSpPr>
        <p:spPr>
          <a:xfrm>
            <a:off x="1599741" y="686648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8" name="Ellipse 34"/>
          <p:cNvSpPr/>
          <p:nvPr/>
        </p:nvSpPr>
        <p:spPr>
          <a:xfrm>
            <a:off x="1599741" y="1020603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9" name="Ellipse 37"/>
          <p:cNvSpPr/>
          <p:nvPr/>
        </p:nvSpPr>
        <p:spPr>
          <a:xfrm>
            <a:off x="1213192" y="909285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0" name="Ellipse 38"/>
          <p:cNvSpPr/>
          <p:nvPr/>
        </p:nvSpPr>
        <p:spPr>
          <a:xfrm>
            <a:off x="1216895" y="1720319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1" name="Ellipse 39"/>
          <p:cNvSpPr/>
          <p:nvPr/>
        </p:nvSpPr>
        <p:spPr>
          <a:xfrm>
            <a:off x="1451462" y="1753851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2" name="Ellipse 41"/>
          <p:cNvSpPr/>
          <p:nvPr/>
        </p:nvSpPr>
        <p:spPr>
          <a:xfrm>
            <a:off x="1594267" y="2004389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3" name="Ellipse 42"/>
          <p:cNvSpPr/>
          <p:nvPr/>
        </p:nvSpPr>
        <p:spPr>
          <a:xfrm>
            <a:off x="1722162" y="1755947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1" name="ZoneTexte 59"/>
          <p:cNvSpPr txBox="1"/>
          <p:nvPr/>
        </p:nvSpPr>
        <p:spPr>
          <a:xfrm>
            <a:off x="329063" y="4656249"/>
            <a:ext cx="1744296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 u="sng">
                <a:solidFill>
                  <a:srgbClr val="FFFFFF"/>
                </a:solidFill>
              </a:defRPr>
            </a:lvl1pPr>
          </a:lstStyle>
          <a:p>
            <a:r>
              <a:t>PROJECTION CLUB </a:t>
            </a:r>
          </a:p>
        </p:txBody>
      </p:sp>
      <p:sp>
        <p:nvSpPr>
          <p:cNvPr id="372" name="ZoneTexte 60"/>
          <p:cNvSpPr txBox="1"/>
          <p:nvPr/>
        </p:nvSpPr>
        <p:spPr>
          <a:xfrm>
            <a:off x="126293" y="5143939"/>
            <a:ext cx="522275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L1 OM</a:t>
            </a:r>
          </a:p>
        </p:txBody>
      </p:sp>
      <p:sp>
        <p:nvSpPr>
          <p:cNvPr id="373" name="ZoneTexte 61"/>
          <p:cNvSpPr txBox="1"/>
          <p:nvPr/>
        </p:nvSpPr>
        <p:spPr>
          <a:xfrm>
            <a:off x="105316" y="5523907"/>
            <a:ext cx="457379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PRÊT</a:t>
            </a:r>
          </a:p>
        </p:txBody>
      </p:sp>
      <p:sp>
        <p:nvSpPr>
          <p:cNvPr id="374" name="ZoneTexte 62"/>
          <p:cNvSpPr txBox="1"/>
          <p:nvPr/>
        </p:nvSpPr>
        <p:spPr>
          <a:xfrm>
            <a:off x="120147" y="5903874"/>
            <a:ext cx="796977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VENTE %</a:t>
            </a:r>
          </a:p>
        </p:txBody>
      </p:sp>
      <p:sp>
        <p:nvSpPr>
          <p:cNvPr id="384" name="Graphique 32"/>
          <p:cNvSpPr/>
          <p:nvPr/>
        </p:nvSpPr>
        <p:spPr>
          <a:xfrm>
            <a:off x="2551460" y="546865"/>
            <a:ext cx="307073" cy="307073"/>
          </a:xfrm>
          <a:prstGeom prst="rect">
            <a:avLst/>
          </a:prstGeom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0" name="ZoneTexte 9"/>
          <p:cNvSpPr txBox="1"/>
          <p:nvPr/>
        </p:nvSpPr>
        <p:spPr>
          <a:xfrm>
            <a:off x="444489" y="3818549"/>
            <a:ext cx="33975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TAILLE</a:t>
            </a:r>
          </a:p>
        </p:txBody>
      </p:sp>
      <p:sp>
        <p:nvSpPr>
          <p:cNvPr id="411" name="ZoneTexte 10"/>
          <p:cNvSpPr txBox="1"/>
          <p:nvPr/>
        </p:nvSpPr>
        <p:spPr>
          <a:xfrm>
            <a:off x="454907" y="4208495"/>
            <a:ext cx="3266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POIDS</a:t>
            </a:r>
          </a:p>
        </p:txBody>
      </p:sp>
      <p:sp>
        <p:nvSpPr>
          <p:cNvPr id="412" name="ZoneTexte 11"/>
          <p:cNvSpPr txBox="1"/>
          <p:nvPr/>
        </p:nvSpPr>
        <p:spPr>
          <a:xfrm>
            <a:off x="83011" y="3068168"/>
            <a:ext cx="10548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DATE DE NAISSANCE</a:t>
            </a:r>
          </a:p>
        </p:txBody>
      </p:sp>
      <p:sp>
        <p:nvSpPr>
          <p:cNvPr id="413" name="ZoneTexte 13"/>
          <p:cNvSpPr txBox="1"/>
          <p:nvPr/>
        </p:nvSpPr>
        <p:spPr>
          <a:xfrm>
            <a:off x="350967" y="3440174"/>
            <a:ext cx="5415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PIED FORT</a:t>
            </a:r>
          </a:p>
        </p:txBody>
      </p:sp>
      <p:sp>
        <p:nvSpPr>
          <p:cNvPr id="414" name="ZoneTexte 30"/>
          <p:cNvSpPr txBox="1"/>
          <p:nvPr/>
        </p:nvSpPr>
        <p:spPr>
          <a:xfrm>
            <a:off x="296773" y="2391492"/>
            <a:ext cx="5802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SÉLÉCTION</a:t>
            </a:r>
          </a:p>
        </p:txBody>
      </p:sp>
      <p:sp>
        <p:nvSpPr>
          <p:cNvPr id="417" name="Ellipse 65"/>
          <p:cNvSpPr/>
          <p:nvPr/>
        </p:nvSpPr>
        <p:spPr>
          <a:xfrm>
            <a:off x="1437716" y="1379406"/>
            <a:ext cx="156551" cy="147479"/>
          </a:xfrm>
          <a:prstGeom prst="ellipse">
            <a:avLst/>
          </a:prstGeom>
          <a:solidFill>
            <a:srgbClr val="B6954D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8" name="Ellipse 66"/>
          <p:cNvSpPr/>
          <p:nvPr/>
        </p:nvSpPr>
        <p:spPr>
          <a:xfrm>
            <a:off x="1997306" y="909285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9" name="Ellipse 67"/>
          <p:cNvSpPr/>
          <p:nvPr/>
        </p:nvSpPr>
        <p:spPr>
          <a:xfrm>
            <a:off x="1991897" y="1720319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0" name="Ellipse 69"/>
          <p:cNvSpPr/>
          <p:nvPr/>
        </p:nvSpPr>
        <p:spPr>
          <a:xfrm>
            <a:off x="1750816" y="1379406"/>
            <a:ext cx="156551" cy="147479"/>
          </a:xfrm>
          <a:prstGeom prst="ellipse">
            <a:avLst/>
          </a:prstGeom>
          <a:solidFill>
            <a:srgbClr val="B6954D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2" name="ZoneTexte 22"/>
          <p:cNvSpPr txBox="1"/>
          <p:nvPr/>
        </p:nvSpPr>
        <p:spPr>
          <a:xfrm>
            <a:off x="1274372" y="3044014"/>
            <a:ext cx="782265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21/</a:t>
            </a:r>
            <a:r>
              <a:rPr lang="fr-FR" dirty="0"/>
              <a:t>0</a:t>
            </a:r>
            <a:r>
              <a:rPr dirty="0"/>
              <a:t>1/2008</a:t>
            </a:r>
          </a:p>
        </p:txBody>
      </p:sp>
      <p:sp>
        <p:nvSpPr>
          <p:cNvPr id="423" name="ZoneTexte 22"/>
          <p:cNvSpPr txBox="1"/>
          <p:nvPr/>
        </p:nvSpPr>
        <p:spPr>
          <a:xfrm>
            <a:off x="1340133" y="3389757"/>
            <a:ext cx="573076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Gauche</a:t>
            </a:r>
          </a:p>
        </p:txBody>
      </p:sp>
      <p:sp>
        <p:nvSpPr>
          <p:cNvPr id="439" name="ZoneTexte 22"/>
          <p:cNvSpPr txBox="1"/>
          <p:nvPr/>
        </p:nvSpPr>
        <p:spPr>
          <a:xfrm>
            <a:off x="1335174" y="3792752"/>
            <a:ext cx="578685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185,2</a:t>
            </a:r>
            <a:r>
              <a:rPr lang="fr-FR" dirty="0"/>
              <a:t>cm</a:t>
            </a:r>
            <a:endParaRPr dirty="0"/>
          </a:p>
        </p:txBody>
      </p:sp>
      <p:sp>
        <p:nvSpPr>
          <p:cNvPr id="440" name="ZoneTexte 22"/>
          <p:cNvSpPr txBox="1"/>
          <p:nvPr/>
        </p:nvSpPr>
        <p:spPr>
          <a:xfrm>
            <a:off x="1354947" y="4187811"/>
            <a:ext cx="4809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73.8kg</a:t>
            </a:r>
            <a:endParaRPr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2525AEF-94EC-61BB-B9EE-E0C3172F8FFC}"/>
              </a:ext>
            </a:extLst>
          </p:cNvPr>
          <p:cNvSpPr/>
          <p:nvPr/>
        </p:nvSpPr>
        <p:spPr>
          <a:xfrm>
            <a:off x="2811667" y="3217815"/>
            <a:ext cx="2719447" cy="3045342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ZoneTexte 11">
            <a:extLst>
              <a:ext uri="{FF2B5EF4-FFF2-40B4-BE49-F238E27FC236}">
                <a16:creationId xmlns:a16="http://schemas.microsoft.com/office/drawing/2014/main" id="{9A3DBEE6-0FDC-9E6F-2AF8-6D084E40B5AE}"/>
              </a:ext>
            </a:extLst>
          </p:cNvPr>
          <p:cNvSpPr txBox="1"/>
          <p:nvPr/>
        </p:nvSpPr>
        <p:spPr>
          <a:xfrm>
            <a:off x="2847882" y="3237026"/>
            <a:ext cx="1258113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TECHNIQUE OFF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E42A5F7A-271C-337B-3D67-96A2F77E986A}"/>
              </a:ext>
            </a:extLst>
          </p:cNvPr>
          <p:cNvSpPr/>
          <p:nvPr/>
        </p:nvSpPr>
        <p:spPr>
          <a:xfrm>
            <a:off x="5637164" y="3213842"/>
            <a:ext cx="2719447" cy="3045342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C037B789-3001-F2F7-A88C-DE36571D8FA7}"/>
              </a:ext>
            </a:extLst>
          </p:cNvPr>
          <p:cNvSpPr/>
          <p:nvPr/>
        </p:nvSpPr>
        <p:spPr>
          <a:xfrm>
            <a:off x="8462659" y="3217815"/>
            <a:ext cx="2719447" cy="3045342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ZoneTexte 13">
            <a:extLst>
              <a:ext uri="{FF2B5EF4-FFF2-40B4-BE49-F238E27FC236}">
                <a16:creationId xmlns:a16="http://schemas.microsoft.com/office/drawing/2014/main" id="{29BACFA7-60DB-42AD-45B9-6B6A91758C48}"/>
              </a:ext>
            </a:extLst>
          </p:cNvPr>
          <p:cNvSpPr txBox="1"/>
          <p:nvPr/>
        </p:nvSpPr>
        <p:spPr>
          <a:xfrm>
            <a:off x="5675261" y="3249219"/>
            <a:ext cx="1255218" cy="182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TECHNIQUE DEF</a:t>
            </a:r>
          </a:p>
        </p:txBody>
      </p:sp>
      <p:sp>
        <p:nvSpPr>
          <p:cNvPr id="8" name="ZoneTexte 24">
            <a:extLst>
              <a:ext uri="{FF2B5EF4-FFF2-40B4-BE49-F238E27FC236}">
                <a16:creationId xmlns:a16="http://schemas.microsoft.com/office/drawing/2014/main" id="{B7F64029-2AB9-3939-3B4B-D6FFC2C8A114}"/>
              </a:ext>
            </a:extLst>
          </p:cNvPr>
          <p:cNvSpPr txBox="1"/>
          <p:nvPr/>
        </p:nvSpPr>
        <p:spPr>
          <a:xfrm>
            <a:off x="8498873" y="3249219"/>
            <a:ext cx="765557" cy="182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TACTIQUE</a:t>
            </a:r>
          </a:p>
        </p:txBody>
      </p:sp>
      <p:sp>
        <p:nvSpPr>
          <p:cNvPr id="9" name="ZoneTexte 25">
            <a:extLst>
              <a:ext uri="{FF2B5EF4-FFF2-40B4-BE49-F238E27FC236}">
                <a16:creationId xmlns:a16="http://schemas.microsoft.com/office/drawing/2014/main" id="{DCB7A32C-854D-80E2-DCB4-23499BF21490}"/>
              </a:ext>
            </a:extLst>
          </p:cNvPr>
          <p:cNvSpPr txBox="1"/>
          <p:nvPr/>
        </p:nvSpPr>
        <p:spPr>
          <a:xfrm>
            <a:off x="3046946" y="3578544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Prise de balle et enchainement </a:t>
            </a:r>
          </a:p>
        </p:txBody>
      </p:sp>
      <p:sp>
        <p:nvSpPr>
          <p:cNvPr id="10" name="Rectangle 93">
            <a:extLst>
              <a:ext uri="{FF2B5EF4-FFF2-40B4-BE49-F238E27FC236}">
                <a16:creationId xmlns:a16="http://schemas.microsoft.com/office/drawing/2014/main" id="{935DF52A-AB47-FCC4-F809-E23280E57F6E}"/>
              </a:ext>
            </a:extLst>
          </p:cNvPr>
          <p:cNvSpPr/>
          <p:nvPr/>
        </p:nvSpPr>
        <p:spPr>
          <a:xfrm>
            <a:off x="2839169" y="3593770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94">
            <a:extLst>
              <a:ext uri="{FF2B5EF4-FFF2-40B4-BE49-F238E27FC236}">
                <a16:creationId xmlns:a16="http://schemas.microsoft.com/office/drawing/2014/main" id="{5C178088-8321-78E2-74BC-49FA4BD1E500}"/>
              </a:ext>
            </a:extLst>
          </p:cNvPr>
          <p:cNvSpPr/>
          <p:nvPr/>
        </p:nvSpPr>
        <p:spPr>
          <a:xfrm>
            <a:off x="2835626" y="4076911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ZoneTexte 96">
            <a:extLst>
              <a:ext uri="{FF2B5EF4-FFF2-40B4-BE49-F238E27FC236}">
                <a16:creationId xmlns:a16="http://schemas.microsoft.com/office/drawing/2014/main" id="{ABA97A3B-75EC-B57C-F49C-D91C32AE37BB}"/>
              </a:ext>
            </a:extLst>
          </p:cNvPr>
          <p:cNvSpPr txBox="1"/>
          <p:nvPr/>
        </p:nvSpPr>
        <p:spPr>
          <a:xfrm>
            <a:off x="8732451" y="3516825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S’associer avec les autres</a:t>
            </a:r>
          </a:p>
        </p:txBody>
      </p:sp>
      <p:sp>
        <p:nvSpPr>
          <p:cNvPr id="13" name="ZoneTexte 97">
            <a:extLst>
              <a:ext uri="{FF2B5EF4-FFF2-40B4-BE49-F238E27FC236}">
                <a16:creationId xmlns:a16="http://schemas.microsoft.com/office/drawing/2014/main" id="{E81F5C7D-2531-09B9-8869-09A53A3CC566}"/>
              </a:ext>
            </a:extLst>
          </p:cNvPr>
          <p:cNvSpPr txBox="1"/>
          <p:nvPr/>
        </p:nvSpPr>
        <p:spPr>
          <a:xfrm>
            <a:off x="3040849" y="3825017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Technique sous pression</a:t>
            </a:r>
          </a:p>
        </p:txBody>
      </p:sp>
      <p:sp>
        <p:nvSpPr>
          <p:cNvPr id="14" name="ZoneTexte 98">
            <a:extLst>
              <a:ext uri="{FF2B5EF4-FFF2-40B4-BE49-F238E27FC236}">
                <a16:creationId xmlns:a16="http://schemas.microsoft.com/office/drawing/2014/main" id="{BB06C2F9-535C-8531-F918-4B3CD78FC1AA}"/>
              </a:ext>
            </a:extLst>
          </p:cNvPr>
          <p:cNvSpPr txBox="1"/>
          <p:nvPr/>
        </p:nvSpPr>
        <p:spPr>
          <a:xfrm>
            <a:off x="3040849" y="4280144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C4D9EB"/>
                </a:solidFill>
              </a:defRPr>
            </a:pPr>
            <a:r>
              <a:t>Qualité de la 1</a:t>
            </a:r>
            <a:r>
              <a:rPr baseline="30000"/>
              <a:t>ère</a:t>
            </a:r>
            <a:r>
              <a:t> touche</a:t>
            </a:r>
          </a:p>
        </p:txBody>
      </p:sp>
      <p:sp>
        <p:nvSpPr>
          <p:cNvPr id="15" name="ZoneTexte 100">
            <a:extLst>
              <a:ext uri="{FF2B5EF4-FFF2-40B4-BE49-F238E27FC236}">
                <a16:creationId xmlns:a16="http://schemas.microsoft.com/office/drawing/2014/main" id="{24E5324C-C801-375B-D976-E2FC892FDC62}"/>
              </a:ext>
            </a:extLst>
          </p:cNvPr>
          <p:cNvSpPr txBox="1"/>
          <p:nvPr/>
        </p:nvSpPr>
        <p:spPr>
          <a:xfrm>
            <a:off x="5809293" y="3578543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Cadrage porteur / Orientation </a:t>
            </a:r>
          </a:p>
        </p:txBody>
      </p:sp>
      <p:sp>
        <p:nvSpPr>
          <p:cNvPr id="16" name="ZoneTexte 101">
            <a:extLst>
              <a:ext uri="{FF2B5EF4-FFF2-40B4-BE49-F238E27FC236}">
                <a16:creationId xmlns:a16="http://schemas.microsoft.com/office/drawing/2014/main" id="{FFE867F6-9B1F-A75A-7DBD-4E4FA43032BC}"/>
              </a:ext>
            </a:extLst>
          </p:cNvPr>
          <p:cNvSpPr txBox="1"/>
          <p:nvPr/>
        </p:nvSpPr>
        <p:spPr>
          <a:xfrm>
            <a:off x="5800904" y="3810751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aérien </a:t>
            </a:r>
          </a:p>
        </p:txBody>
      </p:sp>
      <p:sp>
        <p:nvSpPr>
          <p:cNvPr id="17" name="ZoneTexte 102">
            <a:extLst>
              <a:ext uri="{FF2B5EF4-FFF2-40B4-BE49-F238E27FC236}">
                <a16:creationId xmlns:a16="http://schemas.microsoft.com/office/drawing/2014/main" id="{E377663D-66E9-76EB-E96B-9AA5D9BD6E52}"/>
              </a:ext>
            </a:extLst>
          </p:cNvPr>
          <p:cNvSpPr txBox="1"/>
          <p:nvPr/>
        </p:nvSpPr>
        <p:spPr>
          <a:xfrm>
            <a:off x="5803197" y="4034415"/>
            <a:ext cx="2328792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Distance d’intervention</a:t>
            </a:r>
          </a:p>
        </p:txBody>
      </p:sp>
      <p:sp>
        <p:nvSpPr>
          <p:cNvPr id="18" name="ZoneTexte 103">
            <a:extLst>
              <a:ext uri="{FF2B5EF4-FFF2-40B4-BE49-F238E27FC236}">
                <a16:creationId xmlns:a16="http://schemas.microsoft.com/office/drawing/2014/main" id="{297D24B0-FEB8-BB74-2F64-3E86E513BFBE}"/>
              </a:ext>
            </a:extLst>
          </p:cNvPr>
          <p:cNvSpPr txBox="1"/>
          <p:nvPr/>
        </p:nvSpPr>
        <p:spPr>
          <a:xfrm>
            <a:off x="8732451" y="3714542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Lecture des situations offensives</a:t>
            </a:r>
          </a:p>
        </p:txBody>
      </p:sp>
      <p:sp>
        <p:nvSpPr>
          <p:cNvPr id="19" name="ZoneTexte 104">
            <a:extLst>
              <a:ext uri="{FF2B5EF4-FFF2-40B4-BE49-F238E27FC236}">
                <a16:creationId xmlns:a16="http://schemas.microsoft.com/office/drawing/2014/main" id="{ABAA2731-857A-27B2-EF6D-C71EE60EF675}"/>
              </a:ext>
            </a:extLst>
          </p:cNvPr>
          <p:cNvSpPr txBox="1"/>
          <p:nvPr/>
        </p:nvSpPr>
        <p:spPr>
          <a:xfrm>
            <a:off x="8745628" y="5582695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Lecture des situations défensives</a:t>
            </a:r>
          </a:p>
        </p:txBody>
      </p:sp>
      <p:sp>
        <p:nvSpPr>
          <p:cNvPr id="20" name="ZoneTexte 106">
            <a:extLst>
              <a:ext uri="{FF2B5EF4-FFF2-40B4-BE49-F238E27FC236}">
                <a16:creationId xmlns:a16="http://schemas.microsoft.com/office/drawing/2014/main" id="{543D3632-0266-1CDA-FD17-8D85A902716F}"/>
              </a:ext>
            </a:extLst>
          </p:cNvPr>
          <p:cNvSpPr txBox="1"/>
          <p:nvPr/>
        </p:nvSpPr>
        <p:spPr>
          <a:xfrm>
            <a:off x="8734743" y="3886581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Capacité à reconnaitre son rôle</a:t>
            </a:r>
          </a:p>
        </p:txBody>
      </p:sp>
      <p:sp>
        <p:nvSpPr>
          <p:cNvPr id="21" name="ZoneTexte 108">
            <a:extLst>
              <a:ext uri="{FF2B5EF4-FFF2-40B4-BE49-F238E27FC236}">
                <a16:creationId xmlns:a16="http://schemas.microsoft.com/office/drawing/2014/main" id="{3EE66C48-A6B3-42A5-5C8B-B1D4DC618F55}"/>
              </a:ext>
            </a:extLst>
          </p:cNvPr>
          <p:cNvSpPr txBox="1"/>
          <p:nvPr/>
        </p:nvSpPr>
        <p:spPr>
          <a:xfrm>
            <a:off x="8734743" y="4089465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Prise d’informations</a:t>
            </a:r>
          </a:p>
        </p:txBody>
      </p:sp>
      <p:sp>
        <p:nvSpPr>
          <p:cNvPr id="22" name="ZoneTexte 109">
            <a:extLst>
              <a:ext uri="{FF2B5EF4-FFF2-40B4-BE49-F238E27FC236}">
                <a16:creationId xmlns:a16="http://schemas.microsoft.com/office/drawing/2014/main" id="{FD9604E7-D67E-B23B-9296-A1D207116B7C}"/>
              </a:ext>
            </a:extLst>
          </p:cNvPr>
          <p:cNvSpPr txBox="1"/>
          <p:nvPr/>
        </p:nvSpPr>
        <p:spPr>
          <a:xfrm>
            <a:off x="3040849" y="4518382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Qualité de la conduite de balle</a:t>
            </a:r>
          </a:p>
        </p:txBody>
      </p:sp>
      <p:sp>
        <p:nvSpPr>
          <p:cNvPr id="23" name="ZoneTexte 110">
            <a:extLst>
              <a:ext uri="{FF2B5EF4-FFF2-40B4-BE49-F238E27FC236}">
                <a16:creationId xmlns:a16="http://schemas.microsoft.com/office/drawing/2014/main" id="{8705F2E5-510B-ECA1-D20A-381F59427B16}"/>
              </a:ext>
            </a:extLst>
          </p:cNvPr>
          <p:cNvSpPr txBox="1"/>
          <p:nvPr/>
        </p:nvSpPr>
        <p:spPr>
          <a:xfrm>
            <a:off x="3046946" y="4743935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Orientation du corps</a:t>
            </a:r>
          </a:p>
        </p:txBody>
      </p:sp>
      <p:sp>
        <p:nvSpPr>
          <p:cNvPr id="24" name="ZoneTexte 111">
            <a:extLst>
              <a:ext uri="{FF2B5EF4-FFF2-40B4-BE49-F238E27FC236}">
                <a16:creationId xmlns:a16="http://schemas.microsoft.com/office/drawing/2014/main" id="{7E5DF915-124F-866D-888C-9D93D7468633}"/>
              </a:ext>
            </a:extLst>
          </p:cNvPr>
          <p:cNvSpPr txBox="1"/>
          <p:nvPr/>
        </p:nvSpPr>
        <p:spPr>
          <a:xfrm>
            <a:off x="8734743" y="4305436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Volonté de jouer vers l’avant</a:t>
            </a:r>
          </a:p>
        </p:txBody>
      </p:sp>
      <p:sp>
        <p:nvSpPr>
          <p:cNvPr id="25" name="ZoneTexte 112">
            <a:extLst>
              <a:ext uri="{FF2B5EF4-FFF2-40B4-BE49-F238E27FC236}">
                <a16:creationId xmlns:a16="http://schemas.microsoft.com/office/drawing/2014/main" id="{35EC2F90-322D-33CB-6DA7-05F675C6BA10}"/>
              </a:ext>
            </a:extLst>
          </p:cNvPr>
          <p:cNvSpPr txBox="1"/>
          <p:nvPr/>
        </p:nvSpPr>
        <p:spPr>
          <a:xfrm>
            <a:off x="8734743" y="4513497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Détacher son regard du ballon</a:t>
            </a:r>
          </a:p>
        </p:txBody>
      </p:sp>
      <p:sp>
        <p:nvSpPr>
          <p:cNvPr id="26" name="ZoneTexte 12">
            <a:extLst>
              <a:ext uri="{FF2B5EF4-FFF2-40B4-BE49-F238E27FC236}">
                <a16:creationId xmlns:a16="http://schemas.microsoft.com/office/drawing/2014/main" id="{78F356BE-38CD-364C-4A49-35181B4AF48A}"/>
              </a:ext>
            </a:extLst>
          </p:cNvPr>
          <p:cNvSpPr txBox="1"/>
          <p:nvPr/>
        </p:nvSpPr>
        <p:spPr>
          <a:xfrm>
            <a:off x="5803197" y="4284990"/>
            <a:ext cx="2328792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C4D9EB"/>
                </a:solidFill>
              </a:defRPr>
            </a:pPr>
            <a:r>
              <a:t>Présence 2</a:t>
            </a:r>
            <a:r>
              <a:rPr baseline="30000"/>
              <a:t>nd</a:t>
            </a:r>
            <a:r>
              <a:t> ballon</a:t>
            </a:r>
          </a:p>
        </p:txBody>
      </p:sp>
      <p:sp>
        <p:nvSpPr>
          <p:cNvPr id="27" name="ZoneTexte 20">
            <a:extLst>
              <a:ext uri="{FF2B5EF4-FFF2-40B4-BE49-F238E27FC236}">
                <a16:creationId xmlns:a16="http://schemas.microsoft.com/office/drawing/2014/main" id="{6AD2A078-853C-FCFA-12D9-8509801D504E}"/>
              </a:ext>
            </a:extLst>
          </p:cNvPr>
          <p:cNvSpPr txBox="1"/>
          <p:nvPr/>
        </p:nvSpPr>
        <p:spPr>
          <a:xfrm>
            <a:off x="8734743" y="4724654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Changement de statut rapide </a:t>
            </a:r>
          </a:p>
        </p:txBody>
      </p:sp>
      <p:sp>
        <p:nvSpPr>
          <p:cNvPr id="28" name="ZoneTexte 21">
            <a:extLst>
              <a:ext uri="{FF2B5EF4-FFF2-40B4-BE49-F238E27FC236}">
                <a16:creationId xmlns:a16="http://schemas.microsoft.com/office/drawing/2014/main" id="{255ABC9E-D42D-F251-3131-48B9773CBE93}"/>
              </a:ext>
            </a:extLst>
          </p:cNvPr>
          <p:cNvSpPr txBox="1"/>
          <p:nvPr/>
        </p:nvSpPr>
        <p:spPr>
          <a:xfrm>
            <a:off x="5803197" y="4539782"/>
            <a:ext cx="23287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Défendre les lignes de passes</a:t>
            </a:r>
          </a:p>
        </p:txBody>
      </p:sp>
      <p:sp>
        <p:nvSpPr>
          <p:cNvPr id="29" name="ZoneTexte 22">
            <a:extLst>
              <a:ext uri="{FF2B5EF4-FFF2-40B4-BE49-F238E27FC236}">
                <a16:creationId xmlns:a16="http://schemas.microsoft.com/office/drawing/2014/main" id="{31158C97-B4FE-30C0-10EF-500603AA8EC7}"/>
              </a:ext>
            </a:extLst>
          </p:cNvPr>
          <p:cNvSpPr txBox="1"/>
          <p:nvPr/>
        </p:nvSpPr>
        <p:spPr>
          <a:xfrm>
            <a:off x="5803197" y="4779268"/>
            <a:ext cx="23287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Défendre en avançant</a:t>
            </a:r>
          </a:p>
        </p:txBody>
      </p:sp>
      <p:sp>
        <p:nvSpPr>
          <p:cNvPr id="30" name="ZoneTexte 23">
            <a:extLst>
              <a:ext uri="{FF2B5EF4-FFF2-40B4-BE49-F238E27FC236}">
                <a16:creationId xmlns:a16="http://schemas.microsoft.com/office/drawing/2014/main" id="{9653ED1B-7448-E8A1-79CC-0C4BA453F77F}"/>
              </a:ext>
            </a:extLst>
          </p:cNvPr>
          <p:cNvSpPr txBox="1"/>
          <p:nvPr/>
        </p:nvSpPr>
        <p:spPr>
          <a:xfrm>
            <a:off x="8745628" y="4941547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de position</a:t>
            </a:r>
          </a:p>
        </p:txBody>
      </p:sp>
      <p:sp>
        <p:nvSpPr>
          <p:cNvPr id="31" name="ZoneTexte 26">
            <a:extLst>
              <a:ext uri="{FF2B5EF4-FFF2-40B4-BE49-F238E27FC236}">
                <a16:creationId xmlns:a16="http://schemas.microsoft.com/office/drawing/2014/main" id="{34681C6F-F747-E441-8A77-AF1B896B46F9}"/>
              </a:ext>
            </a:extLst>
          </p:cNvPr>
          <p:cNvSpPr txBox="1"/>
          <p:nvPr/>
        </p:nvSpPr>
        <p:spPr>
          <a:xfrm>
            <a:off x="8745628" y="5158908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Gestion du rythme</a:t>
            </a:r>
          </a:p>
        </p:txBody>
      </p:sp>
      <p:sp>
        <p:nvSpPr>
          <p:cNvPr id="32" name="ZoneTexte 27">
            <a:extLst>
              <a:ext uri="{FF2B5EF4-FFF2-40B4-BE49-F238E27FC236}">
                <a16:creationId xmlns:a16="http://schemas.microsoft.com/office/drawing/2014/main" id="{CE630ED3-E368-0173-331F-BB11FC6858DB}"/>
              </a:ext>
            </a:extLst>
          </p:cNvPr>
          <p:cNvSpPr txBox="1"/>
          <p:nvPr/>
        </p:nvSpPr>
        <p:spPr>
          <a:xfrm>
            <a:off x="3040849" y="4976468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Avant dernière et dernière passe</a:t>
            </a:r>
          </a:p>
        </p:txBody>
      </p:sp>
      <p:sp>
        <p:nvSpPr>
          <p:cNvPr id="33" name="ZoneTexte 28">
            <a:extLst>
              <a:ext uri="{FF2B5EF4-FFF2-40B4-BE49-F238E27FC236}">
                <a16:creationId xmlns:a16="http://schemas.microsoft.com/office/drawing/2014/main" id="{EC739067-CFCE-D7CE-CF7E-D4B5238EEA0D}"/>
              </a:ext>
            </a:extLst>
          </p:cNvPr>
          <p:cNvSpPr txBox="1"/>
          <p:nvPr/>
        </p:nvSpPr>
        <p:spPr>
          <a:xfrm>
            <a:off x="3040849" y="5194183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Finition</a:t>
            </a:r>
          </a:p>
        </p:txBody>
      </p:sp>
      <p:sp>
        <p:nvSpPr>
          <p:cNvPr id="34" name="ZoneTexte 29">
            <a:extLst>
              <a:ext uri="{FF2B5EF4-FFF2-40B4-BE49-F238E27FC236}">
                <a16:creationId xmlns:a16="http://schemas.microsoft.com/office/drawing/2014/main" id="{0ABC7B4B-B9E2-EB89-8187-7F9C1DC96ADD}"/>
              </a:ext>
            </a:extLst>
          </p:cNvPr>
          <p:cNvSpPr txBox="1"/>
          <p:nvPr/>
        </p:nvSpPr>
        <p:spPr>
          <a:xfrm>
            <a:off x="3029963" y="4062428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Capacité à s’orienter sur une touche </a:t>
            </a:r>
          </a:p>
        </p:txBody>
      </p:sp>
      <p:sp>
        <p:nvSpPr>
          <p:cNvPr id="35" name="ZoneTexte 32">
            <a:extLst>
              <a:ext uri="{FF2B5EF4-FFF2-40B4-BE49-F238E27FC236}">
                <a16:creationId xmlns:a16="http://schemas.microsoft.com/office/drawing/2014/main" id="{E10FFEF9-B03B-3DE2-0CA0-85AD5F15EA85}"/>
              </a:ext>
            </a:extLst>
          </p:cNvPr>
          <p:cNvSpPr txBox="1"/>
          <p:nvPr/>
        </p:nvSpPr>
        <p:spPr>
          <a:xfrm>
            <a:off x="3029963" y="5411898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en une touche de balle</a:t>
            </a:r>
          </a:p>
        </p:txBody>
      </p:sp>
      <p:sp>
        <p:nvSpPr>
          <p:cNvPr id="36" name="ZoneTexte 44">
            <a:extLst>
              <a:ext uri="{FF2B5EF4-FFF2-40B4-BE49-F238E27FC236}">
                <a16:creationId xmlns:a16="http://schemas.microsoft.com/office/drawing/2014/main" id="{C0143B2A-3262-8AF7-4675-374C3FA7A80E}"/>
              </a:ext>
            </a:extLst>
          </p:cNvPr>
          <p:cNvSpPr txBox="1"/>
          <p:nvPr/>
        </p:nvSpPr>
        <p:spPr>
          <a:xfrm>
            <a:off x="8745628" y="5387195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Capacité à orienter le jeu </a:t>
            </a:r>
          </a:p>
        </p:txBody>
      </p:sp>
      <p:sp>
        <p:nvSpPr>
          <p:cNvPr id="37" name="ZoneTexte 45">
            <a:extLst>
              <a:ext uri="{FF2B5EF4-FFF2-40B4-BE49-F238E27FC236}">
                <a16:creationId xmlns:a16="http://schemas.microsoft.com/office/drawing/2014/main" id="{57386E10-9382-B913-C6D4-5E95FFC9D209}"/>
              </a:ext>
            </a:extLst>
          </p:cNvPr>
          <p:cNvSpPr txBox="1"/>
          <p:nvPr/>
        </p:nvSpPr>
        <p:spPr>
          <a:xfrm>
            <a:off x="8745628" y="5807708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Gestion des situations de crise</a:t>
            </a:r>
          </a:p>
        </p:txBody>
      </p:sp>
      <p:sp>
        <p:nvSpPr>
          <p:cNvPr id="38" name="ZoneTexte 46">
            <a:extLst>
              <a:ext uri="{FF2B5EF4-FFF2-40B4-BE49-F238E27FC236}">
                <a16:creationId xmlns:a16="http://schemas.microsoft.com/office/drawing/2014/main" id="{5E7B774B-E6EF-FAF2-D6DF-A6DA34D249D1}"/>
              </a:ext>
            </a:extLst>
          </p:cNvPr>
          <p:cNvSpPr txBox="1"/>
          <p:nvPr/>
        </p:nvSpPr>
        <p:spPr>
          <a:xfrm>
            <a:off x="8745628" y="6028343"/>
            <a:ext cx="247142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Préventif et accompagnement du bloc</a:t>
            </a:r>
          </a:p>
        </p:txBody>
      </p:sp>
      <p:sp>
        <p:nvSpPr>
          <p:cNvPr id="39" name="ZoneTexte 47">
            <a:extLst>
              <a:ext uri="{FF2B5EF4-FFF2-40B4-BE49-F238E27FC236}">
                <a16:creationId xmlns:a16="http://schemas.microsoft.com/office/drawing/2014/main" id="{15BAF153-ED74-4B12-DBC9-82AE310FE58B}"/>
              </a:ext>
            </a:extLst>
          </p:cNvPr>
          <p:cNvSpPr txBox="1"/>
          <p:nvPr/>
        </p:nvSpPr>
        <p:spPr>
          <a:xfrm>
            <a:off x="3019078" y="5651383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court</a:t>
            </a:r>
          </a:p>
        </p:txBody>
      </p:sp>
      <p:sp>
        <p:nvSpPr>
          <p:cNvPr id="40" name="ZoneTexte 48">
            <a:extLst>
              <a:ext uri="{FF2B5EF4-FFF2-40B4-BE49-F238E27FC236}">
                <a16:creationId xmlns:a16="http://schemas.microsoft.com/office/drawing/2014/main" id="{5C80092E-4437-E310-5D0B-2EC7CCE57438}"/>
              </a:ext>
            </a:extLst>
          </p:cNvPr>
          <p:cNvSpPr txBox="1"/>
          <p:nvPr/>
        </p:nvSpPr>
        <p:spPr>
          <a:xfrm>
            <a:off x="3019078" y="5869098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long</a:t>
            </a:r>
          </a:p>
        </p:txBody>
      </p:sp>
      <p:sp>
        <p:nvSpPr>
          <p:cNvPr id="41" name="ZoneTexte 49">
            <a:extLst>
              <a:ext uri="{FF2B5EF4-FFF2-40B4-BE49-F238E27FC236}">
                <a16:creationId xmlns:a16="http://schemas.microsoft.com/office/drawing/2014/main" id="{A3F0755D-F2A8-65E2-809A-185FA98C8B35}"/>
              </a:ext>
            </a:extLst>
          </p:cNvPr>
          <p:cNvSpPr txBox="1"/>
          <p:nvPr/>
        </p:nvSpPr>
        <p:spPr>
          <a:xfrm>
            <a:off x="3040849" y="6086129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Utilisation des deux pieds</a:t>
            </a:r>
          </a:p>
        </p:txBody>
      </p:sp>
      <p:sp>
        <p:nvSpPr>
          <p:cNvPr id="42" name="ZoneTexte 50">
            <a:extLst>
              <a:ext uri="{FF2B5EF4-FFF2-40B4-BE49-F238E27FC236}">
                <a16:creationId xmlns:a16="http://schemas.microsoft.com/office/drawing/2014/main" id="{287EBA7B-18DD-DA51-499E-600479450C31}"/>
              </a:ext>
            </a:extLst>
          </p:cNvPr>
          <p:cNvSpPr txBox="1"/>
          <p:nvPr/>
        </p:nvSpPr>
        <p:spPr>
          <a:xfrm>
            <a:off x="5800904" y="5010182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Engagement dans le duel </a:t>
            </a:r>
          </a:p>
        </p:txBody>
      </p:sp>
      <p:sp>
        <p:nvSpPr>
          <p:cNvPr id="43" name="ZoneTexte 30">
            <a:extLst>
              <a:ext uri="{FF2B5EF4-FFF2-40B4-BE49-F238E27FC236}">
                <a16:creationId xmlns:a16="http://schemas.microsoft.com/office/drawing/2014/main" id="{F992DBC7-D9E5-2F2D-5ACE-DF0D33DC6F5C}"/>
              </a:ext>
            </a:extLst>
          </p:cNvPr>
          <p:cNvSpPr txBox="1"/>
          <p:nvPr/>
        </p:nvSpPr>
        <p:spPr>
          <a:xfrm>
            <a:off x="5794928" y="5231311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Anticipation / interception</a:t>
            </a:r>
          </a:p>
        </p:txBody>
      </p:sp>
      <p:sp>
        <p:nvSpPr>
          <p:cNvPr id="44" name="Rectangle 93">
            <a:extLst>
              <a:ext uri="{FF2B5EF4-FFF2-40B4-BE49-F238E27FC236}">
                <a16:creationId xmlns:a16="http://schemas.microsoft.com/office/drawing/2014/main" id="{2F445AA9-665C-9313-7EE4-ADB036BF3FAD}"/>
              </a:ext>
            </a:extLst>
          </p:cNvPr>
          <p:cNvSpPr/>
          <p:nvPr/>
        </p:nvSpPr>
        <p:spPr>
          <a:xfrm>
            <a:off x="2835626" y="3825234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" name="Rectangle 94">
            <a:extLst>
              <a:ext uri="{FF2B5EF4-FFF2-40B4-BE49-F238E27FC236}">
                <a16:creationId xmlns:a16="http://schemas.microsoft.com/office/drawing/2014/main" id="{892CCFA4-6FA4-5AF3-97DE-8923A020F399}"/>
              </a:ext>
            </a:extLst>
          </p:cNvPr>
          <p:cNvSpPr/>
          <p:nvPr/>
        </p:nvSpPr>
        <p:spPr>
          <a:xfrm>
            <a:off x="2839169" y="4282456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" name="Rectangle 93">
            <a:extLst>
              <a:ext uri="{FF2B5EF4-FFF2-40B4-BE49-F238E27FC236}">
                <a16:creationId xmlns:a16="http://schemas.microsoft.com/office/drawing/2014/main" id="{BCA503BA-F44F-61B4-751B-39FD5F015C71}"/>
              </a:ext>
            </a:extLst>
          </p:cNvPr>
          <p:cNvSpPr/>
          <p:nvPr/>
        </p:nvSpPr>
        <p:spPr>
          <a:xfrm>
            <a:off x="2839169" y="4532865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" name="Rectangle 94">
            <a:extLst>
              <a:ext uri="{FF2B5EF4-FFF2-40B4-BE49-F238E27FC236}">
                <a16:creationId xmlns:a16="http://schemas.microsoft.com/office/drawing/2014/main" id="{6EEA7CAD-B572-2098-A153-33A6E68082E1}"/>
              </a:ext>
            </a:extLst>
          </p:cNvPr>
          <p:cNvSpPr/>
          <p:nvPr/>
        </p:nvSpPr>
        <p:spPr>
          <a:xfrm>
            <a:off x="2835626" y="4758417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" name="Rectangle 94">
            <a:extLst>
              <a:ext uri="{FF2B5EF4-FFF2-40B4-BE49-F238E27FC236}">
                <a16:creationId xmlns:a16="http://schemas.microsoft.com/office/drawing/2014/main" id="{91D565A5-189F-DD46-ABA7-E54B6FE4CCDB}"/>
              </a:ext>
            </a:extLst>
          </p:cNvPr>
          <p:cNvSpPr/>
          <p:nvPr/>
        </p:nvSpPr>
        <p:spPr>
          <a:xfrm>
            <a:off x="2835626" y="4990951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" name="Rectangle 95">
            <a:extLst>
              <a:ext uri="{FF2B5EF4-FFF2-40B4-BE49-F238E27FC236}">
                <a16:creationId xmlns:a16="http://schemas.microsoft.com/office/drawing/2014/main" id="{0FC1BD8A-0066-F4CD-843F-37A07B915A3C}"/>
              </a:ext>
            </a:extLst>
          </p:cNvPr>
          <p:cNvSpPr/>
          <p:nvPr/>
        </p:nvSpPr>
        <p:spPr>
          <a:xfrm>
            <a:off x="2835626" y="5208666"/>
            <a:ext cx="132155" cy="93239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" name="Rectangle 94">
            <a:extLst>
              <a:ext uri="{FF2B5EF4-FFF2-40B4-BE49-F238E27FC236}">
                <a16:creationId xmlns:a16="http://schemas.microsoft.com/office/drawing/2014/main" id="{FA63D289-0445-1676-0C6D-7B5BC3FE8651}"/>
              </a:ext>
            </a:extLst>
          </p:cNvPr>
          <p:cNvSpPr/>
          <p:nvPr/>
        </p:nvSpPr>
        <p:spPr>
          <a:xfrm>
            <a:off x="2835626" y="5426380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" name="Rectangle 93">
            <a:extLst>
              <a:ext uri="{FF2B5EF4-FFF2-40B4-BE49-F238E27FC236}">
                <a16:creationId xmlns:a16="http://schemas.microsoft.com/office/drawing/2014/main" id="{157F0B87-482B-840F-C8E3-5B2EE7B6D4DB}"/>
              </a:ext>
            </a:extLst>
          </p:cNvPr>
          <p:cNvSpPr/>
          <p:nvPr/>
        </p:nvSpPr>
        <p:spPr>
          <a:xfrm>
            <a:off x="2835626" y="5665866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" name="Rectangle 94">
            <a:extLst>
              <a:ext uri="{FF2B5EF4-FFF2-40B4-BE49-F238E27FC236}">
                <a16:creationId xmlns:a16="http://schemas.microsoft.com/office/drawing/2014/main" id="{727AEAAF-33C9-BA7B-F634-37A611A9F4AC}"/>
              </a:ext>
            </a:extLst>
          </p:cNvPr>
          <p:cNvSpPr/>
          <p:nvPr/>
        </p:nvSpPr>
        <p:spPr>
          <a:xfrm>
            <a:off x="2839169" y="5883580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" name="Rectangle 94">
            <a:extLst>
              <a:ext uri="{FF2B5EF4-FFF2-40B4-BE49-F238E27FC236}">
                <a16:creationId xmlns:a16="http://schemas.microsoft.com/office/drawing/2014/main" id="{E5A8E40E-B3DC-37AF-3F62-F13FAA74A57B}"/>
              </a:ext>
            </a:extLst>
          </p:cNvPr>
          <p:cNvSpPr/>
          <p:nvPr/>
        </p:nvSpPr>
        <p:spPr>
          <a:xfrm>
            <a:off x="2839169" y="6100611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" name="Rectangle 93">
            <a:extLst>
              <a:ext uri="{FF2B5EF4-FFF2-40B4-BE49-F238E27FC236}">
                <a16:creationId xmlns:a16="http://schemas.microsoft.com/office/drawing/2014/main" id="{2D4D19E5-FE81-32AE-0443-2015E3F902D5}"/>
              </a:ext>
            </a:extLst>
          </p:cNvPr>
          <p:cNvSpPr/>
          <p:nvPr/>
        </p:nvSpPr>
        <p:spPr>
          <a:xfrm>
            <a:off x="5666708" y="3593027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5" name="Rectangle 95">
            <a:extLst>
              <a:ext uri="{FF2B5EF4-FFF2-40B4-BE49-F238E27FC236}">
                <a16:creationId xmlns:a16="http://schemas.microsoft.com/office/drawing/2014/main" id="{5C5D53B0-1F9F-F250-4429-88345CFB82D5}"/>
              </a:ext>
            </a:extLst>
          </p:cNvPr>
          <p:cNvSpPr/>
          <p:nvPr/>
        </p:nvSpPr>
        <p:spPr>
          <a:xfrm>
            <a:off x="5674966" y="3825234"/>
            <a:ext cx="132155" cy="93239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" name="Rectangle 94">
            <a:extLst>
              <a:ext uri="{FF2B5EF4-FFF2-40B4-BE49-F238E27FC236}">
                <a16:creationId xmlns:a16="http://schemas.microsoft.com/office/drawing/2014/main" id="{2D937DCE-A691-5B35-F6C5-A3B3176C6C04}"/>
              </a:ext>
            </a:extLst>
          </p:cNvPr>
          <p:cNvSpPr/>
          <p:nvPr/>
        </p:nvSpPr>
        <p:spPr>
          <a:xfrm>
            <a:off x="5674966" y="4057768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7" name="Rectangle 93">
            <a:extLst>
              <a:ext uri="{FF2B5EF4-FFF2-40B4-BE49-F238E27FC236}">
                <a16:creationId xmlns:a16="http://schemas.microsoft.com/office/drawing/2014/main" id="{AA1C7D37-C672-B929-2C77-2254A2747773}"/>
              </a:ext>
            </a:extLst>
          </p:cNvPr>
          <p:cNvSpPr/>
          <p:nvPr/>
        </p:nvSpPr>
        <p:spPr>
          <a:xfrm>
            <a:off x="5646151" y="4800854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8" name="Rectangle 94">
            <a:extLst>
              <a:ext uri="{FF2B5EF4-FFF2-40B4-BE49-F238E27FC236}">
                <a16:creationId xmlns:a16="http://schemas.microsoft.com/office/drawing/2014/main" id="{AD383120-ADE7-2494-9B1A-0CEFDA784D81}"/>
              </a:ext>
            </a:extLst>
          </p:cNvPr>
          <p:cNvSpPr/>
          <p:nvPr/>
        </p:nvSpPr>
        <p:spPr>
          <a:xfrm>
            <a:off x="5658597" y="4316963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" name="Rectangle 94">
            <a:extLst>
              <a:ext uri="{FF2B5EF4-FFF2-40B4-BE49-F238E27FC236}">
                <a16:creationId xmlns:a16="http://schemas.microsoft.com/office/drawing/2014/main" id="{81B022A0-2D55-B146-5591-07BBFB4CBEE8}"/>
              </a:ext>
            </a:extLst>
          </p:cNvPr>
          <p:cNvSpPr/>
          <p:nvPr/>
        </p:nvSpPr>
        <p:spPr>
          <a:xfrm>
            <a:off x="5653823" y="4554265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" name="Rectangle 94">
            <a:extLst>
              <a:ext uri="{FF2B5EF4-FFF2-40B4-BE49-F238E27FC236}">
                <a16:creationId xmlns:a16="http://schemas.microsoft.com/office/drawing/2014/main" id="{EE1ADC07-7BAA-6541-7281-A7B0B87D8E79}"/>
              </a:ext>
            </a:extLst>
          </p:cNvPr>
          <p:cNvSpPr/>
          <p:nvPr/>
        </p:nvSpPr>
        <p:spPr>
          <a:xfrm>
            <a:off x="5642608" y="5052668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" name="Rectangle 93">
            <a:extLst>
              <a:ext uri="{FF2B5EF4-FFF2-40B4-BE49-F238E27FC236}">
                <a16:creationId xmlns:a16="http://schemas.microsoft.com/office/drawing/2014/main" id="{5401F37D-51E6-371A-2B3E-C6947D57E385}"/>
              </a:ext>
            </a:extLst>
          </p:cNvPr>
          <p:cNvSpPr/>
          <p:nvPr/>
        </p:nvSpPr>
        <p:spPr>
          <a:xfrm>
            <a:off x="5642608" y="5287182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" name="Rectangle 93">
            <a:extLst>
              <a:ext uri="{FF2B5EF4-FFF2-40B4-BE49-F238E27FC236}">
                <a16:creationId xmlns:a16="http://schemas.microsoft.com/office/drawing/2014/main" id="{2F5A6252-A021-26BE-5A17-4B379BB97F5A}"/>
              </a:ext>
            </a:extLst>
          </p:cNvPr>
          <p:cNvSpPr/>
          <p:nvPr/>
        </p:nvSpPr>
        <p:spPr>
          <a:xfrm>
            <a:off x="8498873" y="3520217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3" name="Rectangle 93">
            <a:extLst>
              <a:ext uri="{FF2B5EF4-FFF2-40B4-BE49-F238E27FC236}">
                <a16:creationId xmlns:a16="http://schemas.microsoft.com/office/drawing/2014/main" id="{79EB7BC6-8AA1-7619-0E5F-F566B24EEBE9}"/>
              </a:ext>
            </a:extLst>
          </p:cNvPr>
          <p:cNvSpPr/>
          <p:nvPr/>
        </p:nvSpPr>
        <p:spPr>
          <a:xfrm>
            <a:off x="8498873" y="3901064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0" name="Rectangle 94">
            <a:extLst>
              <a:ext uri="{FF2B5EF4-FFF2-40B4-BE49-F238E27FC236}">
                <a16:creationId xmlns:a16="http://schemas.microsoft.com/office/drawing/2014/main" id="{ABB44138-5E5A-F238-E40A-6B9FC09966FB}"/>
              </a:ext>
            </a:extLst>
          </p:cNvPr>
          <p:cNvSpPr/>
          <p:nvPr/>
        </p:nvSpPr>
        <p:spPr>
          <a:xfrm>
            <a:off x="8498873" y="3713219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1" name="Rectangle 93">
            <a:extLst>
              <a:ext uri="{FF2B5EF4-FFF2-40B4-BE49-F238E27FC236}">
                <a16:creationId xmlns:a16="http://schemas.microsoft.com/office/drawing/2014/main" id="{BFD2AA9F-EA79-617B-1AF7-E88248741455}"/>
              </a:ext>
            </a:extLst>
          </p:cNvPr>
          <p:cNvSpPr/>
          <p:nvPr/>
        </p:nvSpPr>
        <p:spPr>
          <a:xfrm>
            <a:off x="8498873" y="4103948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2" name="Rectangle 93">
            <a:extLst>
              <a:ext uri="{FF2B5EF4-FFF2-40B4-BE49-F238E27FC236}">
                <a16:creationId xmlns:a16="http://schemas.microsoft.com/office/drawing/2014/main" id="{3191EC6C-B76A-D237-9E18-77D3C8AFB657}"/>
              </a:ext>
            </a:extLst>
          </p:cNvPr>
          <p:cNvSpPr/>
          <p:nvPr/>
        </p:nvSpPr>
        <p:spPr>
          <a:xfrm>
            <a:off x="8498873" y="4319918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3" name="Rectangle 94">
            <a:extLst>
              <a:ext uri="{FF2B5EF4-FFF2-40B4-BE49-F238E27FC236}">
                <a16:creationId xmlns:a16="http://schemas.microsoft.com/office/drawing/2014/main" id="{A5BF7C2B-B647-D42D-5AA4-B68B64EAC5A7}"/>
              </a:ext>
            </a:extLst>
          </p:cNvPr>
          <p:cNvSpPr/>
          <p:nvPr/>
        </p:nvSpPr>
        <p:spPr>
          <a:xfrm>
            <a:off x="8498873" y="4532865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4" name="Rectangle 94">
            <a:extLst>
              <a:ext uri="{FF2B5EF4-FFF2-40B4-BE49-F238E27FC236}">
                <a16:creationId xmlns:a16="http://schemas.microsoft.com/office/drawing/2014/main" id="{C54D6085-86A6-8AD7-F9DD-94CEC10A17DE}"/>
              </a:ext>
            </a:extLst>
          </p:cNvPr>
          <p:cNvSpPr/>
          <p:nvPr/>
        </p:nvSpPr>
        <p:spPr>
          <a:xfrm>
            <a:off x="8498873" y="4739136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5" name="Rectangle 94">
            <a:extLst>
              <a:ext uri="{FF2B5EF4-FFF2-40B4-BE49-F238E27FC236}">
                <a16:creationId xmlns:a16="http://schemas.microsoft.com/office/drawing/2014/main" id="{CA8C872E-FEFE-BA04-542F-7F1DC38144DB}"/>
              </a:ext>
            </a:extLst>
          </p:cNvPr>
          <p:cNvSpPr/>
          <p:nvPr/>
        </p:nvSpPr>
        <p:spPr>
          <a:xfrm>
            <a:off x="8498873" y="4956029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6" name="Rectangle 94">
            <a:extLst>
              <a:ext uri="{FF2B5EF4-FFF2-40B4-BE49-F238E27FC236}">
                <a16:creationId xmlns:a16="http://schemas.microsoft.com/office/drawing/2014/main" id="{78502E07-E901-4B35-EF1E-2C725C7D3432}"/>
              </a:ext>
            </a:extLst>
          </p:cNvPr>
          <p:cNvSpPr/>
          <p:nvPr/>
        </p:nvSpPr>
        <p:spPr>
          <a:xfrm>
            <a:off x="8498873" y="5170992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7" name="Rectangle 93">
            <a:extLst>
              <a:ext uri="{FF2B5EF4-FFF2-40B4-BE49-F238E27FC236}">
                <a16:creationId xmlns:a16="http://schemas.microsoft.com/office/drawing/2014/main" id="{05D38710-D42E-FA81-0782-C041EC4DAEC3}"/>
              </a:ext>
            </a:extLst>
          </p:cNvPr>
          <p:cNvSpPr/>
          <p:nvPr/>
        </p:nvSpPr>
        <p:spPr>
          <a:xfrm>
            <a:off x="8498873" y="5415321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8" name="Rectangle 94">
            <a:extLst>
              <a:ext uri="{FF2B5EF4-FFF2-40B4-BE49-F238E27FC236}">
                <a16:creationId xmlns:a16="http://schemas.microsoft.com/office/drawing/2014/main" id="{ECDEF713-41F9-4EF1-4413-6673F9E36F89}"/>
              </a:ext>
            </a:extLst>
          </p:cNvPr>
          <p:cNvSpPr/>
          <p:nvPr/>
        </p:nvSpPr>
        <p:spPr>
          <a:xfrm>
            <a:off x="8498873" y="5597177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9" name="Rectangle 94">
            <a:extLst>
              <a:ext uri="{FF2B5EF4-FFF2-40B4-BE49-F238E27FC236}">
                <a16:creationId xmlns:a16="http://schemas.microsoft.com/office/drawing/2014/main" id="{C067026F-2018-2067-7791-CB7D253BA631}"/>
              </a:ext>
            </a:extLst>
          </p:cNvPr>
          <p:cNvSpPr/>
          <p:nvPr/>
        </p:nvSpPr>
        <p:spPr>
          <a:xfrm>
            <a:off x="8498873" y="5823293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0" name="Rectangle 94">
            <a:extLst>
              <a:ext uri="{FF2B5EF4-FFF2-40B4-BE49-F238E27FC236}">
                <a16:creationId xmlns:a16="http://schemas.microsoft.com/office/drawing/2014/main" id="{211F63F1-0D04-17B1-418C-9CAB906D7685}"/>
              </a:ext>
            </a:extLst>
          </p:cNvPr>
          <p:cNvSpPr/>
          <p:nvPr/>
        </p:nvSpPr>
        <p:spPr>
          <a:xfrm>
            <a:off x="8498873" y="6053813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0" name="ZoneTexte 459">
            <a:extLst>
              <a:ext uri="{FF2B5EF4-FFF2-40B4-BE49-F238E27FC236}">
                <a16:creationId xmlns:a16="http://schemas.microsoft.com/office/drawing/2014/main" id="{9F1BBA88-5C56-15C4-E612-F27281C64B55}"/>
              </a:ext>
            </a:extLst>
          </p:cNvPr>
          <p:cNvSpPr txBox="1"/>
          <p:nvPr/>
        </p:nvSpPr>
        <p:spPr>
          <a:xfrm>
            <a:off x="3930517" y="297593"/>
            <a:ext cx="3879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MIN’</a:t>
            </a:r>
          </a:p>
        </p:txBody>
      </p:sp>
      <p:sp>
        <p:nvSpPr>
          <p:cNvPr id="461" name="ZoneTexte 460">
            <a:extLst>
              <a:ext uri="{FF2B5EF4-FFF2-40B4-BE49-F238E27FC236}">
                <a16:creationId xmlns:a16="http://schemas.microsoft.com/office/drawing/2014/main" id="{C94BAF52-AF47-FAF1-80F7-43E503168D2B}"/>
              </a:ext>
            </a:extLst>
          </p:cNvPr>
          <p:cNvSpPr txBox="1"/>
          <p:nvPr/>
        </p:nvSpPr>
        <p:spPr>
          <a:xfrm>
            <a:off x="4657858" y="296991"/>
            <a:ext cx="4023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 err="1">
                <a:solidFill>
                  <a:schemeClr val="bg1"/>
                </a:solidFill>
              </a:rPr>
              <a:t>T</a:t>
            </a:r>
            <a:r>
              <a:rPr lang="fr-FR" sz="1400" dirty="0">
                <a:solidFill>
                  <a:schemeClr val="bg1"/>
                </a:solidFill>
              </a:rPr>
              <a:t> / R</a:t>
            </a:r>
          </a:p>
        </p:txBody>
      </p:sp>
      <p:sp>
        <p:nvSpPr>
          <p:cNvPr id="462" name="ZoneTexte 461">
            <a:extLst>
              <a:ext uri="{FF2B5EF4-FFF2-40B4-BE49-F238E27FC236}">
                <a16:creationId xmlns:a16="http://schemas.microsoft.com/office/drawing/2014/main" id="{5C6FB859-FD6E-81B8-94EC-9AFA0BA42B4E}"/>
              </a:ext>
            </a:extLst>
          </p:cNvPr>
          <p:cNvSpPr txBox="1"/>
          <p:nvPr/>
        </p:nvSpPr>
        <p:spPr>
          <a:xfrm>
            <a:off x="5377785" y="290430"/>
            <a:ext cx="4215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B / A</a:t>
            </a:r>
          </a:p>
        </p:txBody>
      </p:sp>
      <p:sp>
        <p:nvSpPr>
          <p:cNvPr id="463" name="ZoneTexte 462">
            <a:extLst>
              <a:ext uri="{FF2B5EF4-FFF2-40B4-BE49-F238E27FC236}">
                <a16:creationId xmlns:a16="http://schemas.microsoft.com/office/drawing/2014/main" id="{11E21913-AB9C-C654-7CDC-4B6AB6E6E44C}"/>
              </a:ext>
            </a:extLst>
          </p:cNvPr>
          <p:cNvSpPr txBox="1"/>
          <p:nvPr/>
        </p:nvSpPr>
        <p:spPr>
          <a:xfrm>
            <a:off x="3298900" y="290430"/>
            <a:ext cx="13785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464" name="ZoneTexte 463">
            <a:extLst>
              <a:ext uri="{FF2B5EF4-FFF2-40B4-BE49-F238E27FC236}">
                <a16:creationId xmlns:a16="http://schemas.microsoft.com/office/drawing/2014/main" id="{211C1BFF-F767-040F-4086-B7025CE6D7A5}"/>
              </a:ext>
            </a:extLst>
          </p:cNvPr>
          <p:cNvSpPr txBox="1"/>
          <p:nvPr/>
        </p:nvSpPr>
        <p:spPr>
          <a:xfrm>
            <a:off x="5984009" y="304527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CJ / CR</a:t>
            </a:r>
          </a:p>
        </p:txBody>
      </p:sp>
      <p:pic>
        <p:nvPicPr>
          <p:cNvPr id="466" name="Image 465">
            <a:extLst>
              <a:ext uri="{FF2B5EF4-FFF2-40B4-BE49-F238E27FC236}">
                <a16:creationId xmlns:a16="http://schemas.microsoft.com/office/drawing/2014/main" id="{0BB41076-E30A-A375-DDAE-351E99030E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467" name="Rectangle 466">
            <a:extLst>
              <a:ext uri="{FF2B5EF4-FFF2-40B4-BE49-F238E27FC236}">
                <a16:creationId xmlns:a16="http://schemas.microsoft.com/office/drawing/2014/main" id="{5611FC82-845C-A054-C44E-414CA59BFCD6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48CB1F5D-EFAA-1CB4-ED49-37B21ED44747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9CECDE9E-ABA5-BEFF-19D4-A5DF27FA4DDD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34BD294B-7EE1-CB9A-B366-595CB5AF66C7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01FC3923-E7C2-30EF-0898-52E2C93C1DCD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472" name="Graphique 471">
            <a:extLst>
              <a:ext uri="{FF2B5EF4-FFF2-40B4-BE49-F238E27FC236}">
                <a16:creationId xmlns:a16="http://schemas.microsoft.com/office/drawing/2014/main" id="{4DCD5803-ACAA-7137-A825-9964EBC8DF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473" name="Rectangle 472">
            <a:extLst>
              <a:ext uri="{FF2B5EF4-FFF2-40B4-BE49-F238E27FC236}">
                <a16:creationId xmlns:a16="http://schemas.microsoft.com/office/drawing/2014/main" id="{D0FA0781-D22F-B957-343B-99ABD173033F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683D2F6C-D1CD-8A5A-3CA7-D6AAC8C6694F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3220003D-B611-D679-BDBC-D7AEFB4321EC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93FE0099-5C84-6DAE-5935-A98545F62869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8C0892EA-C582-1B98-F0C5-B704F6368D4D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18BBCC6B-6E3B-9B6A-0F88-2436485BE6BA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F8C107B3-FEBA-0987-9152-696B78A68FFB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DD46E5A1-4EE8-2C6B-C815-0386D720E508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E3A36729-998B-2162-67B2-DB7C7249EDFA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B70D5034-F1A3-4F26-5167-42A579AD19D6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903C28E4-D86A-4403-C908-F4A904017E10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591F8EE1-08D0-1750-80B6-58876D240741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1E750C52-DF0D-5F6D-7B61-FDB3E825E148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9AAC86EB-02FC-C01A-4456-D4C983A64C74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ACFC4237-2299-9FC9-83E0-F32F377061EA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492" name="Image 491">
            <a:extLst>
              <a:ext uri="{FF2B5EF4-FFF2-40B4-BE49-F238E27FC236}">
                <a16:creationId xmlns:a16="http://schemas.microsoft.com/office/drawing/2014/main" id="{F4FA46CB-630A-6034-5909-48FF378D1F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pic>
        <p:nvPicPr>
          <p:cNvPr id="493" name="Image 492">
            <a:extLst>
              <a:ext uri="{FF2B5EF4-FFF2-40B4-BE49-F238E27FC236}">
                <a16:creationId xmlns:a16="http://schemas.microsoft.com/office/drawing/2014/main" id="{EFA53835-E77C-272A-655A-74EACB28CA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424" y="1729743"/>
            <a:ext cx="464634" cy="448955"/>
          </a:xfrm>
          <a:prstGeom prst="rect">
            <a:avLst/>
          </a:prstGeom>
        </p:spPr>
      </p:pic>
      <p:sp>
        <p:nvSpPr>
          <p:cNvPr id="494" name="Rectangle 493">
            <a:extLst>
              <a:ext uri="{FF2B5EF4-FFF2-40B4-BE49-F238E27FC236}">
                <a16:creationId xmlns:a16="http://schemas.microsoft.com/office/drawing/2014/main" id="{DA47EBF9-C1B8-CFBE-CA16-7E06D21996A7}"/>
              </a:ext>
            </a:extLst>
          </p:cNvPr>
          <p:cNvSpPr/>
          <p:nvPr/>
        </p:nvSpPr>
        <p:spPr>
          <a:xfrm>
            <a:off x="3139227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56A97C3D-2FFC-4461-22CB-A90314E0C535}"/>
              </a:ext>
            </a:extLst>
          </p:cNvPr>
          <p:cNvSpPr/>
          <p:nvPr/>
        </p:nvSpPr>
        <p:spPr>
          <a:xfrm>
            <a:off x="3868772" y="222839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1E7AC10F-A0C7-C35F-46AC-4DC6418F7143}"/>
              </a:ext>
            </a:extLst>
          </p:cNvPr>
          <p:cNvSpPr/>
          <p:nvPr/>
        </p:nvSpPr>
        <p:spPr>
          <a:xfrm>
            <a:off x="4603327" y="2222298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8367D880-51E0-8030-5EAD-61156114414D}"/>
              </a:ext>
            </a:extLst>
          </p:cNvPr>
          <p:cNvSpPr/>
          <p:nvPr/>
        </p:nvSpPr>
        <p:spPr>
          <a:xfrm>
            <a:off x="5332872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AE10B9B0-5CEB-A45B-C6AB-0EEC950D431D}"/>
              </a:ext>
            </a:extLst>
          </p:cNvPr>
          <p:cNvSpPr/>
          <p:nvPr/>
        </p:nvSpPr>
        <p:spPr>
          <a:xfrm>
            <a:off x="6061726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499" name="Image 498">
            <a:extLst>
              <a:ext uri="{FF2B5EF4-FFF2-40B4-BE49-F238E27FC236}">
                <a16:creationId xmlns:a16="http://schemas.microsoft.com/office/drawing/2014/main" id="{38F3C0AB-7AB2-50C5-818B-89B4B3EFF5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6656" y="2228005"/>
            <a:ext cx="222863" cy="278579"/>
          </a:xfrm>
          <a:prstGeom prst="rect">
            <a:avLst/>
          </a:prstGeom>
        </p:spPr>
      </p:pic>
      <p:pic>
        <p:nvPicPr>
          <p:cNvPr id="500" name="Image 499">
            <a:extLst>
              <a:ext uri="{FF2B5EF4-FFF2-40B4-BE49-F238E27FC236}">
                <a16:creationId xmlns:a16="http://schemas.microsoft.com/office/drawing/2014/main" id="{15BCBA36-C3BE-1C1C-C139-4A85AC2EBB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026" y="2201977"/>
            <a:ext cx="296513" cy="298061"/>
          </a:xfrm>
          <a:prstGeom prst="rect">
            <a:avLst/>
          </a:prstGeom>
        </p:spPr>
      </p:pic>
      <p:pic>
        <p:nvPicPr>
          <p:cNvPr id="501" name="Graphique 500">
            <a:extLst>
              <a:ext uri="{FF2B5EF4-FFF2-40B4-BE49-F238E27FC236}">
                <a16:creationId xmlns:a16="http://schemas.microsoft.com/office/drawing/2014/main" id="{4B21945E-A4CB-2381-06EB-0388455125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502" name="ZoneTexte 501">
            <a:extLst>
              <a:ext uri="{FF2B5EF4-FFF2-40B4-BE49-F238E27FC236}">
                <a16:creationId xmlns:a16="http://schemas.microsoft.com/office/drawing/2014/main" id="{236BE1CF-372D-2606-8D59-FD7978F5D94B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C09BFE-F43C-41A1-A1AD-A4B13FDA45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40e6f8-d294-4e0a-a4ec-60755aee44ca"/>
    <ds:schemaRef ds:uri="d2aa4942-3767-4fb4-b828-61a76fcbf9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E9B66EE-43D2-49FF-898E-DCD517785142}">
  <ds:schemaRefs>
    <ds:schemaRef ds:uri="http://purl.org/dc/elements/1.1/"/>
    <ds:schemaRef ds:uri="http://schemas.openxmlformats.org/package/2006/metadata/core-properties"/>
    <ds:schemaRef ds:uri="http://purl.org/dc/terms/"/>
    <ds:schemaRef ds:uri="d2aa4942-3767-4fb4-b828-61a76fcbf9df"/>
    <ds:schemaRef ds:uri="http://purl.org/dc/dcmitype/"/>
    <ds:schemaRef ds:uri="http://schemas.microsoft.com/office/2006/documentManagement/types"/>
    <ds:schemaRef ds:uri="http://schemas.microsoft.com/office/infopath/2007/PartnerControls"/>
    <ds:schemaRef ds:uri="1d40e6f8-d294-4e0a-a4ec-60755aee44ca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3</TotalTime>
  <Words>186</Words>
  <Application>Microsoft Macintosh PowerPoint</Application>
  <PresentationFormat>Grand écran</PresentationFormat>
  <Paragraphs>62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OM Marseille Medium</vt:lpstr>
      <vt:lpstr>OM Marseille Light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Lucas Genty</cp:lastModifiedBy>
  <cp:revision>4</cp:revision>
  <dcterms:created xsi:type="dcterms:W3CDTF">2026-08-04T15:22:38Z</dcterms:created>
  <dcterms:modified xsi:type="dcterms:W3CDTF">2026-08-06T07:28:51Z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