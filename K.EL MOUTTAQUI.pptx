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65" r:id="rId6"/>
  </p:sldIdLst>
  <p:sldSz cx="12192000" cy="6858000"/>
  <p:notesSz cx="6858000" cy="9144000"/>
  <p:embeddedFontLst>
    <p:embeddedFont>
      <p:font typeface="OM Marseille Light" pitchFamily="50" charset="0"/>
      <p:regular r:id="rId9"/>
    </p:embeddedFont>
    <p:embeddedFont>
      <p:font typeface="OM Marseille Medium" pitchFamily="50" charset="0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DF48C-A318-4CCE-B91A-7E52669CE7D8}" v="1" dt="2026-08-06T15:36:10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ecouvreur" userId="eb6916c3-51ba-4176-b211-2d3af9ee51de" providerId="ADAL" clId="{C83E26FE-4162-4AA5-97C8-454BCC2C930F}"/>
    <pc:docChg chg="undo custSel modSld">
      <pc:chgData name="David Recouvreur" userId="eb6916c3-51ba-4176-b211-2d3af9ee51de" providerId="ADAL" clId="{C83E26FE-4162-4AA5-97C8-454BCC2C930F}" dt="2026-08-06T15:39:54.533" v="49" actId="478"/>
      <pc:docMkLst>
        <pc:docMk/>
      </pc:docMkLst>
      <pc:sldChg chg="addSp delSp modSp mod">
        <pc:chgData name="David Recouvreur" userId="eb6916c3-51ba-4176-b211-2d3af9ee51de" providerId="ADAL" clId="{C83E26FE-4162-4AA5-97C8-454BCC2C930F}" dt="2026-08-06T15:39:54.533" v="49" actId="478"/>
        <pc:sldMkLst>
          <pc:docMk/>
          <pc:sldMk cId="0" sldId="265"/>
        </pc:sldMkLst>
        <pc:spChg chg="mod">
          <ac:chgData name="David Recouvreur" userId="eb6916c3-51ba-4176-b211-2d3af9ee51de" providerId="ADAL" clId="{C83E26FE-4162-4AA5-97C8-454BCC2C930F}" dt="2026-08-06T06:47:33.717" v="8" actId="1076"/>
          <ac:spMkLst>
            <pc:docMk/>
            <pc:sldMk cId="0" sldId="265"/>
            <ac:spMk id="5" creationId="{A705F36A-62B9-AD92-BF3B-8FCE6EE1FB48}"/>
          </ac:spMkLst>
        </pc:spChg>
        <pc:spChg chg="del mod">
          <ac:chgData name="David Recouvreur" userId="eb6916c3-51ba-4176-b211-2d3af9ee51de" providerId="ADAL" clId="{C83E26FE-4162-4AA5-97C8-454BCC2C930F}" dt="2026-08-06T15:39:54.533" v="49" actId="478"/>
          <ac:spMkLst>
            <pc:docMk/>
            <pc:sldMk cId="0" sldId="265"/>
            <ac:spMk id="11" creationId="{32067379-31EE-7A43-23EC-13FE1F6FD7A7}"/>
          </ac:spMkLst>
        </pc:spChg>
        <pc:spChg chg="add del mod">
          <ac:chgData name="David Recouvreur" userId="eb6916c3-51ba-4176-b211-2d3af9ee51de" providerId="ADAL" clId="{C83E26FE-4162-4AA5-97C8-454BCC2C930F}" dt="2026-08-06T06:47:08.923" v="5" actId="478"/>
          <ac:spMkLst>
            <pc:docMk/>
            <pc:sldMk cId="0" sldId="265"/>
            <ac:spMk id="44" creationId="{6BD7A055-C86D-953E-1B0C-08C2D1B10C90}"/>
          </ac:spMkLst>
        </pc:spChg>
        <pc:spChg chg="add mod">
          <ac:chgData name="David Recouvreur" userId="eb6916c3-51ba-4176-b211-2d3af9ee51de" providerId="ADAL" clId="{C83E26FE-4162-4AA5-97C8-454BCC2C930F}" dt="2026-08-06T15:22:22.385" v="29" actId="1076"/>
          <ac:spMkLst>
            <pc:docMk/>
            <pc:sldMk cId="0" sldId="265"/>
            <ac:spMk id="44" creationId="{90E4BAD9-4C57-2974-7D42-62959B5CB994}"/>
          </ac:spMkLst>
        </pc:spChg>
        <pc:spChg chg="add del">
          <ac:chgData name="David Recouvreur" userId="eb6916c3-51ba-4176-b211-2d3af9ee51de" providerId="ADAL" clId="{C83E26FE-4162-4AA5-97C8-454BCC2C930F}" dt="2026-08-06T15:36:23.335" v="47" actId="11529"/>
          <ac:spMkLst>
            <pc:docMk/>
            <pc:sldMk cId="0" sldId="265"/>
            <ac:spMk id="45" creationId="{04F18B60-420D-0D57-A5F1-3751E21A86AB}"/>
          </ac:spMkLst>
        </pc:spChg>
        <pc:spChg chg="add">
          <ac:chgData name="David Recouvreur" userId="eb6916c3-51ba-4176-b211-2d3af9ee51de" providerId="ADAL" clId="{C83E26FE-4162-4AA5-97C8-454BCC2C930F}" dt="2026-08-06T06:46:32.618" v="2" actId="22"/>
          <ac:spMkLst>
            <pc:docMk/>
            <pc:sldMk cId="0" sldId="265"/>
            <ac:spMk id="46" creationId="{CFA8DD9B-1DC0-2EC3-07EF-9CC423A120DF}"/>
          </ac:spMkLst>
        </pc:spChg>
        <pc:spChg chg="add">
          <ac:chgData name="David Recouvreur" userId="eb6916c3-51ba-4176-b211-2d3af9ee51de" providerId="ADAL" clId="{C83E26FE-4162-4AA5-97C8-454BCC2C930F}" dt="2026-08-06T06:46:48.387" v="3" actId="22"/>
          <ac:spMkLst>
            <pc:docMk/>
            <pc:sldMk cId="0" sldId="265"/>
            <ac:spMk id="48" creationId="{43CB17BD-DBA8-C536-51E2-323A195CCEDE}"/>
          </ac:spMkLst>
        </pc:spChg>
        <pc:spChg chg="add">
          <ac:chgData name="David Recouvreur" userId="eb6916c3-51ba-4176-b211-2d3af9ee51de" providerId="ADAL" clId="{C83E26FE-4162-4AA5-97C8-454BCC2C930F}" dt="2026-08-06T06:46:57.885" v="4" actId="22"/>
          <ac:spMkLst>
            <pc:docMk/>
            <pc:sldMk cId="0" sldId="265"/>
            <ac:spMk id="50" creationId="{C60F11CD-8A7A-8D0F-52F1-F390822F3AE8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52" creationId="{ED0C584B-F597-6E19-16CD-A452516F20F3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54" creationId="{6005B1F8-3060-B823-3FD6-E5DDAE6B9A9B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57" creationId="{0F312B49-1B66-A7E9-EC72-DA3146E35948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59" creationId="{675F4816-2CD0-83D7-6C43-56F69BCC0C9F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63" creationId="{2815B9D2-2AFB-48A3-BFAD-661C514074E1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961" creationId="{C8AF6730-05BD-A44C-F11B-F572734804E0}"/>
          </ac:spMkLst>
        </pc:spChg>
        <pc:spChg chg="add mod">
          <ac:chgData name="David Recouvreur" userId="eb6916c3-51ba-4176-b211-2d3af9ee51de" providerId="ADAL" clId="{C83E26FE-4162-4AA5-97C8-454BCC2C930F}" dt="2026-08-06T15:22:48.333" v="30" actId="207"/>
          <ac:spMkLst>
            <pc:docMk/>
            <pc:sldMk cId="0" sldId="265"/>
            <ac:spMk id="963" creationId="{C0A9E7B8-939F-8A02-F1C6-BD42573A6286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1000" creationId="{186410E4-F41A-312A-D640-AB4EAE116846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1006" creationId="{FBBD08ED-94F4-0B82-7D80-9C82E8A5F9BC}"/>
          </ac:spMkLst>
        </pc:spChg>
        <pc:spChg chg="add">
          <ac:chgData name="David Recouvreur" userId="eb6916c3-51ba-4176-b211-2d3af9ee51de" providerId="ADAL" clId="{C83E26FE-4162-4AA5-97C8-454BCC2C930F}" dt="2026-08-06T06:47:09.321" v="6" actId="22"/>
          <ac:spMkLst>
            <pc:docMk/>
            <pc:sldMk cId="0" sldId="265"/>
            <ac:spMk id="1008" creationId="{1B2A6BF1-E0C6-E511-7EA4-87F36C72B5C4}"/>
          </ac:spMkLst>
        </pc:spChg>
        <pc:spChg chg="add mod">
          <ac:chgData name="David Recouvreur" userId="eb6916c3-51ba-4176-b211-2d3af9ee51de" providerId="ADAL" clId="{C83E26FE-4162-4AA5-97C8-454BCC2C930F}" dt="2026-08-06T15:23:12.529" v="31" actId="207"/>
          <ac:spMkLst>
            <pc:docMk/>
            <pc:sldMk cId="0" sldId="265"/>
            <ac:spMk id="1010" creationId="{BD39EDB6-2443-151F-5D19-CEB45B8DDA2C}"/>
          </ac:spMkLst>
        </pc:spChg>
        <pc:spChg chg="add mod">
          <ac:chgData name="David Recouvreur" userId="eb6916c3-51ba-4176-b211-2d3af9ee51de" providerId="ADAL" clId="{C83E26FE-4162-4AA5-97C8-454BCC2C930F}" dt="2026-08-06T15:23:17.525" v="32" actId="207"/>
          <ac:spMkLst>
            <pc:docMk/>
            <pc:sldMk cId="0" sldId="265"/>
            <ac:spMk id="1012" creationId="{A99EA677-A81D-D838-273C-CBDB5E68274B}"/>
          </ac:spMkLst>
        </pc:spChg>
        <pc:spChg chg="add">
          <ac:chgData name="David Recouvreur" userId="eb6916c3-51ba-4176-b211-2d3af9ee51de" providerId="ADAL" clId="{C83E26FE-4162-4AA5-97C8-454BCC2C930F}" dt="2026-08-06T06:47:25.124" v="7" actId="22"/>
          <ac:spMkLst>
            <pc:docMk/>
            <pc:sldMk cId="0" sldId="265"/>
            <ac:spMk id="1014" creationId="{4FB09D2B-F005-FD19-B1B9-E70131693905}"/>
          </ac:spMkLst>
        </pc:spChg>
        <pc:spChg chg="add">
          <ac:chgData name="David Recouvreur" userId="eb6916c3-51ba-4176-b211-2d3af9ee51de" providerId="ADAL" clId="{C83E26FE-4162-4AA5-97C8-454BCC2C930F}" dt="2026-08-06T06:47:25.124" v="7" actId="22"/>
          <ac:spMkLst>
            <pc:docMk/>
            <pc:sldMk cId="0" sldId="265"/>
            <ac:spMk id="1016" creationId="{F24D4A5F-E581-7FE5-0AB3-29C03B279562}"/>
          </ac:spMkLst>
        </pc:spChg>
        <pc:spChg chg="add">
          <ac:chgData name="David Recouvreur" userId="eb6916c3-51ba-4176-b211-2d3af9ee51de" providerId="ADAL" clId="{C83E26FE-4162-4AA5-97C8-454BCC2C930F}" dt="2026-08-06T06:47:25.124" v="7" actId="22"/>
          <ac:spMkLst>
            <pc:docMk/>
            <pc:sldMk cId="0" sldId="265"/>
            <ac:spMk id="1018" creationId="{EB556563-D194-972E-1934-189688BABDFD}"/>
          </ac:spMkLst>
        </pc:spChg>
        <pc:spChg chg="add">
          <ac:chgData name="David Recouvreur" userId="eb6916c3-51ba-4176-b211-2d3af9ee51de" providerId="ADAL" clId="{C83E26FE-4162-4AA5-97C8-454BCC2C930F}" dt="2026-08-06T06:47:25.124" v="7" actId="22"/>
          <ac:spMkLst>
            <pc:docMk/>
            <pc:sldMk cId="0" sldId="265"/>
            <ac:spMk id="1020" creationId="{018E4E86-9F16-388B-2F6A-3F47DCF33F24}"/>
          </ac:spMkLst>
        </pc:spChg>
        <pc:spChg chg="add">
          <ac:chgData name="David Recouvreur" userId="eb6916c3-51ba-4176-b211-2d3af9ee51de" providerId="ADAL" clId="{C83E26FE-4162-4AA5-97C8-454BCC2C930F}" dt="2026-08-06T06:47:25.124" v="7" actId="22"/>
          <ac:spMkLst>
            <pc:docMk/>
            <pc:sldMk cId="0" sldId="265"/>
            <ac:spMk id="1022" creationId="{493697E8-DAFE-4686-D86F-643642BDC879}"/>
          </ac:spMkLst>
        </pc:spChg>
        <pc:spChg chg="add">
          <ac:chgData name="David Recouvreur" userId="eb6916c3-51ba-4176-b211-2d3af9ee51de" providerId="ADAL" clId="{C83E26FE-4162-4AA5-97C8-454BCC2C930F}" dt="2026-08-06T06:47:25.124" v="7" actId="22"/>
          <ac:spMkLst>
            <pc:docMk/>
            <pc:sldMk cId="0" sldId="265"/>
            <ac:spMk id="1024" creationId="{EC7E7413-8AB5-A534-B12B-942066371123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26" creationId="{0BB3769B-02FB-7E38-D4EE-D76AD8726DFA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39" creationId="{1B892542-FF7F-3092-FE9B-A208E215CCF7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41" creationId="{98ED8A1B-8AD0-3B61-ACB4-E5059439589E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47" creationId="{5F48DBBF-1681-6B55-FD96-961EC9CEE2AA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49" creationId="{ACBBE1C2-A038-8F05-880B-4907ED9B68F3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51" creationId="{2C68826D-365F-AEED-56DA-BA06EE11AAC8}"/>
          </ac:spMkLst>
        </pc:spChg>
        <pc:spChg chg="mod">
          <ac:chgData name="David Recouvreur" userId="eb6916c3-51ba-4176-b211-2d3af9ee51de" providerId="ADAL" clId="{C83E26FE-4162-4AA5-97C8-454BCC2C930F}" dt="2026-08-06T15:24:01.423" v="33" actId="207"/>
          <ac:spMkLst>
            <pc:docMk/>
            <pc:sldMk cId="0" sldId="265"/>
            <ac:spMk id="1053" creationId="{71B90B07-C4F3-63A6-080C-80CB29CC1D16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55" creationId="{5A31EDCA-95C6-546F-AC79-652BE262349B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57" creationId="{978D0D6A-8FD6-6C4C-7A11-239AE7C6B50B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62" creationId="{D126D5C3-F2E4-70B1-79CD-03C866FD11D0}"/>
          </ac:spMkLst>
        </pc:spChg>
        <pc:spChg chg="add">
          <ac:chgData name="David Recouvreur" userId="eb6916c3-51ba-4176-b211-2d3af9ee51de" providerId="ADAL" clId="{C83E26FE-4162-4AA5-97C8-454BCC2C930F}" dt="2026-08-06T06:47:47.209" v="9" actId="22"/>
          <ac:spMkLst>
            <pc:docMk/>
            <pc:sldMk cId="0" sldId="265"/>
            <ac:spMk id="1064" creationId="{71DBA5DF-A391-CA09-F74B-22E3C78BD570}"/>
          </ac:spMkLst>
        </pc:spChg>
        <pc:spChg chg="add mod">
          <ac:chgData name="David Recouvreur" userId="eb6916c3-51ba-4176-b211-2d3af9ee51de" providerId="ADAL" clId="{C83E26FE-4162-4AA5-97C8-454BCC2C930F}" dt="2026-08-06T06:48:22.315" v="27" actId="20577"/>
          <ac:spMkLst>
            <pc:docMk/>
            <pc:sldMk cId="0" sldId="265"/>
            <ac:spMk id="1066" creationId="{8558139B-A181-E7B0-52DD-54C120E9AA41}"/>
          </ac:spMkLst>
        </pc:spChg>
        <pc:picChg chg="add del">
          <ac:chgData name="David Recouvreur" userId="eb6916c3-51ba-4176-b211-2d3af9ee51de" providerId="ADAL" clId="{C83E26FE-4162-4AA5-97C8-454BCC2C930F}" dt="2026-08-06T15:36:10.682" v="45" actId="27803"/>
          <ac:picMkLst>
            <pc:docMk/>
            <pc:sldMk cId="0" sldId="265"/>
            <ac:picMk id="47" creationId="{32067379-31EE-7A43-23EC-13FE1F6FD7A7}"/>
          </ac:picMkLst>
        </pc:picChg>
        <pc:picChg chg="add mod">
          <ac:chgData name="David Recouvreur" userId="eb6916c3-51ba-4176-b211-2d3af9ee51de" providerId="ADAL" clId="{C83E26FE-4162-4AA5-97C8-454BCC2C930F}" dt="2026-08-06T15:24:49.766" v="41" actId="14100"/>
          <ac:picMkLst>
            <pc:docMk/>
            <pc:sldMk cId="0" sldId="265"/>
            <ac:picMk id="51" creationId="{4FCC68A9-FFBE-56E1-9D01-9CC2AEF6E72D}"/>
          </ac:picMkLst>
        </pc:picChg>
        <pc:picChg chg="add">
          <ac:chgData name="David Recouvreur" userId="eb6916c3-51ba-4176-b211-2d3af9ee51de" providerId="ADAL" clId="{C83E26FE-4162-4AA5-97C8-454BCC2C930F}" dt="2026-08-06T15:39:51.770" v="48" actId="22"/>
          <ac:picMkLst>
            <pc:docMk/>
            <pc:sldMk cId="0" sldId="265"/>
            <ac:picMk id="53" creationId="{E6570C09-84C9-F2A2-F055-E53BDBCFAABB}"/>
          </ac:picMkLst>
        </pc:picChg>
        <pc:picChg chg="add mod">
          <ac:chgData name="David Recouvreur" userId="eb6916c3-51ba-4176-b211-2d3af9ee51de" providerId="ADAL" clId="{C83E26FE-4162-4AA5-97C8-454BCC2C930F}" dt="2026-08-06T15:25:05.832" v="44" actId="1076"/>
          <ac:picMkLst>
            <pc:docMk/>
            <pc:sldMk cId="0" sldId="265"/>
            <ac:picMk id="56" creationId="{4C25BEB5-5D37-F529-22F2-097A9639A4D5}"/>
          </ac:picMkLst>
        </pc:picChg>
      </pc:sldChg>
    </pc:docChg>
  </pc:docChgLst>
  <pc:docChgLst>
    <pc:chgData name="Lucas Genty" userId="0ff89410-5e71-4be0-bd77-4c071ba329e4" providerId="ADAL" clId="{299A151C-5B74-5660-9229-42BC38DFE690}"/>
    <pc:docChg chg="modSld">
      <pc:chgData name="Lucas Genty" userId="0ff89410-5e71-4be0-bd77-4c071ba329e4" providerId="ADAL" clId="{299A151C-5B74-5660-9229-42BC38DFE690}" dt="2026-08-06T07:39:40.491" v="12" actId="20577"/>
      <pc:docMkLst>
        <pc:docMk/>
      </pc:docMkLst>
      <pc:sldChg chg="modSp mod">
        <pc:chgData name="Lucas Genty" userId="0ff89410-5e71-4be0-bd77-4c071ba329e4" providerId="ADAL" clId="{299A151C-5B74-5660-9229-42BC38DFE690}" dt="2026-08-06T07:39:40.491" v="12" actId="20577"/>
        <pc:sldMkLst>
          <pc:docMk/>
          <pc:sldMk cId="0" sldId="265"/>
        </pc:sldMkLst>
        <pc:spChg chg="mod">
          <ac:chgData name="Lucas Genty" userId="0ff89410-5e71-4be0-bd77-4c071ba329e4" providerId="ADAL" clId="{299A151C-5B74-5660-9229-42BC38DFE690}" dt="2026-08-06T07:39:33.929" v="6" actId="20577"/>
          <ac:spMkLst>
            <pc:docMk/>
            <pc:sldMk cId="0" sldId="265"/>
            <ac:spMk id="48" creationId="{43CB17BD-DBA8-C536-51E2-323A195CCEDE}"/>
          </ac:spMkLst>
        </pc:spChg>
        <pc:spChg chg="mod">
          <ac:chgData name="Lucas Genty" userId="0ff89410-5e71-4be0-bd77-4c071ba329e4" providerId="ADAL" clId="{299A151C-5B74-5660-9229-42BC38DFE690}" dt="2026-08-06T07:39:40.491" v="12" actId="20577"/>
          <ac:spMkLst>
            <pc:docMk/>
            <pc:sldMk cId="0" sldId="265"/>
            <ac:spMk id="50" creationId="{C60F11CD-8A7A-8D0F-52F1-F390822F3AE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0CB9-5340-85B0-D4E52406A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re du chapitre"/>
          <p:cNvSpPr txBox="1">
            <a:spLocks noGrp="1"/>
          </p:cNvSpPr>
          <p:nvPr>
            <p:ph type="title" hasCustomPrompt="1"/>
          </p:nvPr>
        </p:nvSpPr>
        <p:spPr>
          <a:xfrm>
            <a:off x="352425" y="1866900"/>
            <a:ext cx="6734175" cy="267779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Titre du chapitre</a:t>
            </a:r>
          </a:p>
        </p:txBody>
      </p:sp>
      <p:sp>
        <p:nvSpPr>
          <p:cNvPr id="2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28" name="Grafik 4"/>
          <p:cNvSpPr/>
          <p:nvPr/>
        </p:nvSpPr>
        <p:spPr>
          <a:xfrm>
            <a:off x="342902" y="6284595"/>
            <a:ext cx="2765426" cy="380328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2425" y="304800"/>
            <a:ext cx="1981200" cy="820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600">
                <a:solidFill>
                  <a:srgbClr val="FFFFFF"/>
                </a:solidFill>
              </a:defRPr>
            </a:lvl1pPr>
            <a:lvl2pPr marL="711201" indent="-704851">
              <a:defRPr sz="5600">
                <a:solidFill>
                  <a:srgbClr val="FFFFFF"/>
                </a:solidFill>
              </a:defRPr>
            </a:lvl2pPr>
            <a:lvl3pPr marL="903288" indent="-730251">
              <a:defRPr sz="5600">
                <a:solidFill>
                  <a:srgbClr val="FFFFFF"/>
                </a:solidFill>
              </a:defRPr>
            </a:lvl3pPr>
            <a:lvl4pPr marL="1062037" indent="-698500">
              <a:defRPr sz="5600">
                <a:solidFill>
                  <a:srgbClr val="FFFFFF"/>
                </a:solidFill>
              </a:defRPr>
            </a:lvl4pPr>
            <a:lvl5pPr marL="1268413" indent="-730251">
              <a:defRPr sz="5600">
                <a:solidFill>
                  <a:srgbClr val="FFFFFF"/>
                </a:solidFill>
              </a:defRPr>
            </a:lvl5pPr>
          </a:lstStyle>
          <a:p>
            <a:r>
              <a:t>0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half" idx="21" hasCustomPrompt="1"/>
          </p:nvPr>
        </p:nvSpPr>
        <p:spPr>
          <a:xfrm>
            <a:off x="7696200" y="152399"/>
            <a:ext cx="4381500" cy="60785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621791">
              <a:defRPr sz="39440">
                <a:solidFill>
                  <a:schemeClr val="accent1"/>
                </a:solidFill>
                <a:latin typeface="OM Marseille Medium"/>
                <a:ea typeface="OM Marseille Medium"/>
                <a:cs typeface="OM Marseille Medium"/>
                <a:sym typeface="OM Marseille Medium"/>
              </a:defRPr>
            </a:lvl1pPr>
          </a:lstStyle>
          <a:p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779245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KAYS EL MOUTTAQUI– 2011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AFC234FB-EED0-4B00-73BC-B66AF46961C7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64" name="Textfeld 3"/>
          <p:cNvSpPr txBox="1">
            <a:spLocks noGrp="1"/>
          </p:cNvSpPr>
          <p:nvPr>
            <p:ph type="sldNum" sz="quarter" idx="2"/>
          </p:nvPr>
        </p:nvSpPr>
        <p:spPr>
          <a:xfrm>
            <a:off x="11682857" y="6318605"/>
            <a:ext cx="156719" cy="182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966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20" y="112546"/>
            <a:ext cx="2162756" cy="2162756"/>
          </a:xfrm>
          <a:prstGeom prst="rect">
            <a:avLst/>
          </a:prstGeom>
          <a:ln w="12700">
            <a:miter lim="400000"/>
          </a:ln>
        </p:spPr>
      </p:pic>
      <p:sp>
        <p:nvSpPr>
          <p:cNvPr id="967" name="Connecteur droit 14"/>
          <p:cNvSpPr/>
          <p:nvPr/>
        </p:nvSpPr>
        <p:spPr>
          <a:xfrm flipH="1">
            <a:off x="2409244" y="206733"/>
            <a:ext cx="1" cy="565337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8" name="ZoneTexte 15"/>
          <p:cNvSpPr txBox="1"/>
          <p:nvPr/>
        </p:nvSpPr>
        <p:spPr>
          <a:xfrm>
            <a:off x="552554" y="48962"/>
            <a:ext cx="131526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FICHE JOUEUR</a:t>
            </a:r>
          </a:p>
        </p:txBody>
      </p:sp>
      <p:sp>
        <p:nvSpPr>
          <p:cNvPr id="969" name="Connecteur droit 16"/>
          <p:cNvSpPr/>
          <p:nvPr/>
        </p:nvSpPr>
        <p:spPr>
          <a:xfrm flipH="1" flipV="1">
            <a:off x="2593436" y="3033421"/>
            <a:ext cx="8977023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0" name="ZoneTexte 19"/>
          <p:cNvSpPr txBox="1"/>
          <p:nvPr/>
        </p:nvSpPr>
        <p:spPr>
          <a:xfrm>
            <a:off x="2593437" y="49647"/>
            <a:ext cx="108392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FICHE SAISON</a:t>
            </a:r>
          </a:p>
        </p:txBody>
      </p:sp>
      <p:sp>
        <p:nvSpPr>
          <p:cNvPr id="971" name="Connecteur droit 20"/>
          <p:cNvSpPr/>
          <p:nvPr/>
        </p:nvSpPr>
        <p:spPr>
          <a:xfrm>
            <a:off x="7187978" y="206733"/>
            <a:ext cx="27632" cy="277928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4" name="ZoneTexte 23"/>
          <p:cNvSpPr txBox="1"/>
          <p:nvPr/>
        </p:nvSpPr>
        <p:spPr>
          <a:xfrm>
            <a:off x="7311224" y="74050"/>
            <a:ext cx="182991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PROJECTION CARRIÈRE </a:t>
            </a:r>
          </a:p>
        </p:txBody>
      </p:sp>
      <p:pic>
        <p:nvPicPr>
          <p:cNvPr id="975" name="Image 31" descr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3"/>
            <a:ext cx="1130868" cy="1718918"/>
          </a:xfrm>
          <a:prstGeom prst="rect">
            <a:avLst/>
          </a:prstGeom>
          <a:ln w="12700">
            <a:miter lim="400000"/>
          </a:ln>
        </p:spPr>
      </p:pic>
      <p:sp>
        <p:nvSpPr>
          <p:cNvPr id="976" name="Ellipse 33"/>
          <p:cNvSpPr/>
          <p:nvPr/>
        </p:nvSpPr>
        <p:spPr>
          <a:xfrm>
            <a:off x="1599741" y="686648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7" name="Ellipse 37"/>
          <p:cNvSpPr/>
          <p:nvPr/>
        </p:nvSpPr>
        <p:spPr>
          <a:xfrm>
            <a:off x="1213192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8" name="Ellipse 38"/>
          <p:cNvSpPr/>
          <p:nvPr/>
        </p:nvSpPr>
        <p:spPr>
          <a:xfrm>
            <a:off x="1216895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9" name="Ellipse 39"/>
          <p:cNvSpPr/>
          <p:nvPr/>
        </p:nvSpPr>
        <p:spPr>
          <a:xfrm>
            <a:off x="1451462" y="1753851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0" name="Ellipse 41"/>
          <p:cNvSpPr/>
          <p:nvPr/>
        </p:nvSpPr>
        <p:spPr>
          <a:xfrm>
            <a:off x="1594267" y="200438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1" name="Ellipse 42"/>
          <p:cNvSpPr/>
          <p:nvPr/>
        </p:nvSpPr>
        <p:spPr>
          <a:xfrm>
            <a:off x="1722162" y="1755947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7" name="ZoneTexte 56"/>
          <p:cNvSpPr txBox="1"/>
          <p:nvPr/>
        </p:nvSpPr>
        <p:spPr>
          <a:xfrm>
            <a:off x="3930517" y="297593"/>
            <a:ext cx="39870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MIN’</a:t>
            </a:r>
          </a:p>
        </p:txBody>
      </p:sp>
      <p:sp>
        <p:nvSpPr>
          <p:cNvPr id="988" name="ZoneTexte 57"/>
          <p:cNvSpPr txBox="1"/>
          <p:nvPr/>
        </p:nvSpPr>
        <p:spPr>
          <a:xfrm>
            <a:off x="4657857" y="296991"/>
            <a:ext cx="3985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T / R</a:t>
            </a:r>
          </a:p>
        </p:txBody>
      </p:sp>
      <p:sp>
        <p:nvSpPr>
          <p:cNvPr id="989" name="ZoneTexte 59"/>
          <p:cNvSpPr txBox="1"/>
          <p:nvPr/>
        </p:nvSpPr>
        <p:spPr>
          <a:xfrm>
            <a:off x="329063" y="4656249"/>
            <a:ext cx="17442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u="sng">
                <a:solidFill>
                  <a:srgbClr val="FFFFFF"/>
                </a:solidFill>
              </a:defRPr>
            </a:lvl1pPr>
          </a:lstStyle>
          <a:p>
            <a:r>
              <a:t>PROJECTION CLUB </a:t>
            </a:r>
          </a:p>
        </p:txBody>
      </p:sp>
      <p:sp>
        <p:nvSpPr>
          <p:cNvPr id="990" name="ZoneTexte 60"/>
          <p:cNvSpPr txBox="1"/>
          <p:nvPr/>
        </p:nvSpPr>
        <p:spPr>
          <a:xfrm>
            <a:off x="126293" y="5143939"/>
            <a:ext cx="522275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L1 OM</a:t>
            </a:r>
          </a:p>
        </p:txBody>
      </p:sp>
      <p:sp>
        <p:nvSpPr>
          <p:cNvPr id="991" name="ZoneTexte 61"/>
          <p:cNvSpPr txBox="1"/>
          <p:nvPr/>
        </p:nvSpPr>
        <p:spPr>
          <a:xfrm>
            <a:off x="105316" y="5523907"/>
            <a:ext cx="457379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PRÊT</a:t>
            </a:r>
          </a:p>
        </p:txBody>
      </p:sp>
      <p:sp>
        <p:nvSpPr>
          <p:cNvPr id="992" name="ZoneTexte 62"/>
          <p:cNvSpPr txBox="1"/>
          <p:nvPr/>
        </p:nvSpPr>
        <p:spPr>
          <a:xfrm>
            <a:off x="120147" y="5903874"/>
            <a:ext cx="796977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VENTE %</a:t>
            </a:r>
          </a:p>
        </p:txBody>
      </p:sp>
      <p:sp>
        <p:nvSpPr>
          <p:cNvPr id="994" name="ZoneTexte 1"/>
          <p:cNvSpPr txBox="1"/>
          <p:nvPr/>
        </p:nvSpPr>
        <p:spPr>
          <a:xfrm>
            <a:off x="5377784" y="290429"/>
            <a:ext cx="4171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B / A</a:t>
            </a:r>
          </a:p>
        </p:txBody>
      </p:sp>
      <p:sp>
        <p:nvSpPr>
          <p:cNvPr id="995" name="ZoneTexte 4"/>
          <p:cNvSpPr txBox="1"/>
          <p:nvPr/>
        </p:nvSpPr>
        <p:spPr>
          <a:xfrm>
            <a:off x="3298900" y="290429"/>
            <a:ext cx="149251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G</a:t>
            </a:r>
          </a:p>
        </p:txBody>
      </p:sp>
      <p:sp>
        <p:nvSpPr>
          <p:cNvPr id="1001" name="ZoneTexte 29"/>
          <p:cNvSpPr txBox="1"/>
          <p:nvPr/>
        </p:nvSpPr>
        <p:spPr>
          <a:xfrm>
            <a:off x="5984009" y="304527"/>
            <a:ext cx="6668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CJ / CR</a:t>
            </a:r>
          </a:p>
        </p:txBody>
      </p:sp>
      <p:sp>
        <p:nvSpPr>
          <p:cNvPr id="1002" name="Graphique 32"/>
          <p:cNvSpPr/>
          <p:nvPr/>
        </p:nvSpPr>
        <p:spPr>
          <a:xfrm>
            <a:off x="2551460" y="546865"/>
            <a:ext cx="307073" cy="307073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8" name="ZoneTexte 9"/>
          <p:cNvSpPr txBox="1"/>
          <p:nvPr/>
        </p:nvSpPr>
        <p:spPr>
          <a:xfrm>
            <a:off x="444489" y="3818549"/>
            <a:ext cx="339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TAILLE</a:t>
            </a:r>
          </a:p>
        </p:txBody>
      </p:sp>
      <p:sp>
        <p:nvSpPr>
          <p:cNvPr id="1029" name="ZoneTexte 10"/>
          <p:cNvSpPr txBox="1"/>
          <p:nvPr/>
        </p:nvSpPr>
        <p:spPr>
          <a:xfrm>
            <a:off x="454907" y="4208495"/>
            <a:ext cx="3266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POIDS</a:t>
            </a:r>
          </a:p>
        </p:txBody>
      </p:sp>
      <p:sp>
        <p:nvSpPr>
          <p:cNvPr id="1030" name="ZoneTexte 11"/>
          <p:cNvSpPr txBox="1"/>
          <p:nvPr/>
        </p:nvSpPr>
        <p:spPr>
          <a:xfrm>
            <a:off x="83011" y="3068168"/>
            <a:ext cx="10548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DATE DE NAISSANCE</a:t>
            </a:r>
          </a:p>
        </p:txBody>
      </p:sp>
      <p:sp>
        <p:nvSpPr>
          <p:cNvPr id="1031" name="ZoneTexte 13"/>
          <p:cNvSpPr txBox="1"/>
          <p:nvPr/>
        </p:nvSpPr>
        <p:spPr>
          <a:xfrm>
            <a:off x="350967" y="3440174"/>
            <a:ext cx="541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PIED FORT</a:t>
            </a:r>
          </a:p>
        </p:txBody>
      </p:sp>
      <p:sp>
        <p:nvSpPr>
          <p:cNvPr id="1032" name="ZoneTexte 30"/>
          <p:cNvSpPr txBox="1"/>
          <p:nvPr/>
        </p:nvSpPr>
        <p:spPr>
          <a:xfrm>
            <a:off x="296773" y="2391492"/>
            <a:ext cx="5802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SÉLÉCTION</a:t>
            </a:r>
          </a:p>
        </p:txBody>
      </p:sp>
      <p:sp>
        <p:nvSpPr>
          <p:cNvPr id="1035" name="Ellipse 65"/>
          <p:cNvSpPr/>
          <p:nvPr/>
        </p:nvSpPr>
        <p:spPr>
          <a:xfrm>
            <a:off x="1437716" y="1379406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6" name="Ellipse 66"/>
          <p:cNvSpPr/>
          <p:nvPr/>
        </p:nvSpPr>
        <p:spPr>
          <a:xfrm>
            <a:off x="1997306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7" name="Ellipse 67"/>
          <p:cNvSpPr/>
          <p:nvPr/>
        </p:nvSpPr>
        <p:spPr>
          <a:xfrm>
            <a:off x="1991897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8" name="Ellipse 69"/>
          <p:cNvSpPr/>
          <p:nvPr/>
        </p:nvSpPr>
        <p:spPr>
          <a:xfrm>
            <a:off x="1750816" y="1379406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1" name="Ellipse 69"/>
          <p:cNvSpPr/>
          <p:nvPr/>
        </p:nvSpPr>
        <p:spPr>
          <a:xfrm>
            <a:off x="1594636" y="1021366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E41D2B7-2EF2-A6DF-992C-1D0984646CB3}"/>
              </a:ext>
            </a:extLst>
          </p:cNvPr>
          <p:cNvSpPr/>
          <p:nvPr/>
        </p:nvSpPr>
        <p:spPr>
          <a:xfrm>
            <a:off x="2628101" y="3197221"/>
            <a:ext cx="2719447" cy="3045335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ZoneTexte 11">
            <a:extLst>
              <a:ext uri="{FF2B5EF4-FFF2-40B4-BE49-F238E27FC236}">
                <a16:creationId xmlns:a16="http://schemas.microsoft.com/office/drawing/2014/main" id="{64E76D6C-B8D2-A9F4-CE61-3154563F997E}"/>
              </a:ext>
            </a:extLst>
          </p:cNvPr>
          <p:cNvSpPr txBox="1"/>
          <p:nvPr/>
        </p:nvSpPr>
        <p:spPr>
          <a:xfrm>
            <a:off x="2664316" y="3216432"/>
            <a:ext cx="125811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OFF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A705F36A-62B9-AD92-BF3B-8FCE6EE1FB48}"/>
              </a:ext>
            </a:extLst>
          </p:cNvPr>
          <p:cNvSpPr/>
          <p:nvPr/>
        </p:nvSpPr>
        <p:spPr>
          <a:xfrm>
            <a:off x="5434097" y="3188563"/>
            <a:ext cx="2719447" cy="3045335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3157BFFB-5B06-A0B3-118B-857B38AA6B9B}"/>
              </a:ext>
            </a:extLst>
          </p:cNvPr>
          <p:cNvSpPr/>
          <p:nvPr/>
        </p:nvSpPr>
        <p:spPr>
          <a:xfrm>
            <a:off x="8279093" y="3197221"/>
            <a:ext cx="2719447" cy="3045335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ZoneTexte 13">
            <a:extLst>
              <a:ext uri="{FF2B5EF4-FFF2-40B4-BE49-F238E27FC236}">
                <a16:creationId xmlns:a16="http://schemas.microsoft.com/office/drawing/2014/main" id="{858E0990-399E-5F10-78A2-E335759220A7}"/>
              </a:ext>
            </a:extLst>
          </p:cNvPr>
          <p:cNvSpPr txBox="1"/>
          <p:nvPr/>
        </p:nvSpPr>
        <p:spPr>
          <a:xfrm>
            <a:off x="5491695" y="3228625"/>
            <a:ext cx="1255218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DEF</a:t>
            </a:r>
          </a:p>
        </p:txBody>
      </p:sp>
      <p:sp>
        <p:nvSpPr>
          <p:cNvPr id="8" name="ZoneTexte 24">
            <a:extLst>
              <a:ext uri="{FF2B5EF4-FFF2-40B4-BE49-F238E27FC236}">
                <a16:creationId xmlns:a16="http://schemas.microsoft.com/office/drawing/2014/main" id="{0971A558-FB9E-DEA7-987F-E3E9D09C917D}"/>
              </a:ext>
            </a:extLst>
          </p:cNvPr>
          <p:cNvSpPr txBox="1"/>
          <p:nvPr/>
        </p:nvSpPr>
        <p:spPr>
          <a:xfrm>
            <a:off x="8315307" y="3228625"/>
            <a:ext cx="765557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TACTIQUE</a:t>
            </a:r>
          </a:p>
        </p:txBody>
      </p:sp>
      <p:sp>
        <p:nvSpPr>
          <p:cNvPr id="9" name="ZoneTexte 25">
            <a:extLst>
              <a:ext uri="{FF2B5EF4-FFF2-40B4-BE49-F238E27FC236}">
                <a16:creationId xmlns:a16="http://schemas.microsoft.com/office/drawing/2014/main" id="{BC0B8B43-6579-33E3-605C-215A5D67E429}"/>
              </a:ext>
            </a:extLst>
          </p:cNvPr>
          <p:cNvSpPr txBox="1"/>
          <p:nvPr/>
        </p:nvSpPr>
        <p:spPr>
          <a:xfrm>
            <a:off x="2863380" y="3557950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de balle et enchainement </a:t>
            </a:r>
          </a:p>
        </p:txBody>
      </p:sp>
      <p:sp>
        <p:nvSpPr>
          <p:cNvPr id="10" name="Rectangle 93">
            <a:extLst>
              <a:ext uri="{FF2B5EF4-FFF2-40B4-BE49-F238E27FC236}">
                <a16:creationId xmlns:a16="http://schemas.microsoft.com/office/drawing/2014/main" id="{30C3DC21-11A7-1BA3-9DD6-558DC990BB6E}"/>
              </a:ext>
            </a:extLst>
          </p:cNvPr>
          <p:cNvSpPr/>
          <p:nvPr/>
        </p:nvSpPr>
        <p:spPr>
          <a:xfrm>
            <a:off x="4009130" y="325439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ZoneTexte 96">
            <a:extLst>
              <a:ext uri="{FF2B5EF4-FFF2-40B4-BE49-F238E27FC236}">
                <a16:creationId xmlns:a16="http://schemas.microsoft.com/office/drawing/2014/main" id="{A107C611-48E8-46A8-0628-D39D94B12447}"/>
              </a:ext>
            </a:extLst>
          </p:cNvPr>
          <p:cNvSpPr txBox="1"/>
          <p:nvPr/>
        </p:nvSpPr>
        <p:spPr>
          <a:xfrm>
            <a:off x="8548885" y="349623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S’associer avec les autres</a:t>
            </a:r>
          </a:p>
        </p:txBody>
      </p:sp>
      <p:sp>
        <p:nvSpPr>
          <p:cNvPr id="13" name="ZoneTexte 97">
            <a:extLst>
              <a:ext uri="{FF2B5EF4-FFF2-40B4-BE49-F238E27FC236}">
                <a16:creationId xmlns:a16="http://schemas.microsoft.com/office/drawing/2014/main" id="{06A06665-51C4-3AC2-3547-8AFDA8C77F2B}"/>
              </a:ext>
            </a:extLst>
          </p:cNvPr>
          <p:cNvSpPr txBox="1"/>
          <p:nvPr/>
        </p:nvSpPr>
        <p:spPr>
          <a:xfrm>
            <a:off x="2857283" y="3804423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sous pression</a:t>
            </a:r>
          </a:p>
        </p:txBody>
      </p:sp>
      <p:sp>
        <p:nvSpPr>
          <p:cNvPr id="14" name="ZoneTexte 98">
            <a:extLst>
              <a:ext uri="{FF2B5EF4-FFF2-40B4-BE49-F238E27FC236}">
                <a16:creationId xmlns:a16="http://schemas.microsoft.com/office/drawing/2014/main" id="{3CD9DF5B-2DF7-F9DD-6DDE-907C5BD78BBD}"/>
              </a:ext>
            </a:extLst>
          </p:cNvPr>
          <p:cNvSpPr txBox="1"/>
          <p:nvPr/>
        </p:nvSpPr>
        <p:spPr>
          <a:xfrm>
            <a:off x="2857283" y="4259550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Qualité de la 1</a:t>
            </a:r>
            <a:r>
              <a:rPr baseline="30000"/>
              <a:t>ère</a:t>
            </a:r>
            <a:r>
              <a:t> touche</a:t>
            </a:r>
          </a:p>
        </p:txBody>
      </p:sp>
      <p:sp>
        <p:nvSpPr>
          <p:cNvPr id="15" name="ZoneTexte 100">
            <a:extLst>
              <a:ext uri="{FF2B5EF4-FFF2-40B4-BE49-F238E27FC236}">
                <a16:creationId xmlns:a16="http://schemas.microsoft.com/office/drawing/2014/main" id="{7E358EB7-883E-C9D1-113D-F66DD2C8E1F9}"/>
              </a:ext>
            </a:extLst>
          </p:cNvPr>
          <p:cNvSpPr txBox="1"/>
          <p:nvPr/>
        </p:nvSpPr>
        <p:spPr>
          <a:xfrm>
            <a:off x="5625727" y="355794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Cadrage porteur / Orientation </a:t>
            </a:r>
          </a:p>
        </p:txBody>
      </p:sp>
      <p:sp>
        <p:nvSpPr>
          <p:cNvPr id="16" name="ZoneTexte 101">
            <a:extLst>
              <a:ext uri="{FF2B5EF4-FFF2-40B4-BE49-F238E27FC236}">
                <a16:creationId xmlns:a16="http://schemas.microsoft.com/office/drawing/2014/main" id="{60C9ABFE-6319-BEFF-86CA-435B9F7F5D20}"/>
              </a:ext>
            </a:extLst>
          </p:cNvPr>
          <p:cNvSpPr txBox="1"/>
          <p:nvPr/>
        </p:nvSpPr>
        <p:spPr>
          <a:xfrm>
            <a:off x="5617338" y="379015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rPr dirty="0"/>
              <a:t>Jeu </a:t>
            </a:r>
            <a:r>
              <a:rPr dirty="0" err="1"/>
              <a:t>aérien</a:t>
            </a:r>
            <a:r>
              <a:rPr dirty="0"/>
              <a:t> </a:t>
            </a:r>
          </a:p>
        </p:txBody>
      </p:sp>
      <p:sp>
        <p:nvSpPr>
          <p:cNvPr id="17" name="ZoneTexte 102">
            <a:extLst>
              <a:ext uri="{FF2B5EF4-FFF2-40B4-BE49-F238E27FC236}">
                <a16:creationId xmlns:a16="http://schemas.microsoft.com/office/drawing/2014/main" id="{3EA6FA28-EF34-22FA-E748-3F0920E0B6DA}"/>
              </a:ext>
            </a:extLst>
          </p:cNvPr>
          <p:cNvSpPr txBox="1"/>
          <p:nvPr/>
        </p:nvSpPr>
        <p:spPr>
          <a:xfrm>
            <a:off x="5619631" y="4013821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Distance d’intervention</a:t>
            </a:r>
          </a:p>
        </p:txBody>
      </p:sp>
      <p:sp>
        <p:nvSpPr>
          <p:cNvPr id="18" name="ZoneTexte 103">
            <a:extLst>
              <a:ext uri="{FF2B5EF4-FFF2-40B4-BE49-F238E27FC236}">
                <a16:creationId xmlns:a16="http://schemas.microsoft.com/office/drawing/2014/main" id="{40926814-491B-E4D8-5DE8-E1806050FB6C}"/>
              </a:ext>
            </a:extLst>
          </p:cNvPr>
          <p:cNvSpPr txBox="1"/>
          <p:nvPr/>
        </p:nvSpPr>
        <p:spPr>
          <a:xfrm>
            <a:off x="8548885" y="369394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offensives</a:t>
            </a:r>
          </a:p>
        </p:txBody>
      </p:sp>
      <p:sp>
        <p:nvSpPr>
          <p:cNvPr id="19" name="ZoneTexte 104">
            <a:extLst>
              <a:ext uri="{FF2B5EF4-FFF2-40B4-BE49-F238E27FC236}">
                <a16:creationId xmlns:a16="http://schemas.microsoft.com/office/drawing/2014/main" id="{7A09A0F7-D080-B598-44CD-E706F425B086}"/>
              </a:ext>
            </a:extLst>
          </p:cNvPr>
          <p:cNvSpPr txBox="1"/>
          <p:nvPr/>
        </p:nvSpPr>
        <p:spPr>
          <a:xfrm>
            <a:off x="8562062" y="556210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défensives</a:t>
            </a:r>
          </a:p>
        </p:txBody>
      </p:sp>
      <p:sp>
        <p:nvSpPr>
          <p:cNvPr id="20" name="ZoneTexte 106">
            <a:extLst>
              <a:ext uri="{FF2B5EF4-FFF2-40B4-BE49-F238E27FC236}">
                <a16:creationId xmlns:a16="http://schemas.microsoft.com/office/drawing/2014/main" id="{10C4CEE9-6F50-F8A7-6B44-FB2F2DBA76A0}"/>
              </a:ext>
            </a:extLst>
          </p:cNvPr>
          <p:cNvSpPr txBox="1"/>
          <p:nvPr/>
        </p:nvSpPr>
        <p:spPr>
          <a:xfrm>
            <a:off x="8551177" y="386598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reconnaitre son rôle</a:t>
            </a:r>
          </a:p>
        </p:txBody>
      </p:sp>
      <p:sp>
        <p:nvSpPr>
          <p:cNvPr id="21" name="ZoneTexte 108">
            <a:extLst>
              <a:ext uri="{FF2B5EF4-FFF2-40B4-BE49-F238E27FC236}">
                <a16:creationId xmlns:a16="http://schemas.microsoft.com/office/drawing/2014/main" id="{5AE31B80-3C1A-AA05-4706-EE77CA18A310}"/>
              </a:ext>
            </a:extLst>
          </p:cNvPr>
          <p:cNvSpPr txBox="1"/>
          <p:nvPr/>
        </p:nvSpPr>
        <p:spPr>
          <a:xfrm>
            <a:off x="8551177" y="406887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d’informations</a:t>
            </a:r>
          </a:p>
        </p:txBody>
      </p:sp>
      <p:sp>
        <p:nvSpPr>
          <p:cNvPr id="22" name="ZoneTexte 109">
            <a:extLst>
              <a:ext uri="{FF2B5EF4-FFF2-40B4-BE49-F238E27FC236}">
                <a16:creationId xmlns:a16="http://schemas.microsoft.com/office/drawing/2014/main" id="{47EFBD30-1170-1DFB-19BE-5F3132B6A50E}"/>
              </a:ext>
            </a:extLst>
          </p:cNvPr>
          <p:cNvSpPr txBox="1"/>
          <p:nvPr/>
        </p:nvSpPr>
        <p:spPr>
          <a:xfrm>
            <a:off x="2857283" y="449778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Qualité de la conduite de balle</a:t>
            </a:r>
          </a:p>
        </p:txBody>
      </p:sp>
      <p:sp>
        <p:nvSpPr>
          <p:cNvPr id="23" name="ZoneTexte 110">
            <a:extLst>
              <a:ext uri="{FF2B5EF4-FFF2-40B4-BE49-F238E27FC236}">
                <a16:creationId xmlns:a16="http://schemas.microsoft.com/office/drawing/2014/main" id="{7415528C-F041-F6A0-9D9B-C231333ED9AE}"/>
              </a:ext>
            </a:extLst>
          </p:cNvPr>
          <p:cNvSpPr txBox="1"/>
          <p:nvPr/>
        </p:nvSpPr>
        <p:spPr>
          <a:xfrm>
            <a:off x="2863380" y="472334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Orientation du corps</a:t>
            </a:r>
          </a:p>
        </p:txBody>
      </p:sp>
      <p:sp>
        <p:nvSpPr>
          <p:cNvPr id="24" name="ZoneTexte 111">
            <a:extLst>
              <a:ext uri="{FF2B5EF4-FFF2-40B4-BE49-F238E27FC236}">
                <a16:creationId xmlns:a16="http://schemas.microsoft.com/office/drawing/2014/main" id="{C1C358FC-0833-B50C-8DD1-CDB2660C4FC7}"/>
              </a:ext>
            </a:extLst>
          </p:cNvPr>
          <p:cNvSpPr txBox="1"/>
          <p:nvPr/>
        </p:nvSpPr>
        <p:spPr>
          <a:xfrm>
            <a:off x="8551177" y="4284842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Volonté de jouer vers l’avant</a:t>
            </a:r>
          </a:p>
        </p:txBody>
      </p:sp>
      <p:sp>
        <p:nvSpPr>
          <p:cNvPr id="25" name="ZoneTexte 112">
            <a:extLst>
              <a:ext uri="{FF2B5EF4-FFF2-40B4-BE49-F238E27FC236}">
                <a16:creationId xmlns:a16="http://schemas.microsoft.com/office/drawing/2014/main" id="{42FADFCE-6EB1-99A5-0303-76FE6153DFC4}"/>
              </a:ext>
            </a:extLst>
          </p:cNvPr>
          <p:cNvSpPr txBox="1"/>
          <p:nvPr/>
        </p:nvSpPr>
        <p:spPr>
          <a:xfrm>
            <a:off x="8551177" y="449290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Détacher son regard du ballon</a:t>
            </a:r>
          </a:p>
        </p:txBody>
      </p:sp>
      <p:sp>
        <p:nvSpPr>
          <p:cNvPr id="26" name="ZoneTexte 12">
            <a:extLst>
              <a:ext uri="{FF2B5EF4-FFF2-40B4-BE49-F238E27FC236}">
                <a16:creationId xmlns:a16="http://schemas.microsoft.com/office/drawing/2014/main" id="{9FF9B5EE-16A6-FFD3-2EB9-BB15155D47A8}"/>
              </a:ext>
            </a:extLst>
          </p:cNvPr>
          <p:cNvSpPr txBox="1"/>
          <p:nvPr/>
        </p:nvSpPr>
        <p:spPr>
          <a:xfrm>
            <a:off x="5619631" y="4264396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Présence 2</a:t>
            </a:r>
            <a:r>
              <a:rPr baseline="30000"/>
              <a:t>nd</a:t>
            </a:r>
            <a:r>
              <a:t> ballon</a:t>
            </a:r>
          </a:p>
        </p:txBody>
      </p:sp>
      <p:sp>
        <p:nvSpPr>
          <p:cNvPr id="27" name="ZoneTexte 20">
            <a:extLst>
              <a:ext uri="{FF2B5EF4-FFF2-40B4-BE49-F238E27FC236}">
                <a16:creationId xmlns:a16="http://schemas.microsoft.com/office/drawing/2014/main" id="{43C5D00E-C1C7-1E39-3E1A-E380B24C1F28}"/>
              </a:ext>
            </a:extLst>
          </p:cNvPr>
          <p:cNvSpPr txBox="1"/>
          <p:nvPr/>
        </p:nvSpPr>
        <p:spPr>
          <a:xfrm>
            <a:off x="8551177" y="4704060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Changement de statut rapide </a:t>
            </a:r>
          </a:p>
        </p:txBody>
      </p:sp>
      <p:sp>
        <p:nvSpPr>
          <p:cNvPr id="28" name="ZoneTexte 21">
            <a:extLst>
              <a:ext uri="{FF2B5EF4-FFF2-40B4-BE49-F238E27FC236}">
                <a16:creationId xmlns:a16="http://schemas.microsoft.com/office/drawing/2014/main" id="{8ABFCFF3-D122-85B8-562D-3BEF4D74F138}"/>
              </a:ext>
            </a:extLst>
          </p:cNvPr>
          <p:cNvSpPr txBox="1"/>
          <p:nvPr/>
        </p:nvSpPr>
        <p:spPr>
          <a:xfrm>
            <a:off x="5619631" y="4519188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les lignes de passes</a:t>
            </a:r>
          </a:p>
        </p:txBody>
      </p:sp>
      <p:sp>
        <p:nvSpPr>
          <p:cNvPr id="29" name="ZoneTexte 22">
            <a:extLst>
              <a:ext uri="{FF2B5EF4-FFF2-40B4-BE49-F238E27FC236}">
                <a16:creationId xmlns:a16="http://schemas.microsoft.com/office/drawing/2014/main" id="{72055D1D-2F0F-7F15-668E-DFE3C9EBDE85}"/>
              </a:ext>
            </a:extLst>
          </p:cNvPr>
          <p:cNvSpPr txBox="1"/>
          <p:nvPr/>
        </p:nvSpPr>
        <p:spPr>
          <a:xfrm>
            <a:off x="5619631" y="4758674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en avançant</a:t>
            </a:r>
          </a:p>
        </p:txBody>
      </p:sp>
      <p:sp>
        <p:nvSpPr>
          <p:cNvPr id="30" name="ZoneTexte 23">
            <a:extLst>
              <a:ext uri="{FF2B5EF4-FFF2-40B4-BE49-F238E27FC236}">
                <a16:creationId xmlns:a16="http://schemas.microsoft.com/office/drawing/2014/main" id="{2E85C197-6C54-BCC9-EBC0-8D1AC6B558F4}"/>
              </a:ext>
            </a:extLst>
          </p:cNvPr>
          <p:cNvSpPr txBox="1"/>
          <p:nvPr/>
        </p:nvSpPr>
        <p:spPr>
          <a:xfrm>
            <a:off x="8562062" y="4920953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de position</a:t>
            </a:r>
          </a:p>
        </p:txBody>
      </p:sp>
      <p:sp>
        <p:nvSpPr>
          <p:cNvPr id="31" name="ZoneTexte 26">
            <a:extLst>
              <a:ext uri="{FF2B5EF4-FFF2-40B4-BE49-F238E27FC236}">
                <a16:creationId xmlns:a16="http://schemas.microsoft.com/office/drawing/2014/main" id="{71A13A51-A1EF-1EF7-A676-902DF5867646}"/>
              </a:ext>
            </a:extLst>
          </p:cNvPr>
          <p:cNvSpPr txBox="1"/>
          <p:nvPr/>
        </p:nvSpPr>
        <p:spPr>
          <a:xfrm>
            <a:off x="8562062" y="513831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du rythme</a:t>
            </a:r>
          </a:p>
        </p:txBody>
      </p:sp>
      <p:sp>
        <p:nvSpPr>
          <p:cNvPr id="32" name="ZoneTexte 27">
            <a:extLst>
              <a:ext uri="{FF2B5EF4-FFF2-40B4-BE49-F238E27FC236}">
                <a16:creationId xmlns:a16="http://schemas.microsoft.com/office/drawing/2014/main" id="{6E2A3A0C-38AB-8A51-99BA-9F31A67BA9DC}"/>
              </a:ext>
            </a:extLst>
          </p:cNvPr>
          <p:cNvSpPr txBox="1"/>
          <p:nvPr/>
        </p:nvSpPr>
        <p:spPr>
          <a:xfrm>
            <a:off x="2857283" y="495587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Avant dernière et dernière passe</a:t>
            </a:r>
          </a:p>
        </p:txBody>
      </p:sp>
      <p:sp>
        <p:nvSpPr>
          <p:cNvPr id="33" name="ZoneTexte 28">
            <a:extLst>
              <a:ext uri="{FF2B5EF4-FFF2-40B4-BE49-F238E27FC236}">
                <a16:creationId xmlns:a16="http://schemas.microsoft.com/office/drawing/2014/main" id="{80DF41FC-5826-2E51-7DB5-4ECC69C02B8A}"/>
              </a:ext>
            </a:extLst>
          </p:cNvPr>
          <p:cNvSpPr txBox="1"/>
          <p:nvPr/>
        </p:nvSpPr>
        <p:spPr>
          <a:xfrm>
            <a:off x="2857283" y="517358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Finition</a:t>
            </a:r>
          </a:p>
        </p:txBody>
      </p:sp>
      <p:sp>
        <p:nvSpPr>
          <p:cNvPr id="34" name="ZoneTexte 29">
            <a:extLst>
              <a:ext uri="{FF2B5EF4-FFF2-40B4-BE49-F238E27FC236}">
                <a16:creationId xmlns:a16="http://schemas.microsoft.com/office/drawing/2014/main" id="{A2C89A96-AA8F-36C9-3FA6-CCD1C3BE8AEA}"/>
              </a:ext>
            </a:extLst>
          </p:cNvPr>
          <p:cNvSpPr txBox="1"/>
          <p:nvPr/>
        </p:nvSpPr>
        <p:spPr>
          <a:xfrm>
            <a:off x="2846397" y="404183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s’orienter sur une touche </a:t>
            </a:r>
          </a:p>
        </p:txBody>
      </p:sp>
      <p:sp>
        <p:nvSpPr>
          <p:cNvPr id="35" name="ZoneTexte 32">
            <a:extLst>
              <a:ext uri="{FF2B5EF4-FFF2-40B4-BE49-F238E27FC236}">
                <a16:creationId xmlns:a16="http://schemas.microsoft.com/office/drawing/2014/main" id="{34EAE2C0-338A-A299-1B26-8E41DA8AFDBD}"/>
              </a:ext>
            </a:extLst>
          </p:cNvPr>
          <p:cNvSpPr txBox="1"/>
          <p:nvPr/>
        </p:nvSpPr>
        <p:spPr>
          <a:xfrm>
            <a:off x="2846397" y="539130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en une touche de balle</a:t>
            </a:r>
          </a:p>
        </p:txBody>
      </p:sp>
      <p:sp>
        <p:nvSpPr>
          <p:cNvPr id="36" name="ZoneTexte 44">
            <a:extLst>
              <a:ext uri="{FF2B5EF4-FFF2-40B4-BE49-F238E27FC236}">
                <a16:creationId xmlns:a16="http://schemas.microsoft.com/office/drawing/2014/main" id="{19958169-EBB4-6AC0-D2A0-8515FC489BA2}"/>
              </a:ext>
            </a:extLst>
          </p:cNvPr>
          <p:cNvSpPr txBox="1"/>
          <p:nvPr/>
        </p:nvSpPr>
        <p:spPr>
          <a:xfrm>
            <a:off x="8562062" y="536660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orienter le jeu </a:t>
            </a:r>
          </a:p>
        </p:txBody>
      </p:sp>
      <p:sp>
        <p:nvSpPr>
          <p:cNvPr id="37" name="ZoneTexte 45">
            <a:extLst>
              <a:ext uri="{FF2B5EF4-FFF2-40B4-BE49-F238E27FC236}">
                <a16:creationId xmlns:a16="http://schemas.microsoft.com/office/drawing/2014/main" id="{2BC7266D-7321-4F2A-595F-E08E95D645C2}"/>
              </a:ext>
            </a:extLst>
          </p:cNvPr>
          <p:cNvSpPr txBox="1"/>
          <p:nvPr/>
        </p:nvSpPr>
        <p:spPr>
          <a:xfrm>
            <a:off x="8562062" y="578711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des situations de crise</a:t>
            </a:r>
          </a:p>
        </p:txBody>
      </p:sp>
      <p:sp>
        <p:nvSpPr>
          <p:cNvPr id="38" name="ZoneTexte 46">
            <a:extLst>
              <a:ext uri="{FF2B5EF4-FFF2-40B4-BE49-F238E27FC236}">
                <a16:creationId xmlns:a16="http://schemas.microsoft.com/office/drawing/2014/main" id="{EC92FB78-53F5-E0CD-58FC-2786EB46C47A}"/>
              </a:ext>
            </a:extLst>
          </p:cNvPr>
          <p:cNvSpPr txBox="1"/>
          <p:nvPr/>
        </p:nvSpPr>
        <p:spPr>
          <a:xfrm>
            <a:off x="8562062" y="6007749"/>
            <a:ext cx="247142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Préventif et accompagnement du bloc</a:t>
            </a:r>
          </a:p>
        </p:txBody>
      </p:sp>
      <p:sp>
        <p:nvSpPr>
          <p:cNvPr id="39" name="ZoneTexte 47">
            <a:extLst>
              <a:ext uri="{FF2B5EF4-FFF2-40B4-BE49-F238E27FC236}">
                <a16:creationId xmlns:a16="http://schemas.microsoft.com/office/drawing/2014/main" id="{522472A7-4C29-A662-0ABA-C459453D55AA}"/>
              </a:ext>
            </a:extLst>
          </p:cNvPr>
          <p:cNvSpPr txBox="1"/>
          <p:nvPr/>
        </p:nvSpPr>
        <p:spPr>
          <a:xfrm>
            <a:off x="2835512" y="563078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court</a:t>
            </a:r>
          </a:p>
        </p:txBody>
      </p:sp>
      <p:sp>
        <p:nvSpPr>
          <p:cNvPr id="40" name="ZoneTexte 48">
            <a:extLst>
              <a:ext uri="{FF2B5EF4-FFF2-40B4-BE49-F238E27FC236}">
                <a16:creationId xmlns:a16="http://schemas.microsoft.com/office/drawing/2014/main" id="{7E389B98-4F85-5771-0FA6-071A5ED3C89B}"/>
              </a:ext>
            </a:extLst>
          </p:cNvPr>
          <p:cNvSpPr txBox="1"/>
          <p:nvPr/>
        </p:nvSpPr>
        <p:spPr>
          <a:xfrm>
            <a:off x="2835512" y="5848504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long</a:t>
            </a:r>
          </a:p>
        </p:txBody>
      </p:sp>
      <p:sp>
        <p:nvSpPr>
          <p:cNvPr id="41" name="ZoneTexte 49">
            <a:extLst>
              <a:ext uri="{FF2B5EF4-FFF2-40B4-BE49-F238E27FC236}">
                <a16:creationId xmlns:a16="http://schemas.microsoft.com/office/drawing/2014/main" id="{4537E7CE-6307-F936-8160-ABEF19CEE136}"/>
              </a:ext>
            </a:extLst>
          </p:cNvPr>
          <p:cNvSpPr txBox="1"/>
          <p:nvPr/>
        </p:nvSpPr>
        <p:spPr>
          <a:xfrm>
            <a:off x="2857283" y="606553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Utilisation des deux pieds</a:t>
            </a:r>
          </a:p>
        </p:txBody>
      </p:sp>
      <p:sp>
        <p:nvSpPr>
          <p:cNvPr id="42" name="ZoneTexte 50">
            <a:extLst>
              <a:ext uri="{FF2B5EF4-FFF2-40B4-BE49-F238E27FC236}">
                <a16:creationId xmlns:a16="http://schemas.microsoft.com/office/drawing/2014/main" id="{9D0AC60D-DAFE-1503-51B3-97FB6ABF1A52}"/>
              </a:ext>
            </a:extLst>
          </p:cNvPr>
          <p:cNvSpPr txBox="1"/>
          <p:nvPr/>
        </p:nvSpPr>
        <p:spPr>
          <a:xfrm>
            <a:off x="5617338" y="498958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Engagement dans le duel </a:t>
            </a:r>
          </a:p>
        </p:txBody>
      </p:sp>
      <p:sp>
        <p:nvSpPr>
          <p:cNvPr id="43" name="ZoneTexte 30">
            <a:extLst>
              <a:ext uri="{FF2B5EF4-FFF2-40B4-BE49-F238E27FC236}">
                <a16:creationId xmlns:a16="http://schemas.microsoft.com/office/drawing/2014/main" id="{F101B9E4-BA9A-2D04-25B8-2CA100324A85}"/>
              </a:ext>
            </a:extLst>
          </p:cNvPr>
          <p:cNvSpPr txBox="1"/>
          <p:nvPr/>
        </p:nvSpPr>
        <p:spPr>
          <a:xfrm>
            <a:off x="5611362" y="521071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Anticipation / interception</a:t>
            </a:r>
          </a:p>
        </p:txBody>
      </p:sp>
      <p:sp>
        <p:nvSpPr>
          <p:cNvPr id="55" name="Rectangle 94">
            <a:extLst>
              <a:ext uri="{FF2B5EF4-FFF2-40B4-BE49-F238E27FC236}">
                <a16:creationId xmlns:a16="http://schemas.microsoft.com/office/drawing/2014/main" id="{ACB9E363-B021-3DE6-436A-0983A23CB7D7}"/>
              </a:ext>
            </a:extLst>
          </p:cNvPr>
          <p:cNvSpPr/>
          <p:nvPr/>
        </p:nvSpPr>
        <p:spPr>
          <a:xfrm>
            <a:off x="4201383" y="325746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72" name="Image 971">
            <a:extLst>
              <a:ext uri="{FF2B5EF4-FFF2-40B4-BE49-F238E27FC236}">
                <a16:creationId xmlns:a16="http://schemas.microsoft.com/office/drawing/2014/main" id="{C893DAC5-1EDF-B321-A10D-E9CEA14212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973" name="Rectangle 972">
            <a:extLst>
              <a:ext uri="{FF2B5EF4-FFF2-40B4-BE49-F238E27FC236}">
                <a16:creationId xmlns:a16="http://schemas.microsoft.com/office/drawing/2014/main" id="{83A62A1A-7FC5-4D93-BEC8-FB9C69E3DFCA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25C6B78D-BC51-2D7D-FEF2-DF66ABE7881E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3D9D162-93F8-03A2-3EF2-E5AAD6642864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50BFA325-C551-41C8-E80A-9746308A83F0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E3D79D72-7FE3-0898-1F32-0A24E955351D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60" name="Graphique 1059">
            <a:extLst>
              <a:ext uri="{FF2B5EF4-FFF2-40B4-BE49-F238E27FC236}">
                <a16:creationId xmlns:a16="http://schemas.microsoft.com/office/drawing/2014/main" id="{33AE5738-3132-FF43-63B3-E2AABFB5D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B81F463-53D5-1BF5-905D-218D3ACA9D12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CAE6763C-25C3-8F8B-A0DB-F46B30CDC8F5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15AD435B-0CA0-C5B6-9201-362642C5C14B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3BDFA70D-D9B9-9A54-7654-6795F42BF6D6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697F920F-4578-D53A-3C25-314747D10E9E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AEAFE19E-423A-E777-F710-1200CE524672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7BA99E98-FAEA-9419-2314-3445AE3621BA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F04BC251-5515-9403-6A0A-4A65063325BE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48A331D8-DFF4-1C18-3236-B4E2AB5EDE18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CF481FFF-CEAA-0C27-A1C2-3E8FB06A4E4B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95EFFFDE-3FAA-C3EF-6BC8-5B25C5DB48B8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DD3BB057-2F42-AC87-8501-CE1A5ED92EB4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DF0E7953-207A-45BE-C3B5-B09A598E7F5C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0C7A78AE-EF53-D3DC-F76A-DB0F6E67271E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BD684519-7DCB-A163-9C1E-E0F12D06C908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99" name="Image 1098">
            <a:extLst>
              <a:ext uri="{FF2B5EF4-FFF2-40B4-BE49-F238E27FC236}">
                <a16:creationId xmlns:a16="http://schemas.microsoft.com/office/drawing/2014/main" id="{66C78979-5C10-884F-AA31-4432E8CCB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1100" name="Image 1099">
            <a:extLst>
              <a:ext uri="{FF2B5EF4-FFF2-40B4-BE49-F238E27FC236}">
                <a16:creationId xmlns:a16="http://schemas.microsoft.com/office/drawing/2014/main" id="{E060935F-4F1A-726C-7575-4B2826BBB9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pic>
        <p:nvPicPr>
          <p:cNvPr id="982" name="Image 981">
            <a:extLst>
              <a:ext uri="{FF2B5EF4-FFF2-40B4-BE49-F238E27FC236}">
                <a16:creationId xmlns:a16="http://schemas.microsoft.com/office/drawing/2014/main" id="{4F535D4B-0277-B0B7-009A-341866DFE5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55" y="2134642"/>
            <a:ext cx="463436" cy="447798"/>
          </a:xfrm>
          <a:prstGeom prst="rect">
            <a:avLst/>
          </a:prstGeom>
        </p:spPr>
      </p:pic>
      <p:sp>
        <p:nvSpPr>
          <p:cNvPr id="983" name="Rectangle 982">
            <a:extLst>
              <a:ext uri="{FF2B5EF4-FFF2-40B4-BE49-F238E27FC236}">
                <a16:creationId xmlns:a16="http://schemas.microsoft.com/office/drawing/2014/main" id="{321FC9DE-F0F2-FDDF-F5E4-E40AE99C48E4}"/>
              </a:ext>
            </a:extLst>
          </p:cNvPr>
          <p:cNvSpPr/>
          <p:nvPr/>
        </p:nvSpPr>
        <p:spPr>
          <a:xfrm>
            <a:off x="3147555" y="2238535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84" name="Rectangle 983">
            <a:extLst>
              <a:ext uri="{FF2B5EF4-FFF2-40B4-BE49-F238E27FC236}">
                <a16:creationId xmlns:a16="http://schemas.microsoft.com/office/drawing/2014/main" id="{6ED7788E-3541-A3EE-EB7D-4B4434985B18}"/>
              </a:ext>
            </a:extLst>
          </p:cNvPr>
          <p:cNvSpPr/>
          <p:nvPr/>
        </p:nvSpPr>
        <p:spPr>
          <a:xfrm>
            <a:off x="3876919" y="222363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8758FAFC-35BF-DC06-3C8D-10B58E6F6B89}"/>
              </a:ext>
            </a:extLst>
          </p:cNvPr>
          <p:cNvSpPr/>
          <p:nvPr/>
        </p:nvSpPr>
        <p:spPr>
          <a:xfrm>
            <a:off x="4611474" y="221753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DCA1E14A-E1BC-CFF4-A3E0-F9E51DCB70B9}"/>
              </a:ext>
            </a:extLst>
          </p:cNvPr>
          <p:cNvSpPr/>
          <p:nvPr/>
        </p:nvSpPr>
        <p:spPr>
          <a:xfrm>
            <a:off x="5341019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790A3AE3-2A78-1255-FD55-59D92D9DBED3}"/>
              </a:ext>
            </a:extLst>
          </p:cNvPr>
          <p:cNvSpPr/>
          <p:nvPr/>
        </p:nvSpPr>
        <p:spPr>
          <a:xfrm>
            <a:off x="6069873" y="222972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997" name="Graphique 996">
            <a:extLst>
              <a:ext uri="{FF2B5EF4-FFF2-40B4-BE49-F238E27FC236}">
                <a16:creationId xmlns:a16="http://schemas.microsoft.com/office/drawing/2014/main" id="{CB8791F7-40E1-1376-B66E-BF5F3604E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998" name="ZoneTexte 997">
            <a:extLst>
              <a:ext uri="{FF2B5EF4-FFF2-40B4-BE49-F238E27FC236}">
                <a16:creationId xmlns:a16="http://schemas.microsoft.com/office/drawing/2014/main" id="{E3FA1924-EBE1-CF81-91E5-7913B6C89393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D7FFCD86-D260-32C5-0743-B46F18CE62D0}"/>
              </a:ext>
            </a:extLst>
          </p:cNvPr>
          <p:cNvSpPr/>
          <p:nvPr/>
        </p:nvSpPr>
        <p:spPr>
          <a:xfrm>
            <a:off x="4436757" y="3276066"/>
            <a:ext cx="132154" cy="8333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6" name="ZoneTexte 22">
            <a:extLst>
              <a:ext uri="{FF2B5EF4-FFF2-40B4-BE49-F238E27FC236}">
                <a16:creationId xmlns:a16="http://schemas.microsoft.com/office/drawing/2014/main" id="{CFA8DD9B-1DC0-2EC3-07EF-9CC423A120DF}"/>
              </a:ext>
            </a:extLst>
          </p:cNvPr>
          <p:cNvSpPr txBox="1"/>
          <p:nvPr/>
        </p:nvSpPr>
        <p:spPr>
          <a:xfrm>
            <a:off x="1390316" y="3394413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48" name="ZoneTexte 22">
            <a:extLst>
              <a:ext uri="{FF2B5EF4-FFF2-40B4-BE49-F238E27FC236}">
                <a16:creationId xmlns:a16="http://schemas.microsoft.com/office/drawing/2014/main" id="{43CB17BD-DBA8-C536-51E2-323A195CCEDE}"/>
              </a:ext>
            </a:extLst>
          </p:cNvPr>
          <p:cNvSpPr txBox="1"/>
          <p:nvPr/>
        </p:nvSpPr>
        <p:spPr>
          <a:xfrm>
            <a:off x="1403968" y="3745881"/>
            <a:ext cx="60914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179.8CM</a:t>
            </a:r>
            <a:endParaRPr dirty="0"/>
          </a:p>
        </p:txBody>
      </p:sp>
      <p:sp>
        <p:nvSpPr>
          <p:cNvPr id="50" name="ZoneTexte 22">
            <a:extLst>
              <a:ext uri="{FF2B5EF4-FFF2-40B4-BE49-F238E27FC236}">
                <a16:creationId xmlns:a16="http://schemas.microsoft.com/office/drawing/2014/main" id="{C60F11CD-8A7A-8D0F-52F1-F390822F3AE8}"/>
              </a:ext>
            </a:extLst>
          </p:cNvPr>
          <p:cNvSpPr txBox="1"/>
          <p:nvPr/>
        </p:nvSpPr>
        <p:spPr>
          <a:xfrm>
            <a:off x="1426130" y="4152615"/>
            <a:ext cx="51456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67.3KG</a:t>
            </a:r>
            <a:endParaRPr dirty="0"/>
          </a:p>
        </p:txBody>
      </p:sp>
      <p:sp>
        <p:nvSpPr>
          <p:cNvPr id="52" name="Rectangle 93">
            <a:extLst>
              <a:ext uri="{FF2B5EF4-FFF2-40B4-BE49-F238E27FC236}">
                <a16:creationId xmlns:a16="http://schemas.microsoft.com/office/drawing/2014/main" id="{ED0C584B-F597-6E19-16CD-A452516F20F3}"/>
              </a:ext>
            </a:extLst>
          </p:cNvPr>
          <p:cNvSpPr/>
          <p:nvPr/>
        </p:nvSpPr>
        <p:spPr>
          <a:xfrm>
            <a:off x="2655603" y="3573176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" name="Rectangle 94">
            <a:extLst>
              <a:ext uri="{FF2B5EF4-FFF2-40B4-BE49-F238E27FC236}">
                <a16:creationId xmlns:a16="http://schemas.microsoft.com/office/drawing/2014/main" id="{6005B1F8-3060-B823-3FD6-E5DDAE6B9A9B}"/>
              </a:ext>
            </a:extLst>
          </p:cNvPr>
          <p:cNvSpPr/>
          <p:nvPr/>
        </p:nvSpPr>
        <p:spPr>
          <a:xfrm>
            <a:off x="2655603" y="381092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" name="Rectangle 93">
            <a:extLst>
              <a:ext uri="{FF2B5EF4-FFF2-40B4-BE49-F238E27FC236}">
                <a16:creationId xmlns:a16="http://schemas.microsoft.com/office/drawing/2014/main" id="{0F312B49-1B66-A7E9-EC72-DA3146E35948}"/>
              </a:ext>
            </a:extLst>
          </p:cNvPr>
          <p:cNvSpPr/>
          <p:nvPr/>
        </p:nvSpPr>
        <p:spPr>
          <a:xfrm>
            <a:off x="2664316" y="405631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Rectangle 93">
            <a:extLst>
              <a:ext uri="{FF2B5EF4-FFF2-40B4-BE49-F238E27FC236}">
                <a16:creationId xmlns:a16="http://schemas.microsoft.com/office/drawing/2014/main" id="{675F4816-2CD0-83D7-6C43-56F69BCC0C9F}"/>
              </a:ext>
            </a:extLst>
          </p:cNvPr>
          <p:cNvSpPr/>
          <p:nvPr/>
        </p:nvSpPr>
        <p:spPr>
          <a:xfrm>
            <a:off x="2664316" y="426186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Rectangle 93">
            <a:extLst>
              <a:ext uri="{FF2B5EF4-FFF2-40B4-BE49-F238E27FC236}">
                <a16:creationId xmlns:a16="http://schemas.microsoft.com/office/drawing/2014/main" id="{FA3D81D3-32DF-209A-D60D-7CFB14F3A6BD}"/>
              </a:ext>
            </a:extLst>
          </p:cNvPr>
          <p:cNvSpPr/>
          <p:nvPr/>
        </p:nvSpPr>
        <p:spPr>
          <a:xfrm>
            <a:off x="2664316" y="453805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3" name="Rectangle 94">
            <a:extLst>
              <a:ext uri="{FF2B5EF4-FFF2-40B4-BE49-F238E27FC236}">
                <a16:creationId xmlns:a16="http://schemas.microsoft.com/office/drawing/2014/main" id="{2815B9D2-2AFB-48A3-BFAD-661C514074E1}"/>
              </a:ext>
            </a:extLst>
          </p:cNvPr>
          <p:cNvSpPr/>
          <p:nvPr/>
        </p:nvSpPr>
        <p:spPr>
          <a:xfrm>
            <a:off x="2664316" y="473782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1" name="Rectangle 94">
            <a:extLst>
              <a:ext uri="{FF2B5EF4-FFF2-40B4-BE49-F238E27FC236}">
                <a16:creationId xmlns:a16="http://schemas.microsoft.com/office/drawing/2014/main" id="{C8AF6730-05BD-A44C-F11B-F572734804E0}"/>
              </a:ext>
            </a:extLst>
          </p:cNvPr>
          <p:cNvSpPr/>
          <p:nvPr/>
        </p:nvSpPr>
        <p:spPr>
          <a:xfrm>
            <a:off x="2664316" y="497304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3" name="Rectangle 94">
            <a:extLst>
              <a:ext uri="{FF2B5EF4-FFF2-40B4-BE49-F238E27FC236}">
                <a16:creationId xmlns:a16="http://schemas.microsoft.com/office/drawing/2014/main" id="{C0A9E7B8-939F-8A02-F1C6-BD42573A6286}"/>
              </a:ext>
            </a:extLst>
          </p:cNvPr>
          <p:cNvSpPr/>
          <p:nvPr/>
        </p:nvSpPr>
        <p:spPr>
          <a:xfrm>
            <a:off x="2664316" y="518807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0" name="Rectangle 94">
            <a:extLst>
              <a:ext uri="{FF2B5EF4-FFF2-40B4-BE49-F238E27FC236}">
                <a16:creationId xmlns:a16="http://schemas.microsoft.com/office/drawing/2014/main" id="{186410E4-F41A-312A-D640-AB4EAE116846}"/>
              </a:ext>
            </a:extLst>
          </p:cNvPr>
          <p:cNvSpPr/>
          <p:nvPr/>
        </p:nvSpPr>
        <p:spPr>
          <a:xfrm>
            <a:off x="2664316" y="542640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4" name="Rectangle 93">
            <a:extLst>
              <a:ext uri="{FF2B5EF4-FFF2-40B4-BE49-F238E27FC236}">
                <a16:creationId xmlns:a16="http://schemas.microsoft.com/office/drawing/2014/main" id="{ACC04D97-D2AB-BA9A-48BB-30ED83A3A4D4}"/>
              </a:ext>
            </a:extLst>
          </p:cNvPr>
          <p:cNvSpPr/>
          <p:nvPr/>
        </p:nvSpPr>
        <p:spPr>
          <a:xfrm>
            <a:off x="2664316" y="5664151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6" name="Rectangle 94">
            <a:extLst>
              <a:ext uri="{FF2B5EF4-FFF2-40B4-BE49-F238E27FC236}">
                <a16:creationId xmlns:a16="http://schemas.microsoft.com/office/drawing/2014/main" id="{FBBD08ED-94F4-0B82-7D80-9C82E8A5F9BC}"/>
              </a:ext>
            </a:extLst>
          </p:cNvPr>
          <p:cNvSpPr/>
          <p:nvPr/>
        </p:nvSpPr>
        <p:spPr>
          <a:xfrm>
            <a:off x="2664316" y="587857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8" name="Rectangle 94">
            <a:extLst>
              <a:ext uri="{FF2B5EF4-FFF2-40B4-BE49-F238E27FC236}">
                <a16:creationId xmlns:a16="http://schemas.microsoft.com/office/drawing/2014/main" id="{1B2A6BF1-E0C6-E511-7EA4-87F36C72B5C4}"/>
              </a:ext>
            </a:extLst>
          </p:cNvPr>
          <p:cNvSpPr/>
          <p:nvPr/>
        </p:nvSpPr>
        <p:spPr>
          <a:xfrm>
            <a:off x="2690201" y="608394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0" name="Rectangle 94">
            <a:extLst>
              <a:ext uri="{FF2B5EF4-FFF2-40B4-BE49-F238E27FC236}">
                <a16:creationId xmlns:a16="http://schemas.microsoft.com/office/drawing/2014/main" id="{BD39EDB6-2443-151F-5D19-CEB45B8DDA2C}"/>
              </a:ext>
            </a:extLst>
          </p:cNvPr>
          <p:cNvSpPr/>
          <p:nvPr/>
        </p:nvSpPr>
        <p:spPr>
          <a:xfrm>
            <a:off x="5479885" y="3572433"/>
            <a:ext cx="132155" cy="93239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2" name="Rectangle 94">
            <a:extLst>
              <a:ext uri="{FF2B5EF4-FFF2-40B4-BE49-F238E27FC236}">
                <a16:creationId xmlns:a16="http://schemas.microsoft.com/office/drawing/2014/main" id="{A99EA677-A81D-D838-273C-CBDB5E68274B}"/>
              </a:ext>
            </a:extLst>
          </p:cNvPr>
          <p:cNvSpPr/>
          <p:nvPr/>
        </p:nvSpPr>
        <p:spPr>
          <a:xfrm>
            <a:off x="5462585" y="3810920"/>
            <a:ext cx="132155" cy="93239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4" name="Rectangle 94">
            <a:extLst>
              <a:ext uri="{FF2B5EF4-FFF2-40B4-BE49-F238E27FC236}">
                <a16:creationId xmlns:a16="http://schemas.microsoft.com/office/drawing/2014/main" id="{4FB09D2B-F005-FD19-B1B9-E70131693905}"/>
              </a:ext>
            </a:extLst>
          </p:cNvPr>
          <p:cNvSpPr/>
          <p:nvPr/>
        </p:nvSpPr>
        <p:spPr>
          <a:xfrm>
            <a:off x="5444073" y="403374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6" name="Rectangle 94">
            <a:extLst>
              <a:ext uri="{FF2B5EF4-FFF2-40B4-BE49-F238E27FC236}">
                <a16:creationId xmlns:a16="http://schemas.microsoft.com/office/drawing/2014/main" id="{F24D4A5F-E581-7FE5-0AB3-29C03B279562}"/>
              </a:ext>
            </a:extLst>
          </p:cNvPr>
          <p:cNvSpPr/>
          <p:nvPr/>
        </p:nvSpPr>
        <p:spPr>
          <a:xfrm>
            <a:off x="5462585" y="429636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8" name="Rectangle 94">
            <a:extLst>
              <a:ext uri="{FF2B5EF4-FFF2-40B4-BE49-F238E27FC236}">
                <a16:creationId xmlns:a16="http://schemas.microsoft.com/office/drawing/2014/main" id="{EB556563-D194-972E-1934-189688BABDFD}"/>
              </a:ext>
            </a:extLst>
          </p:cNvPr>
          <p:cNvSpPr/>
          <p:nvPr/>
        </p:nvSpPr>
        <p:spPr>
          <a:xfrm>
            <a:off x="5462585" y="453367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0" name="Rectangle 94">
            <a:extLst>
              <a:ext uri="{FF2B5EF4-FFF2-40B4-BE49-F238E27FC236}">
                <a16:creationId xmlns:a16="http://schemas.microsoft.com/office/drawing/2014/main" id="{018E4E86-9F16-388B-2F6A-3F47DCF33F24}"/>
              </a:ext>
            </a:extLst>
          </p:cNvPr>
          <p:cNvSpPr/>
          <p:nvPr/>
        </p:nvSpPr>
        <p:spPr>
          <a:xfrm>
            <a:off x="5462585" y="500407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2" name="Rectangle 94">
            <a:extLst>
              <a:ext uri="{FF2B5EF4-FFF2-40B4-BE49-F238E27FC236}">
                <a16:creationId xmlns:a16="http://schemas.microsoft.com/office/drawing/2014/main" id="{493697E8-DAFE-4686-D86F-643642BDC879}"/>
              </a:ext>
            </a:extLst>
          </p:cNvPr>
          <p:cNvSpPr/>
          <p:nvPr/>
        </p:nvSpPr>
        <p:spPr>
          <a:xfrm>
            <a:off x="5464628" y="522520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4" name="Rectangle 93">
            <a:extLst>
              <a:ext uri="{FF2B5EF4-FFF2-40B4-BE49-F238E27FC236}">
                <a16:creationId xmlns:a16="http://schemas.microsoft.com/office/drawing/2014/main" id="{EC7E7413-8AB5-A534-B12B-942066371123}"/>
              </a:ext>
            </a:extLst>
          </p:cNvPr>
          <p:cNvSpPr/>
          <p:nvPr/>
        </p:nvSpPr>
        <p:spPr>
          <a:xfrm>
            <a:off x="5479885" y="477942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6" name="Rectangle 94">
            <a:extLst>
              <a:ext uri="{FF2B5EF4-FFF2-40B4-BE49-F238E27FC236}">
                <a16:creationId xmlns:a16="http://schemas.microsoft.com/office/drawing/2014/main" id="{0BB3769B-02FB-7E38-D4EE-D76AD8726DFA}"/>
              </a:ext>
            </a:extLst>
          </p:cNvPr>
          <p:cNvSpPr/>
          <p:nvPr/>
        </p:nvSpPr>
        <p:spPr>
          <a:xfrm>
            <a:off x="8299649" y="349962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9" name="Rectangle 94">
            <a:extLst>
              <a:ext uri="{FF2B5EF4-FFF2-40B4-BE49-F238E27FC236}">
                <a16:creationId xmlns:a16="http://schemas.microsoft.com/office/drawing/2014/main" id="{1B892542-FF7F-3092-FE9B-A208E215CCF7}"/>
              </a:ext>
            </a:extLst>
          </p:cNvPr>
          <p:cNvSpPr/>
          <p:nvPr/>
        </p:nvSpPr>
        <p:spPr>
          <a:xfrm>
            <a:off x="8299649" y="391734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1" name="Rectangle 94">
            <a:extLst>
              <a:ext uri="{FF2B5EF4-FFF2-40B4-BE49-F238E27FC236}">
                <a16:creationId xmlns:a16="http://schemas.microsoft.com/office/drawing/2014/main" id="{98ED8A1B-8AD0-3B61-ACB4-E5059439589E}"/>
              </a:ext>
            </a:extLst>
          </p:cNvPr>
          <p:cNvSpPr/>
          <p:nvPr/>
        </p:nvSpPr>
        <p:spPr>
          <a:xfrm>
            <a:off x="8315307" y="412822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3" name="Rectangle 93">
            <a:extLst>
              <a:ext uri="{FF2B5EF4-FFF2-40B4-BE49-F238E27FC236}">
                <a16:creationId xmlns:a16="http://schemas.microsoft.com/office/drawing/2014/main" id="{69FEEA43-D842-5AB2-04B6-ADB1BF9D65B1}"/>
              </a:ext>
            </a:extLst>
          </p:cNvPr>
          <p:cNvSpPr/>
          <p:nvPr/>
        </p:nvSpPr>
        <p:spPr>
          <a:xfrm>
            <a:off x="8316949" y="4321933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5" name="Rectangle 94">
            <a:extLst>
              <a:ext uri="{FF2B5EF4-FFF2-40B4-BE49-F238E27FC236}">
                <a16:creationId xmlns:a16="http://schemas.microsoft.com/office/drawing/2014/main" id="{45BB4988-92A5-0997-6B90-FBD618A1D13F}"/>
              </a:ext>
            </a:extLst>
          </p:cNvPr>
          <p:cNvSpPr/>
          <p:nvPr/>
        </p:nvSpPr>
        <p:spPr>
          <a:xfrm>
            <a:off x="8315307" y="451227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7" name="Rectangle 94">
            <a:extLst>
              <a:ext uri="{FF2B5EF4-FFF2-40B4-BE49-F238E27FC236}">
                <a16:creationId xmlns:a16="http://schemas.microsoft.com/office/drawing/2014/main" id="{5F48DBBF-1681-6B55-FD96-961EC9CEE2AA}"/>
              </a:ext>
            </a:extLst>
          </p:cNvPr>
          <p:cNvSpPr/>
          <p:nvPr/>
        </p:nvSpPr>
        <p:spPr>
          <a:xfrm>
            <a:off x="8315307" y="470962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9" name="Rectangle 94">
            <a:extLst>
              <a:ext uri="{FF2B5EF4-FFF2-40B4-BE49-F238E27FC236}">
                <a16:creationId xmlns:a16="http://schemas.microsoft.com/office/drawing/2014/main" id="{ACBBE1C2-A038-8F05-880B-4907ED9B68F3}"/>
              </a:ext>
            </a:extLst>
          </p:cNvPr>
          <p:cNvSpPr/>
          <p:nvPr/>
        </p:nvSpPr>
        <p:spPr>
          <a:xfrm>
            <a:off x="8316949" y="493006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1" name="Rectangle 94">
            <a:extLst>
              <a:ext uri="{FF2B5EF4-FFF2-40B4-BE49-F238E27FC236}">
                <a16:creationId xmlns:a16="http://schemas.microsoft.com/office/drawing/2014/main" id="{2C68826D-365F-AEED-56DA-BA06EE11AAC8}"/>
              </a:ext>
            </a:extLst>
          </p:cNvPr>
          <p:cNvSpPr/>
          <p:nvPr/>
        </p:nvSpPr>
        <p:spPr>
          <a:xfrm>
            <a:off x="8316949" y="514048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3" name="Rectangle 94">
            <a:extLst>
              <a:ext uri="{FF2B5EF4-FFF2-40B4-BE49-F238E27FC236}">
                <a16:creationId xmlns:a16="http://schemas.microsoft.com/office/drawing/2014/main" id="{71B90B07-C4F3-63A6-080C-80CB29CC1D16}"/>
              </a:ext>
            </a:extLst>
          </p:cNvPr>
          <p:cNvSpPr/>
          <p:nvPr/>
        </p:nvSpPr>
        <p:spPr>
          <a:xfrm>
            <a:off x="8316949" y="5576583"/>
            <a:ext cx="132155" cy="93239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5" name="Rectangle 94">
            <a:extLst>
              <a:ext uri="{FF2B5EF4-FFF2-40B4-BE49-F238E27FC236}">
                <a16:creationId xmlns:a16="http://schemas.microsoft.com/office/drawing/2014/main" id="{5A31EDCA-95C6-546F-AC79-652BE262349B}"/>
              </a:ext>
            </a:extLst>
          </p:cNvPr>
          <p:cNvSpPr/>
          <p:nvPr/>
        </p:nvSpPr>
        <p:spPr>
          <a:xfrm>
            <a:off x="8316949" y="580159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7" name="Rectangle 94">
            <a:extLst>
              <a:ext uri="{FF2B5EF4-FFF2-40B4-BE49-F238E27FC236}">
                <a16:creationId xmlns:a16="http://schemas.microsoft.com/office/drawing/2014/main" id="{978D0D6A-8FD6-6C4C-7A11-239AE7C6B50B}"/>
              </a:ext>
            </a:extLst>
          </p:cNvPr>
          <p:cNvSpPr/>
          <p:nvPr/>
        </p:nvSpPr>
        <p:spPr>
          <a:xfrm>
            <a:off x="8316949" y="602223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2" name="Rectangle 93">
            <a:extLst>
              <a:ext uri="{FF2B5EF4-FFF2-40B4-BE49-F238E27FC236}">
                <a16:creationId xmlns:a16="http://schemas.microsoft.com/office/drawing/2014/main" id="{D126D5C3-F2E4-70B1-79CD-03C866FD11D0}"/>
              </a:ext>
            </a:extLst>
          </p:cNvPr>
          <p:cNvSpPr/>
          <p:nvPr/>
        </p:nvSpPr>
        <p:spPr>
          <a:xfrm>
            <a:off x="8316949" y="537038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4" name="Rectangle 93">
            <a:extLst>
              <a:ext uri="{FF2B5EF4-FFF2-40B4-BE49-F238E27FC236}">
                <a16:creationId xmlns:a16="http://schemas.microsoft.com/office/drawing/2014/main" id="{71DBA5DF-A391-CA09-F74B-22E3C78BD570}"/>
              </a:ext>
            </a:extLst>
          </p:cNvPr>
          <p:cNvSpPr/>
          <p:nvPr/>
        </p:nvSpPr>
        <p:spPr>
          <a:xfrm>
            <a:off x="8299649" y="3708430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6" name="ZoneTexte 22">
            <a:extLst>
              <a:ext uri="{FF2B5EF4-FFF2-40B4-BE49-F238E27FC236}">
                <a16:creationId xmlns:a16="http://schemas.microsoft.com/office/drawing/2014/main" id="{8558139B-A181-E7B0-52DD-54C120E9AA41}"/>
              </a:ext>
            </a:extLst>
          </p:cNvPr>
          <p:cNvSpPr txBox="1"/>
          <p:nvPr/>
        </p:nvSpPr>
        <p:spPr>
          <a:xfrm>
            <a:off x="1375650" y="3017697"/>
            <a:ext cx="777457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06/01/2012</a:t>
            </a:r>
            <a:endParaRPr dirty="0"/>
          </a:p>
        </p:txBody>
      </p:sp>
      <p:sp>
        <p:nvSpPr>
          <p:cNvPr id="44" name="Ellipse 69">
            <a:extLst>
              <a:ext uri="{FF2B5EF4-FFF2-40B4-BE49-F238E27FC236}">
                <a16:creationId xmlns:a16="http://schemas.microsoft.com/office/drawing/2014/main" id="{90E4BAD9-4C57-2974-7D42-62959B5CB994}"/>
              </a:ext>
            </a:extLst>
          </p:cNvPr>
          <p:cNvSpPr/>
          <p:nvPr/>
        </p:nvSpPr>
        <p:spPr>
          <a:xfrm>
            <a:off x="1210186" y="909284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1" name="Image 12">
            <a:extLst>
              <a:ext uri="{FF2B5EF4-FFF2-40B4-BE49-F238E27FC236}">
                <a16:creationId xmlns:a16="http://schemas.microsoft.com/office/drawing/2014/main" id="{4FCC68A9-FFBE-56E1-9D01-9CC2AEF6E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81204" y="734719"/>
            <a:ext cx="647988" cy="647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Image 12">
            <a:extLst>
              <a:ext uri="{FF2B5EF4-FFF2-40B4-BE49-F238E27FC236}">
                <a16:creationId xmlns:a16="http://schemas.microsoft.com/office/drawing/2014/main" id="{4C25BEB5-5D37-F529-22F2-097A9639A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08608" y="1449627"/>
            <a:ext cx="647988" cy="647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raphique 52" descr="Badge Tick1 contour">
            <a:extLst>
              <a:ext uri="{FF2B5EF4-FFF2-40B4-BE49-F238E27FC236}">
                <a16:creationId xmlns:a16="http://schemas.microsoft.com/office/drawing/2014/main" id="{E6570C09-84C9-F2A2-F055-E53BDBCFA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3634" y="5077933"/>
            <a:ext cx="383037" cy="38303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9B66EE-43D2-49FF-898E-DCD517785142}">
  <ds:schemaRefs>
    <ds:schemaRef ds:uri="d2aa4942-3767-4fb4-b828-61a76fcbf9df"/>
    <ds:schemaRef ds:uri="1d40e6f8-d294-4e0a-a4ec-60755aee44ca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C18A2B4-C37F-4E7D-BDC9-4C5B4E44490E}"/>
</file>

<file path=customXml/itemProps3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184</Words>
  <Application>Microsoft Office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OM Marseille Light</vt:lpstr>
      <vt:lpstr>Arial</vt:lpstr>
      <vt:lpstr>OM Marseille Medium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David Recouvreur</cp:lastModifiedBy>
  <cp:revision>4</cp:revision>
  <dcterms:created xsi:type="dcterms:W3CDTF">2026-08-04T15:33:25Z</dcterms:created>
  <dcterms:modified xsi:type="dcterms:W3CDTF">2026-08-06T15:39:57Z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