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63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Genty" userId="0ff89410-5e71-4be0-bd77-4c071ba329e4" providerId="ADAL" clId="{299A151C-5B74-5660-9229-42BC38DFE690}"/>
    <pc:docChg chg="modSld">
      <pc:chgData name="Lucas Genty" userId="0ff89410-5e71-4be0-bd77-4c071ba329e4" providerId="ADAL" clId="{299A151C-5B74-5660-9229-42BC38DFE690}" dt="2026-08-06T07:41:20.415" v="6" actId="1076"/>
      <pc:docMkLst>
        <pc:docMk/>
      </pc:docMkLst>
      <pc:sldChg chg="modSp mod">
        <pc:chgData name="Lucas Genty" userId="0ff89410-5e71-4be0-bd77-4c071ba329e4" providerId="ADAL" clId="{299A151C-5B74-5660-9229-42BC38DFE690}" dt="2026-08-06T07:41:20.415" v="6" actId="1076"/>
        <pc:sldMkLst>
          <pc:docMk/>
          <pc:sldMk cId="0" sldId="263"/>
        </pc:sldMkLst>
        <pc:spChg chg="mod">
          <ac:chgData name="Lucas Genty" userId="0ff89410-5e71-4be0-bd77-4c071ba329e4" providerId="ADAL" clId="{299A151C-5B74-5660-9229-42BC38DFE690}" dt="2026-08-06T07:41:20.415" v="6" actId="1076"/>
          <ac:spMkLst>
            <pc:docMk/>
            <pc:sldMk cId="0" sldId="263"/>
            <ac:spMk id="827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41:16.276" v="5" actId="20577"/>
          <ac:spMkLst>
            <pc:docMk/>
            <pc:sldMk cId="0" sldId="263"/>
            <ac:spMk id="850" creationId="{00000000-0000-0000-0000-000000000000}"/>
          </ac:spMkLst>
        </pc:spChg>
        <pc:spChg chg="mod">
          <ac:chgData name="Lucas Genty" userId="0ff89410-5e71-4be0-bd77-4c071ba329e4" providerId="ADAL" clId="{299A151C-5B74-5660-9229-42BC38DFE690}" dt="2026-08-06T07:41:12.790" v="3" actId="20577"/>
          <ac:spMkLst>
            <pc:docMk/>
            <pc:sldMk cId="0" sldId="263"/>
            <ac:spMk id="851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3DDF-D944-A7E1-7D6B1A86FD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06.08.26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hapt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re du chapitre"/>
          <p:cNvSpPr txBox="1">
            <a:spLocks noGrp="1"/>
          </p:cNvSpPr>
          <p:nvPr>
            <p:ph type="title" hasCustomPrompt="1"/>
          </p:nvPr>
        </p:nvSpPr>
        <p:spPr>
          <a:xfrm>
            <a:off x="352425" y="1866900"/>
            <a:ext cx="6734175" cy="267779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Titre du chapitre</a:t>
            </a:r>
          </a:p>
        </p:txBody>
      </p:sp>
      <p:sp>
        <p:nvSpPr>
          <p:cNvPr id="2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28" name="Grafik 4"/>
          <p:cNvSpPr/>
          <p:nvPr/>
        </p:nvSpPr>
        <p:spPr>
          <a:xfrm>
            <a:off x="342902" y="6284595"/>
            <a:ext cx="2765426" cy="380328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" name="Texte niveau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52425" y="304800"/>
            <a:ext cx="1981200" cy="8207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600">
                <a:solidFill>
                  <a:srgbClr val="FFFFFF"/>
                </a:solidFill>
              </a:defRPr>
            </a:lvl1pPr>
            <a:lvl2pPr marL="711201" indent="-704851">
              <a:defRPr sz="5600">
                <a:solidFill>
                  <a:srgbClr val="FFFFFF"/>
                </a:solidFill>
              </a:defRPr>
            </a:lvl2pPr>
            <a:lvl3pPr marL="903288" indent="-730251">
              <a:defRPr sz="5600">
                <a:solidFill>
                  <a:srgbClr val="FFFFFF"/>
                </a:solidFill>
              </a:defRPr>
            </a:lvl3pPr>
            <a:lvl4pPr marL="1062037" indent="-698500">
              <a:defRPr sz="5600">
                <a:solidFill>
                  <a:srgbClr val="FFFFFF"/>
                </a:solidFill>
              </a:defRPr>
            </a:lvl4pPr>
            <a:lvl5pPr marL="1268413" indent="-730251">
              <a:defRPr sz="5600">
                <a:solidFill>
                  <a:srgbClr val="FFFFFF"/>
                </a:solidFill>
              </a:defRPr>
            </a:lvl5pPr>
          </a:lstStyle>
          <a:p>
            <a:r>
              <a:t>0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0" name="Textplatzhalter 6"/>
          <p:cNvSpPr>
            <a:spLocks noGrp="1"/>
          </p:cNvSpPr>
          <p:nvPr>
            <p:ph type="body" sz="half" idx="21" hasCustomPrompt="1"/>
          </p:nvPr>
        </p:nvSpPr>
        <p:spPr>
          <a:xfrm>
            <a:off x="7696200" y="152399"/>
            <a:ext cx="4381500" cy="607854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r" defTabSz="621791">
              <a:defRPr sz="39440">
                <a:solidFill>
                  <a:schemeClr val="accent1"/>
                </a:solidFill>
                <a:latin typeface="OM Marseille Medium"/>
                <a:ea typeface="OM Marseille Medium"/>
                <a:cs typeface="OM Marseille Medium"/>
                <a:sym typeface="OM Marseille Medium"/>
              </a:defRPr>
            </a:lvl1pPr>
          </a:lstStyle>
          <a:p>
            <a: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44989774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  <p:sldLayoutId id="214748366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tif"/><Relationship Id="rId10" Type="http://schemas.openxmlformats.org/officeDocument/2006/relationships/image" Target="../media/image13.jp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MILAN LECCESE – 2008</a:t>
            </a:r>
          </a:p>
          <a:p>
            <a:r>
              <a:rPr lang="fr-FR" noProof="0" dirty="0"/>
              <a:t>SAISON 2026/202</a:t>
            </a:r>
            <a:r>
              <a:rPr lang="fr-FR" dirty="0"/>
              <a:t>7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AA61DD3D-E8A6-55B0-8FDC-594B0DF94733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51" name="Textfeld 3"/>
          <p:cNvSpPr txBox="1">
            <a:spLocks noGrp="1"/>
          </p:cNvSpPr>
          <p:nvPr>
            <p:ph type="sldNum" sz="quarter" idx="2"/>
          </p:nvPr>
        </p:nvSpPr>
        <p:spPr>
          <a:xfrm>
            <a:off x="11712575" y="6318605"/>
            <a:ext cx="127001" cy="18288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75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20" y="112546"/>
            <a:ext cx="2162756" cy="2162756"/>
          </a:xfrm>
          <a:prstGeom prst="rect">
            <a:avLst/>
          </a:prstGeom>
          <a:ln w="12700">
            <a:miter lim="400000"/>
          </a:ln>
        </p:spPr>
      </p:pic>
      <p:sp>
        <p:nvSpPr>
          <p:cNvPr id="754" name="Connecteur droit 14"/>
          <p:cNvSpPr/>
          <p:nvPr/>
        </p:nvSpPr>
        <p:spPr>
          <a:xfrm flipH="1">
            <a:off x="2409244" y="206733"/>
            <a:ext cx="1" cy="565337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5" name="ZoneTexte 15"/>
          <p:cNvSpPr txBox="1"/>
          <p:nvPr/>
        </p:nvSpPr>
        <p:spPr>
          <a:xfrm>
            <a:off x="552554" y="48962"/>
            <a:ext cx="131526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FICHE JOUEUR</a:t>
            </a:r>
          </a:p>
        </p:txBody>
      </p:sp>
      <p:sp>
        <p:nvSpPr>
          <p:cNvPr id="756" name="Connecteur droit 16"/>
          <p:cNvSpPr/>
          <p:nvPr/>
        </p:nvSpPr>
        <p:spPr>
          <a:xfrm flipH="1" flipV="1">
            <a:off x="2593436" y="3033421"/>
            <a:ext cx="8977023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7" name="ZoneTexte 19"/>
          <p:cNvSpPr txBox="1"/>
          <p:nvPr/>
        </p:nvSpPr>
        <p:spPr>
          <a:xfrm>
            <a:off x="2593437" y="49647"/>
            <a:ext cx="1083920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FICHE SAISON</a:t>
            </a:r>
          </a:p>
        </p:txBody>
      </p:sp>
      <p:sp>
        <p:nvSpPr>
          <p:cNvPr id="758" name="Connecteur droit 20"/>
          <p:cNvSpPr/>
          <p:nvPr/>
        </p:nvSpPr>
        <p:spPr>
          <a:xfrm>
            <a:off x="7187979" y="206734"/>
            <a:ext cx="24678" cy="2824228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1" name="ZoneTexte 23"/>
          <p:cNvSpPr txBox="1"/>
          <p:nvPr/>
        </p:nvSpPr>
        <p:spPr>
          <a:xfrm>
            <a:off x="7311224" y="74050"/>
            <a:ext cx="1829918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PROJECTION CARRIÈRE </a:t>
            </a:r>
          </a:p>
        </p:txBody>
      </p:sp>
      <p:pic>
        <p:nvPicPr>
          <p:cNvPr id="762" name="Image 31" descr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3"/>
            <a:ext cx="1130868" cy="1718918"/>
          </a:xfrm>
          <a:prstGeom prst="rect">
            <a:avLst/>
          </a:prstGeom>
          <a:ln w="12700">
            <a:miter lim="400000"/>
          </a:ln>
        </p:spPr>
      </p:pic>
      <p:sp>
        <p:nvSpPr>
          <p:cNvPr id="763" name="Ellipse 33"/>
          <p:cNvSpPr/>
          <p:nvPr/>
        </p:nvSpPr>
        <p:spPr>
          <a:xfrm>
            <a:off x="1599741" y="686648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4" name="Ellipse 37"/>
          <p:cNvSpPr/>
          <p:nvPr/>
        </p:nvSpPr>
        <p:spPr>
          <a:xfrm>
            <a:off x="1213192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5" name="Ellipse 38"/>
          <p:cNvSpPr/>
          <p:nvPr/>
        </p:nvSpPr>
        <p:spPr>
          <a:xfrm>
            <a:off x="1216895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6" name="Ellipse 39"/>
          <p:cNvSpPr/>
          <p:nvPr/>
        </p:nvSpPr>
        <p:spPr>
          <a:xfrm>
            <a:off x="1451462" y="1753851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7" name="Ellipse 41"/>
          <p:cNvSpPr/>
          <p:nvPr/>
        </p:nvSpPr>
        <p:spPr>
          <a:xfrm>
            <a:off x="1594267" y="200438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68" name="Ellipse 42"/>
          <p:cNvSpPr/>
          <p:nvPr/>
        </p:nvSpPr>
        <p:spPr>
          <a:xfrm>
            <a:off x="1722162" y="1755947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74" name="ZoneTexte 56"/>
          <p:cNvSpPr txBox="1"/>
          <p:nvPr/>
        </p:nvSpPr>
        <p:spPr>
          <a:xfrm>
            <a:off x="3930517" y="297593"/>
            <a:ext cx="398704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MIN’</a:t>
            </a:r>
          </a:p>
        </p:txBody>
      </p:sp>
      <p:sp>
        <p:nvSpPr>
          <p:cNvPr id="775" name="ZoneTexte 57"/>
          <p:cNvSpPr txBox="1"/>
          <p:nvPr/>
        </p:nvSpPr>
        <p:spPr>
          <a:xfrm>
            <a:off x="4657857" y="296991"/>
            <a:ext cx="3985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T / R</a:t>
            </a:r>
          </a:p>
        </p:txBody>
      </p:sp>
      <p:sp>
        <p:nvSpPr>
          <p:cNvPr id="776" name="ZoneTexte 59"/>
          <p:cNvSpPr txBox="1"/>
          <p:nvPr/>
        </p:nvSpPr>
        <p:spPr>
          <a:xfrm>
            <a:off x="329063" y="4656249"/>
            <a:ext cx="17442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 u="sng">
                <a:solidFill>
                  <a:srgbClr val="FFFFFF"/>
                </a:solidFill>
              </a:defRPr>
            </a:lvl1pPr>
          </a:lstStyle>
          <a:p>
            <a:r>
              <a:t>PROJECTION CLUB </a:t>
            </a:r>
          </a:p>
        </p:txBody>
      </p:sp>
      <p:sp>
        <p:nvSpPr>
          <p:cNvPr id="777" name="ZoneTexte 60"/>
          <p:cNvSpPr txBox="1"/>
          <p:nvPr/>
        </p:nvSpPr>
        <p:spPr>
          <a:xfrm>
            <a:off x="126293" y="5143939"/>
            <a:ext cx="522275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L1 OM</a:t>
            </a:r>
          </a:p>
        </p:txBody>
      </p:sp>
      <p:sp>
        <p:nvSpPr>
          <p:cNvPr id="778" name="ZoneTexte 61"/>
          <p:cNvSpPr txBox="1"/>
          <p:nvPr/>
        </p:nvSpPr>
        <p:spPr>
          <a:xfrm>
            <a:off x="105316" y="5523907"/>
            <a:ext cx="457379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PRÊT</a:t>
            </a:r>
          </a:p>
        </p:txBody>
      </p:sp>
      <p:sp>
        <p:nvSpPr>
          <p:cNvPr id="779" name="ZoneTexte 62"/>
          <p:cNvSpPr txBox="1"/>
          <p:nvPr/>
        </p:nvSpPr>
        <p:spPr>
          <a:xfrm>
            <a:off x="120147" y="5903874"/>
            <a:ext cx="796977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VENTE %</a:t>
            </a:r>
          </a:p>
        </p:txBody>
      </p:sp>
      <p:sp>
        <p:nvSpPr>
          <p:cNvPr id="781" name="ZoneTexte 1"/>
          <p:cNvSpPr txBox="1"/>
          <p:nvPr/>
        </p:nvSpPr>
        <p:spPr>
          <a:xfrm>
            <a:off x="5377784" y="290429"/>
            <a:ext cx="417196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B / A</a:t>
            </a:r>
          </a:p>
        </p:txBody>
      </p:sp>
      <p:sp>
        <p:nvSpPr>
          <p:cNvPr id="782" name="ZoneTexte 4"/>
          <p:cNvSpPr txBox="1"/>
          <p:nvPr/>
        </p:nvSpPr>
        <p:spPr>
          <a:xfrm>
            <a:off x="3298900" y="290429"/>
            <a:ext cx="149251" cy="213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G</a:t>
            </a:r>
          </a:p>
        </p:txBody>
      </p:sp>
      <p:sp>
        <p:nvSpPr>
          <p:cNvPr id="788" name="ZoneTexte 29"/>
          <p:cNvSpPr txBox="1"/>
          <p:nvPr/>
        </p:nvSpPr>
        <p:spPr>
          <a:xfrm>
            <a:off x="5984009" y="304527"/>
            <a:ext cx="666827" cy="213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CJ / CR</a:t>
            </a:r>
          </a:p>
        </p:txBody>
      </p:sp>
      <p:sp>
        <p:nvSpPr>
          <p:cNvPr id="789" name="Graphique 32"/>
          <p:cNvSpPr/>
          <p:nvPr/>
        </p:nvSpPr>
        <p:spPr>
          <a:xfrm>
            <a:off x="2551460" y="546865"/>
            <a:ext cx="307073" cy="307073"/>
          </a:xfrm>
          <a:prstGeom prst="rect">
            <a:avLst/>
          </a:prstGeom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15" name="ZoneTexte 9"/>
          <p:cNvSpPr txBox="1"/>
          <p:nvPr/>
        </p:nvSpPr>
        <p:spPr>
          <a:xfrm>
            <a:off x="444489" y="3818549"/>
            <a:ext cx="3397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TAILLE</a:t>
            </a:r>
          </a:p>
        </p:txBody>
      </p:sp>
      <p:sp>
        <p:nvSpPr>
          <p:cNvPr id="816" name="ZoneTexte 10"/>
          <p:cNvSpPr txBox="1"/>
          <p:nvPr/>
        </p:nvSpPr>
        <p:spPr>
          <a:xfrm>
            <a:off x="454907" y="4208495"/>
            <a:ext cx="3266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POIDS</a:t>
            </a:r>
          </a:p>
        </p:txBody>
      </p:sp>
      <p:sp>
        <p:nvSpPr>
          <p:cNvPr id="817" name="ZoneTexte 11"/>
          <p:cNvSpPr txBox="1"/>
          <p:nvPr/>
        </p:nvSpPr>
        <p:spPr>
          <a:xfrm>
            <a:off x="83011" y="3068168"/>
            <a:ext cx="10548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DATE DE NAISSANCE</a:t>
            </a:r>
          </a:p>
        </p:txBody>
      </p:sp>
      <p:sp>
        <p:nvSpPr>
          <p:cNvPr id="818" name="ZoneTexte 13"/>
          <p:cNvSpPr txBox="1"/>
          <p:nvPr/>
        </p:nvSpPr>
        <p:spPr>
          <a:xfrm>
            <a:off x="350967" y="3440174"/>
            <a:ext cx="5415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PIED FORT</a:t>
            </a:r>
          </a:p>
        </p:txBody>
      </p:sp>
      <p:sp>
        <p:nvSpPr>
          <p:cNvPr id="819" name="ZoneTexte 30"/>
          <p:cNvSpPr txBox="1"/>
          <p:nvPr/>
        </p:nvSpPr>
        <p:spPr>
          <a:xfrm>
            <a:off x="296773" y="2391492"/>
            <a:ext cx="580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r>
              <a:t>SÉLÉCTION</a:t>
            </a:r>
          </a:p>
        </p:txBody>
      </p:sp>
      <p:sp>
        <p:nvSpPr>
          <p:cNvPr id="822" name="Ellipse 65"/>
          <p:cNvSpPr/>
          <p:nvPr/>
        </p:nvSpPr>
        <p:spPr>
          <a:xfrm>
            <a:off x="1437716" y="137940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3" name="Ellipse 66"/>
          <p:cNvSpPr/>
          <p:nvPr/>
        </p:nvSpPr>
        <p:spPr>
          <a:xfrm>
            <a:off x="1997306" y="909285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4" name="Ellipse 67"/>
          <p:cNvSpPr/>
          <p:nvPr/>
        </p:nvSpPr>
        <p:spPr>
          <a:xfrm>
            <a:off x="1991897" y="1720319"/>
            <a:ext cx="156551" cy="147479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5" name="Ellipse 69"/>
          <p:cNvSpPr/>
          <p:nvPr/>
        </p:nvSpPr>
        <p:spPr>
          <a:xfrm>
            <a:off x="1750816" y="1379406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26" name="ZoneTexte 22"/>
          <p:cNvSpPr txBox="1"/>
          <p:nvPr/>
        </p:nvSpPr>
        <p:spPr>
          <a:xfrm>
            <a:off x="1322041" y="3030961"/>
            <a:ext cx="778815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30/11/2008</a:t>
            </a:r>
          </a:p>
        </p:txBody>
      </p:sp>
      <p:sp>
        <p:nvSpPr>
          <p:cNvPr id="827" name="ZoneTexte 22"/>
          <p:cNvSpPr txBox="1"/>
          <p:nvPr/>
        </p:nvSpPr>
        <p:spPr>
          <a:xfrm>
            <a:off x="1482925" y="3404532"/>
            <a:ext cx="376022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Droit</a:t>
            </a:r>
          </a:p>
        </p:txBody>
      </p:sp>
      <p:sp>
        <p:nvSpPr>
          <p:cNvPr id="850" name="ZoneTexte 22"/>
          <p:cNvSpPr txBox="1"/>
          <p:nvPr/>
        </p:nvSpPr>
        <p:spPr>
          <a:xfrm>
            <a:off x="1407837" y="3740827"/>
            <a:ext cx="60914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183,2</a:t>
            </a:r>
            <a:r>
              <a:rPr lang="fr-FR" dirty="0"/>
              <a:t>CM</a:t>
            </a:r>
            <a:endParaRPr dirty="0"/>
          </a:p>
        </p:txBody>
      </p:sp>
      <p:sp>
        <p:nvSpPr>
          <p:cNvPr id="851" name="ZoneTexte 22"/>
          <p:cNvSpPr txBox="1"/>
          <p:nvPr/>
        </p:nvSpPr>
        <p:spPr>
          <a:xfrm>
            <a:off x="1434131" y="4152615"/>
            <a:ext cx="520976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rPr dirty="0"/>
              <a:t>74,</a:t>
            </a:r>
            <a:r>
              <a:rPr lang="fr-FR" dirty="0"/>
              <a:t>6KG</a:t>
            </a:r>
            <a:endParaRPr dirty="0"/>
          </a:p>
        </p:txBody>
      </p:sp>
      <p:pic>
        <p:nvPicPr>
          <p:cNvPr id="854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171" y="2336221"/>
            <a:ext cx="355601" cy="237542"/>
          </a:xfrm>
          <a:prstGeom prst="rect">
            <a:avLst/>
          </a:prstGeom>
          <a:ln w="12700">
            <a:miter lim="400000"/>
          </a:ln>
        </p:spPr>
      </p:pic>
      <p:sp>
        <p:nvSpPr>
          <p:cNvPr id="855" name="Ellipse 69"/>
          <p:cNvSpPr/>
          <p:nvPr/>
        </p:nvSpPr>
        <p:spPr>
          <a:xfrm>
            <a:off x="1594267" y="1026017"/>
            <a:ext cx="156551" cy="147479"/>
          </a:xfrm>
          <a:prstGeom prst="ellipse">
            <a:avLst/>
          </a:prstGeom>
          <a:solidFill>
            <a:srgbClr val="B6954D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88A35CA-D451-066E-9EE1-85BE15E65643}"/>
              </a:ext>
            </a:extLst>
          </p:cNvPr>
          <p:cNvSpPr/>
          <p:nvPr/>
        </p:nvSpPr>
        <p:spPr>
          <a:xfrm>
            <a:off x="2593436" y="3151999"/>
            <a:ext cx="2719447" cy="304533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ZoneTexte 11">
            <a:extLst>
              <a:ext uri="{FF2B5EF4-FFF2-40B4-BE49-F238E27FC236}">
                <a16:creationId xmlns:a16="http://schemas.microsoft.com/office/drawing/2014/main" id="{E577FCE0-061C-C08A-D602-E468795B12C2}"/>
              </a:ext>
            </a:extLst>
          </p:cNvPr>
          <p:cNvSpPr txBox="1"/>
          <p:nvPr/>
        </p:nvSpPr>
        <p:spPr>
          <a:xfrm>
            <a:off x="2629651" y="3171210"/>
            <a:ext cx="1258113" cy="182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OFF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29238835-EAD9-38C0-C1CC-DBABE42FA0BC}"/>
              </a:ext>
            </a:extLst>
          </p:cNvPr>
          <p:cNvSpPr/>
          <p:nvPr/>
        </p:nvSpPr>
        <p:spPr>
          <a:xfrm>
            <a:off x="5418933" y="3148026"/>
            <a:ext cx="2719447" cy="304533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0B211007-A53E-FF6F-E94D-F7FD9A023393}"/>
              </a:ext>
            </a:extLst>
          </p:cNvPr>
          <p:cNvSpPr/>
          <p:nvPr/>
        </p:nvSpPr>
        <p:spPr>
          <a:xfrm>
            <a:off x="8244428" y="3151999"/>
            <a:ext cx="2719447" cy="3045337"/>
          </a:xfrm>
          <a:prstGeom prst="rect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" name="ZoneTexte 13">
            <a:extLst>
              <a:ext uri="{FF2B5EF4-FFF2-40B4-BE49-F238E27FC236}">
                <a16:creationId xmlns:a16="http://schemas.microsoft.com/office/drawing/2014/main" id="{9A4A23A1-0B45-EF3A-4F43-59665955B4A7}"/>
              </a:ext>
            </a:extLst>
          </p:cNvPr>
          <p:cNvSpPr txBox="1"/>
          <p:nvPr/>
        </p:nvSpPr>
        <p:spPr>
          <a:xfrm>
            <a:off x="5457030" y="3183403"/>
            <a:ext cx="1255218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TECHNIQUE DEF</a:t>
            </a:r>
          </a:p>
        </p:txBody>
      </p:sp>
      <p:sp>
        <p:nvSpPr>
          <p:cNvPr id="8" name="ZoneTexte 24">
            <a:extLst>
              <a:ext uri="{FF2B5EF4-FFF2-40B4-BE49-F238E27FC236}">
                <a16:creationId xmlns:a16="http://schemas.microsoft.com/office/drawing/2014/main" id="{14B720D2-48FD-BCDD-58E0-C0348C8715A3}"/>
              </a:ext>
            </a:extLst>
          </p:cNvPr>
          <p:cNvSpPr txBox="1"/>
          <p:nvPr/>
        </p:nvSpPr>
        <p:spPr>
          <a:xfrm>
            <a:off x="8280642" y="3183403"/>
            <a:ext cx="765557" cy="182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r>
              <a:t>TACTIQUE</a:t>
            </a:r>
          </a:p>
        </p:txBody>
      </p:sp>
      <p:sp>
        <p:nvSpPr>
          <p:cNvPr id="9" name="ZoneTexte 25">
            <a:extLst>
              <a:ext uri="{FF2B5EF4-FFF2-40B4-BE49-F238E27FC236}">
                <a16:creationId xmlns:a16="http://schemas.microsoft.com/office/drawing/2014/main" id="{331148B1-58F1-9BEE-C9DC-2CE6A8C2D469}"/>
              </a:ext>
            </a:extLst>
          </p:cNvPr>
          <p:cNvSpPr txBox="1"/>
          <p:nvPr/>
        </p:nvSpPr>
        <p:spPr>
          <a:xfrm>
            <a:off x="2828715" y="351272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de balle et enchainement </a:t>
            </a:r>
          </a:p>
        </p:txBody>
      </p:sp>
      <p:sp>
        <p:nvSpPr>
          <p:cNvPr id="10" name="Rectangle 93">
            <a:extLst>
              <a:ext uri="{FF2B5EF4-FFF2-40B4-BE49-F238E27FC236}">
                <a16:creationId xmlns:a16="http://schemas.microsoft.com/office/drawing/2014/main" id="{A78FD853-FF37-A571-D30D-640BDC69D031}"/>
              </a:ext>
            </a:extLst>
          </p:cNvPr>
          <p:cNvSpPr/>
          <p:nvPr/>
        </p:nvSpPr>
        <p:spPr>
          <a:xfrm>
            <a:off x="2620938" y="352795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Rectangle 94">
            <a:extLst>
              <a:ext uri="{FF2B5EF4-FFF2-40B4-BE49-F238E27FC236}">
                <a16:creationId xmlns:a16="http://schemas.microsoft.com/office/drawing/2014/main" id="{2531F58C-DA42-8E86-630B-00DEB2C9862A}"/>
              </a:ext>
            </a:extLst>
          </p:cNvPr>
          <p:cNvSpPr/>
          <p:nvPr/>
        </p:nvSpPr>
        <p:spPr>
          <a:xfrm>
            <a:off x="2617395" y="3773684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ZoneTexte 96">
            <a:extLst>
              <a:ext uri="{FF2B5EF4-FFF2-40B4-BE49-F238E27FC236}">
                <a16:creationId xmlns:a16="http://schemas.microsoft.com/office/drawing/2014/main" id="{57FA6A08-D0F5-4078-5794-7AFECF84F450}"/>
              </a:ext>
            </a:extLst>
          </p:cNvPr>
          <p:cNvSpPr txBox="1"/>
          <p:nvPr/>
        </p:nvSpPr>
        <p:spPr>
          <a:xfrm>
            <a:off x="8514220" y="345100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S’associer avec les autres</a:t>
            </a:r>
          </a:p>
        </p:txBody>
      </p:sp>
      <p:sp>
        <p:nvSpPr>
          <p:cNvPr id="13" name="ZoneTexte 97">
            <a:extLst>
              <a:ext uri="{FF2B5EF4-FFF2-40B4-BE49-F238E27FC236}">
                <a16:creationId xmlns:a16="http://schemas.microsoft.com/office/drawing/2014/main" id="{7C21B8E5-C2A1-4F45-C299-0F15ED6AE48C}"/>
              </a:ext>
            </a:extLst>
          </p:cNvPr>
          <p:cNvSpPr txBox="1"/>
          <p:nvPr/>
        </p:nvSpPr>
        <p:spPr>
          <a:xfrm>
            <a:off x="2822618" y="3759201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Technique sous pression</a:t>
            </a:r>
          </a:p>
        </p:txBody>
      </p:sp>
      <p:sp>
        <p:nvSpPr>
          <p:cNvPr id="14" name="ZoneTexte 98">
            <a:extLst>
              <a:ext uri="{FF2B5EF4-FFF2-40B4-BE49-F238E27FC236}">
                <a16:creationId xmlns:a16="http://schemas.microsoft.com/office/drawing/2014/main" id="{C759F585-3F3B-F76B-B2C2-4477F64555FB}"/>
              </a:ext>
            </a:extLst>
          </p:cNvPr>
          <p:cNvSpPr txBox="1"/>
          <p:nvPr/>
        </p:nvSpPr>
        <p:spPr>
          <a:xfrm>
            <a:off x="2822618" y="4214328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Qualité de la 1</a:t>
            </a:r>
            <a:r>
              <a:rPr baseline="30000"/>
              <a:t>ère</a:t>
            </a:r>
            <a:r>
              <a:t> touche</a:t>
            </a:r>
          </a:p>
        </p:txBody>
      </p:sp>
      <p:sp>
        <p:nvSpPr>
          <p:cNvPr id="15" name="ZoneTexte 100">
            <a:extLst>
              <a:ext uri="{FF2B5EF4-FFF2-40B4-BE49-F238E27FC236}">
                <a16:creationId xmlns:a16="http://schemas.microsoft.com/office/drawing/2014/main" id="{52E22CE4-5DE4-3A60-B136-BD138240AB58}"/>
              </a:ext>
            </a:extLst>
          </p:cNvPr>
          <p:cNvSpPr txBox="1"/>
          <p:nvPr/>
        </p:nvSpPr>
        <p:spPr>
          <a:xfrm>
            <a:off x="5591062" y="351272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Cadrage porteur / Orientation </a:t>
            </a:r>
          </a:p>
        </p:txBody>
      </p:sp>
      <p:sp>
        <p:nvSpPr>
          <p:cNvPr id="16" name="ZoneTexte 101">
            <a:extLst>
              <a:ext uri="{FF2B5EF4-FFF2-40B4-BE49-F238E27FC236}">
                <a16:creationId xmlns:a16="http://schemas.microsoft.com/office/drawing/2014/main" id="{4E6FFCF5-4F1E-2A2B-A580-8BE50A6748BA}"/>
              </a:ext>
            </a:extLst>
          </p:cNvPr>
          <p:cNvSpPr txBox="1"/>
          <p:nvPr/>
        </p:nvSpPr>
        <p:spPr>
          <a:xfrm>
            <a:off x="5582673" y="374493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aérien </a:t>
            </a:r>
          </a:p>
        </p:txBody>
      </p:sp>
      <p:sp>
        <p:nvSpPr>
          <p:cNvPr id="17" name="ZoneTexte 102">
            <a:extLst>
              <a:ext uri="{FF2B5EF4-FFF2-40B4-BE49-F238E27FC236}">
                <a16:creationId xmlns:a16="http://schemas.microsoft.com/office/drawing/2014/main" id="{8FDBAB48-E714-953A-9BD0-C945C35E9674}"/>
              </a:ext>
            </a:extLst>
          </p:cNvPr>
          <p:cNvSpPr txBox="1"/>
          <p:nvPr/>
        </p:nvSpPr>
        <p:spPr>
          <a:xfrm>
            <a:off x="5584966" y="3968599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Distance d’intervention</a:t>
            </a:r>
          </a:p>
        </p:txBody>
      </p:sp>
      <p:sp>
        <p:nvSpPr>
          <p:cNvPr id="18" name="ZoneTexte 103">
            <a:extLst>
              <a:ext uri="{FF2B5EF4-FFF2-40B4-BE49-F238E27FC236}">
                <a16:creationId xmlns:a16="http://schemas.microsoft.com/office/drawing/2014/main" id="{72251804-10CD-C229-A252-1F78D536A1F0}"/>
              </a:ext>
            </a:extLst>
          </p:cNvPr>
          <p:cNvSpPr txBox="1"/>
          <p:nvPr/>
        </p:nvSpPr>
        <p:spPr>
          <a:xfrm>
            <a:off x="8514220" y="364872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offensives</a:t>
            </a:r>
          </a:p>
        </p:txBody>
      </p:sp>
      <p:sp>
        <p:nvSpPr>
          <p:cNvPr id="19" name="ZoneTexte 104">
            <a:extLst>
              <a:ext uri="{FF2B5EF4-FFF2-40B4-BE49-F238E27FC236}">
                <a16:creationId xmlns:a16="http://schemas.microsoft.com/office/drawing/2014/main" id="{0F3A0A7F-89DE-447C-DB1A-35CD14A4A4C5}"/>
              </a:ext>
            </a:extLst>
          </p:cNvPr>
          <p:cNvSpPr txBox="1"/>
          <p:nvPr/>
        </p:nvSpPr>
        <p:spPr>
          <a:xfrm>
            <a:off x="8527397" y="551687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Lecture des situations défensives</a:t>
            </a:r>
          </a:p>
        </p:txBody>
      </p:sp>
      <p:sp>
        <p:nvSpPr>
          <p:cNvPr id="20" name="ZoneTexte 106">
            <a:extLst>
              <a:ext uri="{FF2B5EF4-FFF2-40B4-BE49-F238E27FC236}">
                <a16:creationId xmlns:a16="http://schemas.microsoft.com/office/drawing/2014/main" id="{D295237E-1D07-8C08-F9C2-244E15D13463}"/>
              </a:ext>
            </a:extLst>
          </p:cNvPr>
          <p:cNvSpPr txBox="1"/>
          <p:nvPr/>
        </p:nvSpPr>
        <p:spPr>
          <a:xfrm>
            <a:off x="8516512" y="382076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reconnaitre son rôle</a:t>
            </a:r>
          </a:p>
        </p:txBody>
      </p:sp>
      <p:sp>
        <p:nvSpPr>
          <p:cNvPr id="21" name="ZoneTexte 108">
            <a:extLst>
              <a:ext uri="{FF2B5EF4-FFF2-40B4-BE49-F238E27FC236}">
                <a16:creationId xmlns:a16="http://schemas.microsoft.com/office/drawing/2014/main" id="{A163EA79-E063-BD3E-B142-C807D826CA3C}"/>
              </a:ext>
            </a:extLst>
          </p:cNvPr>
          <p:cNvSpPr txBox="1"/>
          <p:nvPr/>
        </p:nvSpPr>
        <p:spPr>
          <a:xfrm>
            <a:off x="8516512" y="4023649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Prise d’informations</a:t>
            </a:r>
          </a:p>
        </p:txBody>
      </p:sp>
      <p:sp>
        <p:nvSpPr>
          <p:cNvPr id="22" name="ZoneTexte 109">
            <a:extLst>
              <a:ext uri="{FF2B5EF4-FFF2-40B4-BE49-F238E27FC236}">
                <a16:creationId xmlns:a16="http://schemas.microsoft.com/office/drawing/2014/main" id="{5F947E9D-1B45-A57B-7010-8846CE0B7977}"/>
              </a:ext>
            </a:extLst>
          </p:cNvPr>
          <p:cNvSpPr txBox="1"/>
          <p:nvPr/>
        </p:nvSpPr>
        <p:spPr>
          <a:xfrm>
            <a:off x="2822618" y="445256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Qualité de la conduite de balle</a:t>
            </a:r>
          </a:p>
        </p:txBody>
      </p:sp>
      <p:sp>
        <p:nvSpPr>
          <p:cNvPr id="23" name="ZoneTexte 110">
            <a:extLst>
              <a:ext uri="{FF2B5EF4-FFF2-40B4-BE49-F238E27FC236}">
                <a16:creationId xmlns:a16="http://schemas.microsoft.com/office/drawing/2014/main" id="{9123A4C5-EE09-7199-75A8-CA43BA3F4C62}"/>
              </a:ext>
            </a:extLst>
          </p:cNvPr>
          <p:cNvSpPr txBox="1"/>
          <p:nvPr/>
        </p:nvSpPr>
        <p:spPr>
          <a:xfrm>
            <a:off x="2828715" y="4678119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Orientation du corps</a:t>
            </a:r>
          </a:p>
        </p:txBody>
      </p:sp>
      <p:sp>
        <p:nvSpPr>
          <p:cNvPr id="24" name="ZoneTexte 111">
            <a:extLst>
              <a:ext uri="{FF2B5EF4-FFF2-40B4-BE49-F238E27FC236}">
                <a16:creationId xmlns:a16="http://schemas.microsoft.com/office/drawing/2014/main" id="{3BC3C22D-282A-A9A8-5D4A-DB79261BF9BB}"/>
              </a:ext>
            </a:extLst>
          </p:cNvPr>
          <p:cNvSpPr txBox="1"/>
          <p:nvPr/>
        </p:nvSpPr>
        <p:spPr>
          <a:xfrm>
            <a:off x="8516512" y="4239620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Volonté de jouer vers l’avant</a:t>
            </a:r>
          </a:p>
        </p:txBody>
      </p:sp>
      <p:sp>
        <p:nvSpPr>
          <p:cNvPr id="25" name="ZoneTexte 112">
            <a:extLst>
              <a:ext uri="{FF2B5EF4-FFF2-40B4-BE49-F238E27FC236}">
                <a16:creationId xmlns:a16="http://schemas.microsoft.com/office/drawing/2014/main" id="{581A6D4A-A4B5-3539-9E0B-914017813DF9}"/>
              </a:ext>
            </a:extLst>
          </p:cNvPr>
          <p:cNvSpPr txBox="1"/>
          <p:nvPr/>
        </p:nvSpPr>
        <p:spPr>
          <a:xfrm>
            <a:off x="8516512" y="444768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Détacher son regard du ballon</a:t>
            </a:r>
          </a:p>
        </p:txBody>
      </p:sp>
      <p:sp>
        <p:nvSpPr>
          <p:cNvPr id="26" name="ZoneTexte 12">
            <a:extLst>
              <a:ext uri="{FF2B5EF4-FFF2-40B4-BE49-F238E27FC236}">
                <a16:creationId xmlns:a16="http://schemas.microsoft.com/office/drawing/2014/main" id="{DA901CD3-FF7F-AC39-7778-2CAA33C8A5BF}"/>
              </a:ext>
            </a:extLst>
          </p:cNvPr>
          <p:cNvSpPr txBox="1"/>
          <p:nvPr/>
        </p:nvSpPr>
        <p:spPr>
          <a:xfrm>
            <a:off x="5584966" y="4219174"/>
            <a:ext cx="2328792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000">
                <a:solidFill>
                  <a:srgbClr val="C4D9EB"/>
                </a:solidFill>
              </a:defRPr>
            </a:pPr>
            <a:r>
              <a:t>Présence 2</a:t>
            </a:r>
            <a:r>
              <a:rPr baseline="30000"/>
              <a:t>nd</a:t>
            </a:r>
            <a:r>
              <a:t> ballon</a:t>
            </a:r>
          </a:p>
        </p:txBody>
      </p:sp>
      <p:sp>
        <p:nvSpPr>
          <p:cNvPr id="27" name="ZoneTexte 20">
            <a:extLst>
              <a:ext uri="{FF2B5EF4-FFF2-40B4-BE49-F238E27FC236}">
                <a16:creationId xmlns:a16="http://schemas.microsoft.com/office/drawing/2014/main" id="{8FAAABB3-F223-0CF6-B535-012425A398C5}"/>
              </a:ext>
            </a:extLst>
          </p:cNvPr>
          <p:cNvSpPr txBox="1"/>
          <p:nvPr/>
        </p:nvSpPr>
        <p:spPr>
          <a:xfrm>
            <a:off x="8516512" y="4658838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Changement de statut rapide </a:t>
            </a:r>
          </a:p>
        </p:txBody>
      </p:sp>
      <p:sp>
        <p:nvSpPr>
          <p:cNvPr id="28" name="ZoneTexte 21">
            <a:extLst>
              <a:ext uri="{FF2B5EF4-FFF2-40B4-BE49-F238E27FC236}">
                <a16:creationId xmlns:a16="http://schemas.microsoft.com/office/drawing/2014/main" id="{BBF1C5AE-26AC-5CE5-615F-3B2ACBBE76B4}"/>
              </a:ext>
            </a:extLst>
          </p:cNvPr>
          <p:cNvSpPr txBox="1"/>
          <p:nvPr/>
        </p:nvSpPr>
        <p:spPr>
          <a:xfrm>
            <a:off x="5584966" y="4473966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les lignes de passes</a:t>
            </a:r>
          </a:p>
        </p:txBody>
      </p:sp>
      <p:sp>
        <p:nvSpPr>
          <p:cNvPr id="29" name="ZoneTexte 22">
            <a:extLst>
              <a:ext uri="{FF2B5EF4-FFF2-40B4-BE49-F238E27FC236}">
                <a16:creationId xmlns:a16="http://schemas.microsoft.com/office/drawing/2014/main" id="{9DE820CA-7D38-EE36-DD10-118736AF9BCC}"/>
              </a:ext>
            </a:extLst>
          </p:cNvPr>
          <p:cNvSpPr txBox="1"/>
          <p:nvPr/>
        </p:nvSpPr>
        <p:spPr>
          <a:xfrm>
            <a:off x="5584966" y="4713452"/>
            <a:ext cx="232879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Défendre en avançant</a:t>
            </a:r>
          </a:p>
        </p:txBody>
      </p:sp>
      <p:sp>
        <p:nvSpPr>
          <p:cNvPr id="30" name="ZoneTexte 23">
            <a:extLst>
              <a:ext uri="{FF2B5EF4-FFF2-40B4-BE49-F238E27FC236}">
                <a16:creationId xmlns:a16="http://schemas.microsoft.com/office/drawing/2014/main" id="{DD037D28-FE48-7B90-72B5-726F0DA20FA4}"/>
              </a:ext>
            </a:extLst>
          </p:cNvPr>
          <p:cNvSpPr txBox="1"/>
          <p:nvPr/>
        </p:nvSpPr>
        <p:spPr>
          <a:xfrm>
            <a:off x="8527397" y="4875731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de position</a:t>
            </a:r>
          </a:p>
        </p:txBody>
      </p:sp>
      <p:sp>
        <p:nvSpPr>
          <p:cNvPr id="31" name="ZoneTexte 26">
            <a:extLst>
              <a:ext uri="{FF2B5EF4-FFF2-40B4-BE49-F238E27FC236}">
                <a16:creationId xmlns:a16="http://schemas.microsoft.com/office/drawing/2014/main" id="{71451F3F-C078-8066-095D-C71E87ED2FED}"/>
              </a:ext>
            </a:extLst>
          </p:cNvPr>
          <p:cNvSpPr txBox="1"/>
          <p:nvPr/>
        </p:nvSpPr>
        <p:spPr>
          <a:xfrm>
            <a:off x="8527397" y="509309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du rythme</a:t>
            </a:r>
          </a:p>
        </p:txBody>
      </p:sp>
      <p:sp>
        <p:nvSpPr>
          <p:cNvPr id="32" name="ZoneTexte 27">
            <a:extLst>
              <a:ext uri="{FF2B5EF4-FFF2-40B4-BE49-F238E27FC236}">
                <a16:creationId xmlns:a16="http://schemas.microsoft.com/office/drawing/2014/main" id="{1440FC64-05BC-5B4B-0EAF-7288F89B1D1F}"/>
              </a:ext>
            </a:extLst>
          </p:cNvPr>
          <p:cNvSpPr txBox="1"/>
          <p:nvPr/>
        </p:nvSpPr>
        <p:spPr>
          <a:xfrm>
            <a:off x="2822618" y="491065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Avant dernière et dernière passe</a:t>
            </a:r>
          </a:p>
        </p:txBody>
      </p:sp>
      <p:sp>
        <p:nvSpPr>
          <p:cNvPr id="33" name="ZoneTexte 28">
            <a:extLst>
              <a:ext uri="{FF2B5EF4-FFF2-40B4-BE49-F238E27FC236}">
                <a16:creationId xmlns:a16="http://schemas.microsoft.com/office/drawing/2014/main" id="{1F9B6EF8-BDE0-E93E-2DBB-CDFCDB838143}"/>
              </a:ext>
            </a:extLst>
          </p:cNvPr>
          <p:cNvSpPr txBox="1"/>
          <p:nvPr/>
        </p:nvSpPr>
        <p:spPr>
          <a:xfrm>
            <a:off x="2822618" y="512836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Finition</a:t>
            </a:r>
          </a:p>
        </p:txBody>
      </p:sp>
      <p:sp>
        <p:nvSpPr>
          <p:cNvPr id="34" name="ZoneTexte 29">
            <a:extLst>
              <a:ext uri="{FF2B5EF4-FFF2-40B4-BE49-F238E27FC236}">
                <a16:creationId xmlns:a16="http://schemas.microsoft.com/office/drawing/2014/main" id="{5756A002-01FB-34E6-48BF-46397CF0834F}"/>
              </a:ext>
            </a:extLst>
          </p:cNvPr>
          <p:cNvSpPr txBox="1"/>
          <p:nvPr/>
        </p:nvSpPr>
        <p:spPr>
          <a:xfrm>
            <a:off x="2811732" y="399661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s’orienter sur une touche </a:t>
            </a:r>
          </a:p>
        </p:txBody>
      </p:sp>
      <p:sp>
        <p:nvSpPr>
          <p:cNvPr id="35" name="ZoneTexte 32">
            <a:extLst>
              <a:ext uri="{FF2B5EF4-FFF2-40B4-BE49-F238E27FC236}">
                <a16:creationId xmlns:a16="http://schemas.microsoft.com/office/drawing/2014/main" id="{58A144A3-D83F-0E9E-B5D6-EB9BF55C08BB}"/>
              </a:ext>
            </a:extLst>
          </p:cNvPr>
          <p:cNvSpPr txBox="1"/>
          <p:nvPr/>
        </p:nvSpPr>
        <p:spPr>
          <a:xfrm>
            <a:off x="2811732" y="534608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en une touche de balle</a:t>
            </a:r>
          </a:p>
        </p:txBody>
      </p:sp>
      <p:sp>
        <p:nvSpPr>
          <p:cNvPr id="36" name="ZoneTexte 44">
            <a:extLst>
              <a:ext uri="{FF2B5EF4-FFF2-40B4-BE49-F238E27FC236}">
                <a16:creationId xmlns:a16="http://schemas.microsoft.com/office/drawing/2014/main" id="{17F88D97-C629-66E8-F141-EDA93528CD33}"/>
              </a:ext>
            </a:extLst>
          </p:cNvPr>
          <p:cNvSpPr txBox="1"/>
          <p:nvPr/>
        </p:nvSpPr>
        <p:spPr>
          <a:xfrm>
            <a:off x="8527397" y="5321379"/>
            <a:ext cx="2328793" cy="15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Capacité à orienter le jeu </a:t>
            </a:r>
          </a:p>
        </p:txBody>
      </p:sp>
      <p:sp>
        <p:nvSpPr>
          <p:cNvPr id="37" name="ZoneTexte 45">
            <a:extLst>
              <a:ext uri="{FF2B5EF4-FFF2-40B4-BE49-F238E27FC236}">
                <a16:creationId xmlns:a16="http://schemas.microsoft.com/office/drawing/2014/main" id="{6A813E7F-398F-2F95-7638-887A29CD3D0C}"/>
              </a:ext>
            </a:extLst>
          </p:cNvPr>
          <p:cNvSpPr txBox="1"/>
          <p:nvPr/>
        </p:nvSpPr>
        <p:spPr>
          <a:xfrm>
            <a:off x="8527397" y="574189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Gestion des situations de crise</a:t>
            </a:r>
          </a:p>
        </p:txBody>
      </p:sp>
      <p:sp>
        <p:nvSpPr>
          <p:cNvPr id="38" name="ZoneTexte 46">
            <a:extLst>
              <a:ext uri="{FF2B5EF4-FFF2-40B4-BE49-F238E27FC236}">
                <a16:creationId xmlns:a16="http://schemas.microsoft.com/office/drawing/2014/main" id="{75B2B883-7652-8C7B-AD17-76DFE3A78C4A}"/>
              </a:ext>
            </a:extLst>
          </p:cNvPr>
          <p:cNvSpPr txBox="1"/>
          <p:nvPr/>
        </p:nvSpPr>
        <p:spPr>
          <a:xfrm>
            <a:off x="8527397" y="5962527"/>
            <a:ext cx="247142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Préventif et accompagnement du bloc</a:t>
            </a:r>
          </a:p>
        </p:txBody>
      </p:sp>
      <p:sp>
        <p:nvSpPr>
          <p:cNvPr id="39" name="ZoneTexte 47">
            <a:extLst>
              <a:ext uri="{FF2B5EF4-FFF2-40B4-BE49-F238E27FC236}">
                <a16:creationId xmlns:a16="http://schemas.microsoft.com/office/drawing/2014/main" id="{72DA43DA-E7F2-F7A7-1E0D-DB99168F2E4D}"/>
              </a:ext>
            </a:extLst>
          </p:cNvPr>
          <p:cNvSpPr txBox="1"/>
          <p:nvPr/>
        </p:nvSpPr>
        <p:spPr>
          <a:xfrm>
            <a:off x="2800847" y="5585567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court</a:t>
            </a:r>
          </a:p>
        </p:txBody>
      </p:sp>
      <p:sp>
        <p:nvSpPr>
          <p:cNvPr id="40" name="ZoneTexte 48">
            <a:extLst>
              <a:ext uri="{FF2B5EF4-FFF2-40B4-BE49-F238E27FC236}">
                <a16:creationId xmlns:a16="http://schemas.microsoft.com/office/drawing/2014/main" id="{94207EA8-7F9A-1566-2030-065BE35F665D}"/>
              </a:ext>
            </a:extLst>
          </p:cNvPr>
          <p:cNvSpPr txBox="1"/>
          <p:nvPr/>
        </p:nvSpPr>
        <p:spPr>
          <a:xfrm>
            <a:off x="2800847" y="5803282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Jeu long</a:t>
            </a:r>
          </a:p>
        </p:txBody>
      </p:sp>
      <p:sp>
        <p:nvSpPr>
          <p:cNvPr id="41" name="ZoneTexte 49">
            <a:extLst>
              <a:ext uri="{FF2B5EF4-FFF2-40B4-BE49-F238E27FC236}">
                <a16:creationId xmlns:a16="http://schemas.microsoft.com/office/drawing/2014/main" id="{57C6D0CF-FCC1-D2CB-9672-45B37A5E4740}"/>
              </a:ext>
            </a:extLst>
          </p:cNvPr>
          <p:cNvSpPr txBox="1"/>
          <p:nvPr/>
        </p:nvSpPr>
        <p:spPr>
          <a:xfrm>
            <a:off x="2822618" y="6020313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Utilisation des deux pieds</a:t>
            </a:r>
          </a:p>
        </p:txBody>
      </p:sp>
      <p:sp>
        <p:nvSpPr>
          <p:cNvPr id="42" name="ZoneTexte 50">
            <a:extLst>
              <a:ext uri="{FF2B5EF4-FFF2-40B4-BE49-F238E27FC236}">
                <a16:creationId xmlns:a16="http://schemas.microsoft.com/office/drawing/2014/main" id="{F70D5838-EEE6-1D41-B1A8-A6D13E253842}"/>
              </a:ext>
            </a:extLst>
          </p:cNvPr>
          <p:cNvSpPr txBox="1"/>
          <p:nvPr/>
        </p:nvSpPr>
        <p:spPr>
          <a:xfrm>
            <a:off x="5582673" y="4944366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Engagement dans le duel </a:t>
            </a:r>
          </a:p>
        </p:txBody>
      </p:sp>
      <p:sp>
        <p:nvSpPr>
          <p:cNvPr id="43" name="ZoneTexte 30">
            <a:extLst>
              <a:ext uri="{FF2B5EF4-FFF2-40B4-BE49-F238E27FC236}">
                <a16:creationId xmlns:a16="http://schemas.microsoft.com/office/drawing/2014/main" id="{CEB2E63E-FCDA-5489-23D1-208736FA0755}"/>
              </a:ext>
            </a:extLst>
          </p:cNvPr>
          <p:cNvSpPr txBox="1"/>
          <p:nvPr/>
        </p:nvSpPr>
        <p:spPr>
          <a:xfrm>
            <a:off x="5576697" y="5165495"/>
            <a:ext cx="232879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C4D9EB"/>
                </a:solidFill>
              </a:defRPr>
            </a:lvl1pPr>
          </a:lstStyle>
          <a:p>
            <a:r>
              <a:t>Anticipation / interception</a:t>
            </a:r>
          </a:p>
        </p:txBody>
      </p:sp>
      <p:sp>
        <p:nvSpPr>
          <p:cNvPr id="44" name="Rectangle 93">
            <a:extLst>
              <a:ext uri="{FF2B5EF4-FFF2-40B4-BE49-F238E27FC236}">
                <a16:creationId xmlns:a16="http://schemas.microsoft.com/office/drawing/2014/main" id="{57F42D1D-E8F9-0CF8-BB62-D022534D0CCD}"/>
              </a:ext>
            </a:extLst>
          </p:cNvPr>
          <p:cNvSpPr/>
          <p:nvPr/>
        </p:nvSpPr>
        <p:spPr>
          <a:xfrm>
            <a:off x="2617395" y="4016105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" name="Rectangle 93">
            <a:extLst>
              <a:ext uri="{FF2B5EF4-FFF2-40B4-BE49-F238E27FC236}">
                <a16:creationId xmlns:a16="http://schemas.microsoft.com/office/drawing/2014/main" id="{D180BAB9-49A7-5A70-1D64-CF8B4F138AD0}"/>
              </a:ext>
            </a:extLst>
          </p:cNvPr>
          <p:cNvSpPr/>
          <p:nvPr/>
        </p:nvSpPr>
        <p:spPr>
          <a:xfrm>
            <a:off x="2620938" y="4216640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" name="Rectangle 93">
            <a:extLst>
              <a:ext uri="{FF2B5EF4-FFF2-40B4-BE49-F238E27FC236}">
                <a16:creationId xmlns:a16="http://schemas.microsoft.com/office/drawing/2014/main" id="{0BCFF128-A993-3DCB-C0E6-72E7957C88AD}"/>
              </a:ext>
            </a:extLst>
          </p:cNvPr>
          <p:cNvSpPr/>
          <p:nvPr/>
        </p:nvSpPr>
        <p:spPr>
          <a:xfrm>
            <a:off x="2620938" y="4488449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" name="Rectangle 94">
            <a:extLst>
              <a:ext uri="{FF2B5EF4-FFF2-40B4-BE49-F238E27FC236}">
                <a16:creationId xmlns:a16="http://schemas.microsoft.com/office/drawing/2014/main" id="{49CA361F-AF19-20CA-7E2D-B94AEE829D76}"/>
              </a:ext>
            </a:extLst>
          </p:cNvPr>
          <p:cNvSpPr/>
          <p:nvPr/>
        </p:nvSpPr>
        <p:spPr>
          <a:xfrm>
            <a:off x="2620938" y="472793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" name="Rectangle 93">
            <a:extLst>
              <a:ext uri="{FF2B5EF4-FFF2-40B4-BE49-F238E27FC236}">
                <a16:creationId xmlns:a16="http://schemas.microsoft.com/office/drawing/2014/main" id="{88B7AA34-EE6D-F7A9-A0F6-D47C60B17F79}"/>
              </a:ext>
            </a:extLst>
          </p:cNvPr>
          <p:cNvSpPr/>
          <p:nvPr/>
        </p:nvSpPr>
        <p:spPr>
          <a:xfrm>
            <a:off x="2629651" y="492782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9" name="Rectangle 94">
            <a:extLst>
              <a:ext uri="{FF2B5EF4-FFF2-40B4-BE49-F238E27FC236}">
                <a16:creationId xmlns:a16="http://schemas.microsoft.com/office/drawing/2014/main" id="{D22135E7-7294-1DB5-52A3-9207C5A7F67E}"/>
              </a:ext>
            </a:extLst>
          </p:cNvPr>
          <p:cNvSpPr/>
          <p:nvPr/>
        </p:nvSpPr>
        <p:spPr>
          <a:xfrm>
            <a:off x="2620938" y="5138496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0" name="Rectangle 93">
            <a:extLst>
              <a:ext uri="{FF2B5EF4-FFF2-40B4-BE49-F238E27FC236}">
                <a16:creationId xmlns:a16="http://schemas.microsoft.com/office/drawing/2014/main" id="{D1DDBBDB-8C75-8ACB-A03D-0BD9ADA71DA8}"/>
              </a:ext>
            </a:extLst>
          </p:cNvPr>
          <p:cNvSpPr/>
          <p:nvPr/>
        </p:nvSpPr>
        <p:spPr>
          <a:xfrm>
            <a:off x="2617395" y="5628423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" name="Rectangle 93">
            <a:extLst>
              <a:ext uri="{FF2B5EF4-FFF2-40B4-BE49-F238E27FC236}">
                <a16:creationId xmlns:a16="http://schemas.microsoft.com/office/drawing/2014/main" id="{3E037095-0F65-F7F2-A3BA-B8BF30A9AB69}"/>
              </a:ext>
            </a:extLst>
          </p:cNvPr>
          <p:cNvSpPr/>
          <p:nvPr/>
        </p:nvSpPr>
        <p:spPr>
          <a:xfrm>
            <a:off x="2620938" y="5385636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2" name="Rectangle 93">
            <a:extLst>
              <a:ext uri="{FF2B5EF4-FFF2-40B4-BE49-F238E27FC236}">
                <a16:creationId xmlns:a16="http://schemas.microsoft.com/office/drawing/2014/main" id="{10276000-6083-2A1D-CA9D-3B828931BC3F}"/>
              </a:ext>
            </a:extLst>
          </p:cNvPr>
          <p:cNvSpPr/>
          <p:nvPr/>
        </p:nvSpPr>
        <p:spPr>
          <a:xfrm>
            <a:off x="2617395" y="581776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" name="Rectangle 94">
            <a:extLst>
              <a:ext uri="{FF2B5EF4-FFF2-40B4-BE49-F238E27FC236}">
                <a16:creationId xmlns:a16="http://schemas.microsoft.com/office/drawing/2014/main" id="{48B6B754-92DB-B22A-E499-0EA7D39935B9}"/>
              </a:ext>
            </a:extLst>
          </p:cNvPr>
          <p:cNvSpPr/>
          <p:nvPr/>
        </p:nvSpPr>
        <p:spPr>
          <a:xfrm>
            <a:off x="2620938" y="604666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4" name="Rectangle 94">
            <a:extLst>
              <a:ext uri="{FF2B5EF4-FFF2-40B4-BE49-F238E27FC236}">
                <a16:creationId xmlns:a16="http://schemas.microsoft.com/office/drawing/2014/main" id="{0409B0E6-7B29-D68B-66C4-BD9513A19362}"/>
              </a:ext>
            </a:extLst>
          </p:cNvPr>
          <p:cNvSpPr/>
          <p:nvPr/>
        </p:nvSpPr>
        <p:spPr>
          <a:xfrm>
            <a:off x="5427920" y="352720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5" name="Rectangle 94">
            <a:extLst>
              <a:ext uri="{FF2B5EF4-FFF2-40B4-BE49-F238E27FC236}">
                <a16:creationId xmlns:a16="http://schemas.microsoft.com/office/drawing/2014/main" id="{99413A4E-C807-A1EC-E50D-A301B8EF832B}"/>
              </a:ext>
            </a:extLst>
          </p:cNvPr>
          <p:cNvSpPr/>
          <p:nvPr/>
        </p:nvSpPr>
        <p:spPr>
          <a:xfrm>
            <a:off x="5427920" y="3773684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Rectangle 94">
            <a:extLst>
              <a:ext uri="{FF2B5EF4-FFF2-40B4-BE49-F238E27FC236}">
                <a16:creationId xmlns:a16="http://schemas.microsoft.com/office/drawing/2014/main" id="{7ACA0947-0C64-D128-7DEF-613443D349B3}"/>
              </a:ext>
            </a:extLst>
          </p:cNvPr>
          <p:cNvSpPr/>
          <p:nvPr/>
        </p:nvSpPr>
        <p:spPr>
          <a:xfrm>
            <a:off x="5427920" y="401109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7" name="Rectangle 94">
            <a:extLst>
              <a:ext uri="{FF2B5EF4-FFF2-40B4-BE49-F238E27FC236}">
                <a16:creationId xmlns:a16="http://schemas.microsoft.com/office/drawing/2014/main" id="{3588E2FC-7E26-5F72-8377-DC80E44FA5D0}"/>
              </a:ext>
            </a:extLst>
          </p:cNvPr>
          <p:cNvSpPr/>
          <p:nvPr/>
        </p:nvSpPr>
        <p:spPr>
          <a:xfrm>
            <a:off x="5427920" y="4219673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Rectangle 93">
            <a:extLst>
              <a:ext uri="{FF2B5EF4-FFF2-40B4-BE49-F238E27FC236}">
                <a16:creationId xmlns:a16="http://schemas.microsoft.com/office/drawing/2014/main" id="{FAD31E70-F8C9-185D-C4B8-125F2A1977AB}"/>
              </a:ext>
            </a:extLst>
          </p:cNvPr>
          <p:cNvSpPr/>
          <p:nvPr/>
        </p:nvSpPr>
        <p:spPr>
          <a:xfrm>
            <a:off x="5427920" y="5179978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Rectangle 94">
            <a:extLst>
              <a:ext uri="{FF2B5EF4-FFF2-40B4-BE49-F238E27FC236}">
                <a16:creationId xmlns:a16="http://schemas.microsoft.com/office/drawing/2014/main" id="{CB541957-7D5A-4077-C827-50531E8CD83D}"/>
              </a:ext>
            </a:extLst>
          </p:cNvPr>
          <p:cNvSpPr/>
          <p:nvPr/>
        </p:nvSpPr>
        <p:spPr>
          <a:xfrm>
            <a:off x="5427920" y="495884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0" name="Rectangle 94">
            <a:extLst>
              <a:ext uri="{FF2B5EF4-FFF2-40B4-BE49-F238E27FC236}">
                <a16:creationId xmlns:a16="http://schemas.microsoft.com/office/drawing/2014/main" id="{554A989A-1320-EE59-5758-038453DE3A59}"/>
              </a:ext>
            </a:extLst>
          </p:cNvPr>
          <p:cNvSpPr/>
          <p:nvPr/>
        </p:nvSpPr>
        <p:spPr>
          <a:xfrm>
            <a:off x="5409408" y="4492832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Rectangle 94">
            <a:extLst>
              <a:ext uri="{FF2B5EF4-FFF2-40B4-BE49-F238E27FC236}">
                <a16:creationId xmlns:a16="http://schemas.microsoft.com/office/drawing/2014/main" id="{E4079D1C-56E0-C562-1C92-84F52EB936EC}"/>
              </a:ext>
            </a:extLst>
          </p:cNvPr>
          <p:cNvSpPr/>
          <p:nvPr/>
        </p:nvSpPr>
        <p:spPr>
          <a:xfrm>
            <a:off x="5427920" y="472793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Rectangle 93">
            <a:extLst>
              <a:ext uri="{FF2B5EF4-FFF2-40B4-BE49-F238E27FC236}">
                <a16:creationId xmlns:a16="http://schemas.microsoft.com/office/drawing/2014/main" id="{E22F02FC-4EE1-5142-5CF0-A014C926804B}"/>
              </a:ext>
            </a:extLst>
          </p:cNvPr>
          <p:cNvSpPr/>
          <p:nvPr/>
        </p:nvSpPr>
        <p:spPr>
          <a:xfrm>
            <a:off x="8280642" y="346549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3" name="Rectangle 93">
            <a:extLst>
              <a:ext uri="{FF2B5EF4-FFF2-40B4-BE49-F238E27FC236}">
                <a16:creationId xmlns:a16="http://schemas.microsoft.com/office/drawing/2014/main" id="{DC124CFB-3306-FFB0-4FE2-28B98758F200}"/>
              </a:ext>
            </a:extLst>
          </p:cNvPr>
          <p:cNvSpPr/>
          <p:nvPr/>
        </p:nvSpPr>
        <p:spPr>
          <a:xfrm>
            <a:off x="8280642" y="3685463"/>
            <a:ext cx="132155" cy="93240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4" name="Rectangle 93">
            <a:extLst>
              <a:ext uri="{FF2B5EF4-FFF2-40B4-BE49-F238E27FC236}">
                <a16:creationId xmlns:a16="http://schemas.microsoft.com/office/drawing/2014/main" id="{C0C68EEB-4BBC-26FA-EA73-CC023DE7DC61}"/>
              </a:ext>
            </a:extLst>
          </p:cNvPr>
          <p:cNvSpPr/>
          <p:nvPr/>
        </p:nvSpPr>
        <p:spPr>
          <a:xfrm>
            <a:off x="8280642" y="403813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5" name="Rectangle 94">
            <a:extLst>
              <a:ext uri="{FF2B5EF4-FFF2-40B4-BE49-F238E27FC236}">
                <a16:creationId xmlns:a16="http://schemas.microsoft.com/office/drawing/2014/main" id="{9849DA49-557B-9B57-CA42-32501CFB5D2D}"/>
              </a:ext>
            </a:extLst>
          </p:cNvPr>
          <p:cNvSpPr/>
          <p:nvPr/>
        </p:nvSpPr>
        <p:spPr>
          <a:xfrm>
            <a:off x="8280642" y="3835248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6" name="Rectangle 93">
            <a:extLst>
              <a:ext uri="{FF2B5EF4-FFF2-40B4-BE49-F238E27FC236}">
                <a16:creationId xmlns:a16="http://schemas.microsoft.com/office/drawing/2014/main" id="{737F07CC-1279-C906-963F-F6FC3BA4D12B}"/>
              </a:ext>
            </a:extLst>
          </p:cNvPr>
          <p:cNvSpPr/>
          <p:nvPr/>
        </p:nvSpPr>
        <p:spPr>
          <a:xfrm>
            <a:off x="8280642" y="4254102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7" name="Rectangle 93">
            <a:extLst>
              <a:ext uri="{FF2B5EF4-FFF2-40B4-BE49-F238E27FC236}">
                <a16:creationId xmlns:a16="http://schemas.microsoft.com/office/drawing/2014/main" id="{9541FC55-F959-7391-5A33-0165D062D10D}"/>
              </a:ext>
            </a:extLst>
          </p:cNvPr>
          <p:cNvSpPr/>
          <p:nvPr/>
        </p:nvSpPr>
        <p:spPr>
          <a:xfrm>
            <a:off x="8280642" y="4488449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8" name="Rectangle 94">
            <a:extLst>
              <a:ext uri="{FF2B5EF4-FFF2-40B4-BE49-F238E27FC236}">
                <a16:creationId xmlns:a16="http://schemas.microsoft.com/office/drawing/2014/main" id="{03281359-9B19-B68F-6CF4-2A83CF19004E}"/>
              </a:ext>
            </a:extLst>
          </p:cNvPr>
          <p:cNvSpPr/>
          <p:nvPr/>
        </p:nvSpPr>
        <p:spPr>
          <a:xfrm>
            <a:off x="8280642" y="4692601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09" name="Rectangle 93">
            <a:extLst>
              <a:ext uri="{FF2B5EF4-FFF2-40B4-BE49-F238E27FC236}">
                <a16:creationId xmlns:a16="http://schemas.microsoft.com/office/drawing/2014/main" id="{9154F758-3594-B70C-E0BF-8EE64C3E8725}"/>
              </a:ext>
            </a:extLst>
          </p:cNvPr>
          <p:cNvSpPr/>
          <p:nvPr/>
        </p:nvSpPr>
        <p:spPr>
          <a:xfrm>
            <a:off x="8280642" y="4891294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0" name="Rectangle 94">
            <a:extLst>
              <a:ext uri="{FF2B5EF4-FFF2-40B4-BE49-F238E27FC236}">
                <a16:creationId xmlns:a16="http://schemas.microsoft.com/office/drawing/2014/main" id="{9634FF81-8706-C465-0B0F-60F8EA97EC85}"/>
              </a:ext>
            </a:extLst>
          </p:cNvPr>
          <p:cNvSpPr/>
          <p:nvPr/>
        </p:nvSpPr>
        <p:spPr>
          <a:xfrm>
            <a:off x="8280642" y="5106090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1" name="Rectangle 93">
            <a:extLst>
              <a:ext uri="{FF2B5EF4-FFF2-40B4-BE49-F238E27FC236}">
                <a16:creationId xmlns:a16="http://schemas.microsoft.com/office/drawing/2014/main" id="{261B46FC-7487-30BE-3375-A1EA6F2298F9}"/>
              </a:ext>
            </a:extLst>
          </p:cNvPr>
          <p:cNvSpPr/>
          <p:nvPr/>
        </p:nvSpPr>
        <p:spPr>
          <a:xfrm>
            <a:off x="8280642" y="5335861"/>
            <a:ext cx="132155" cy="93239"/>
          </a:xfrm>
          <a:prstGeom prst="rect">
            <a:avLst/>
          </a:prstGeom>
          <a:solidFill>
            <a:srgbClr val="00B05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2" name="Rectangle 94">
            <a:extLst>
              <a:ext uri="{FF2B5EF4-FFF2-40B4-BE49-F238E27FC236}">
                <a16:creationId xmlns:a16="http://schemas.microsoft.com/office/drawing/2014/main" id="{ED90204F-5F53-0681-E0C6-2B15FE1E6656}"/>
              </a:ext>
            </a:extLst>
          </p:cNvPr>
          <p:cNvSpPr/>
          <p:nvPr/>
        </p:nvSpPr>
        <p:spPr>
          <a:xfrm>
            <a:off x="8280642" y="5550782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3" name="Rectangle 94">
            <a:extLst>
              <a:ext uri="{FF2B5EF4-FFF2-40B4-BE49-F238E27FC236}">
                <a16:creationId xmlns:a16="http://schemas.microsoft.com/office/drawing/2014/main" id="{873CC8C3-6C8A-BB9F-45F8-9D7426A561A7}"/>
              </a:ext>
            </a:extLst>
          </p:cNvPr>
          <p:cNvSpPr/>
          <p:nvPr/>
        </p:nvSpPr>
        <p:spPr>
          <a:xfrm>
            <a:off x="8280642" y="5756375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14" name="Rectangle 94">
            <a:extLst>
              <a:ext uri="{FF2B5EF4-FFF2-40B4-BE49-F238E27FC236}">
                <a16:creationId xmlns:a16="http://schemas.microsoft.com/office/drawing/2014/main" id="{5CEEAB81-D144-9E14-2F98-34D05CF8C91E}"/>
              </a:ext>
            </a:extLst>
          </p:cNvPr>
          <p:cNvSpPr/>
          <p:nvPr/>
        </p:nvSpPr>
        <p:spPr>
          <a:xfrm>
            <a:off x="8280642" y="5977009"/>
            <a:ext cx="132155" cy="93239"/>
          </a:xfrm>
          <a:prstGeom prst="rect">
            <a:avLst/>
          </a:prstGeom>
          <a:solidFill>
            <a:srgbClr val="FFC000"/>
          </a:solidFill>
          <a:ln w="12700">
            <a:miter lim="400000"/>
          </a:ln>
        </p:spPr>
        <p:txBody>
          <a:bodyPr lIns="144000" tIns="144000" rIns="144000" bIns="144000"/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769" name="Image 768">
            <a:extLst>
              <a:ext uri="{FF2B5EF4-FFF2-40B4-BE49-F238E27FC236}">
                <a16:creationId xmlns:a16="http://schemas.microsoft.com/office/drawing/2014/main" id="{887AE582-14EC-9A04-01D0-11F5605905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770" name="Rectangle 769">
            <a:extLst>
              <a:ext uri="{FF2B5EF4-FFF2-40B4-BE49-F238E27FC236}">
                <a16:creationId xmlns:a16="http://schemas.microsoft.com/office/drawing/2014/main" id="{DA1478FC-C28C-791D-564D-1D6F2DC1FE9C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0DC5828C-D3A1-A275-F2A6-5F25266BF3C0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72" name="Rectangle 771">
            <a:extLst>
              <a:ext uri="{FF2B5EF4-FFF2-40B4-BE49-F238E27FC236}">
                <a16:creationId xmlns:a16="http://schemas.microsoft.com/office/drawing/2014/main" id="{F4267A3B-D549-5EC3-519C-A477534D2C51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A4C2196B-ACAD-EB2D-DA5B-352F18CF779D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F5C0C8AE-0502-274A-F98D-F1C94D33620A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784" name="Graphique 783">
            <a:extLst>
              <a:ext uri="{FF2B5EF4-FFF2-40B4-BE49-F238E27FC236}">
                <a16:creationId xmlns:a16="http://schemas.microsoft.com/office/drawing/2014/main" id="{0436BDEE-7A4F-208B-049F-181B2B561E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785" name="Rectangle 784">
            <a:extLst>
              <a:ext uri="{FF2B5EF4-FFF2-40B4-BE49-F238E27FC236}">
                <a16:creationId xmlns:a16="http://schemas.microsoft.com/office/drawing/2014/main" id="{C027E13B-A57C-9C3F-D732-FF7EBA08BD67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86" name="Rectangle 785">
            <a:extLst>
              <a:ext uri="{FF2B5EF4-FFF2-40B4-BE49-F238E27FC236}">
                <a16:creationId xmlns:a16="http://schemas.microsoft.com/office/drawing/2014/main" id="{6A5CD940-7FD3-6667-2606-B5E10B8978AA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FB013AE6-471E-6CD7-DACB-25D509DEE862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2CD82FEC-A153-BAD1-AE4F-89448B823A20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131BC435-7728-FA64-C639-89B6996EEEB1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7997B255-9C30-E2EA-5C1F-8A5DA8BD9BCA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582323B-29E8-1056-CA20-4B7485ABDF8B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FD7FD6E2-E8AD-D5B3-5085-5A4CC1191972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38EE5253-4260-B0DB-5071-7B210D7A3519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9272269A-3D0C-2B7A-8E6F-34D3B8685CE2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7DFE8A3B-3E40-73E8-31BD-EE0F675C6A3B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8" name="Rectangle 797">
            <a:extLst>
              <a:ext uri="{FF2B5EF4-FFF2-40B4-BE49-F238E27FC236}">
                <a16:creationId xmlns:a16="http://schemas.microsoft.com/office/drawing/2014/main" id="{456ACCC6-C87D-BD1B-24F8-797BA343CAAB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99" name="Rectangle 798">
            <a:extLst>
              <a:ext uri="{FF2B5EF4-FFF2-40B4-BE49-F238E27FC236}">
                <a16:creationId xmlns:a16="http://schemas.microsoft.com/office/drawing/2014/main" id="{CA5DC6AF-A1C0-6924-0FB2-6BD5E54EF65D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00" name="Rectangle 799">
            <a:extLst>
              <a:ext uri="{FF2B5EF4-FFF2-40B4-BE49-F238E27FC236}">
                <a16:creationId xmlns:a16="http://schemas.microsoft.com/office/drawing/2014/main" id="{A43764A6-F7D1-CBAD-D64B-10DCBEADEAD7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01" name="Rectangle 800">
            <a:extLst>
              <a:ext uri="{FF2B5EF4-FFF2-40B4-BE49-F238E27FC236}">
                <a16:creationId xmlns:a16="http://schemas.microsoft.com/office/drawing/2014/main" id="{A060652B-6526-1B1D-AF8A-3DDB25598A21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806" name="Image 805">
            <a:extLst>
              <a:ext uri="{FF2B5EF4-FFF2-40B4-BE49-F238E27FC236}">
                <a16:creationId xmlns:a16="http://schemas.microsoft.com/office/drawing/2014/main" id="{BDDB9324-2E2C-1DC3-6DDC-D10D76CE64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pic>
        <p:nvPicPr>
          <p:cNvPr id="807" name="Image 806">
            <a:extLst>
              <a:ext uri="{FF2B5EF4-FFF2-40B4-BE49-F238E27FC236}">
                <a16:creationId xmlns:a16="http://schemas.microsoft.com/office/drawing/2014/main" id="{2782611E-F74D-B16D-7BC8-DC17BE70EDB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424" y="1729743"/>
            <a:ext cx="464634" cy="448955"/>
          </a:xfrm>
          <a:prstGeom prst="rect">
            <a:avLst/>
          </a:prstGeom>
        </p:spPr>
      </p:pic>
      <p:sp>
        <p:nvSpPr>
          <p:cNvPr id="808" name="Rectangle 807">
            <a:extLst>
              <a:ext uri="{FF2B5EF4-FFF2-40B4-BE49-F238E27FC236}">
                <a16:creationId xmlns:a16="http://schemas.microsoft.com/office/drawing/2014/main" id="{9AC20553-9485-A816-C673-50584B8F59B4}"/>
              </a:ext>
            </a:extLst>
          </p:cNvPr>
          <p:cNvSpPr/>
          <p:nvPr/>
        </p:nvSpPr>
        <p:spPr>
          <a:xfrm>
            <a:off x="3139227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09" name="Rectangle 808">
            <a:extLst>
              <a:ext uri="{FF2B5EF4-FFF2-40B4-BE49-F238E27FC236}">
                <a16:creationId xmlns:a16="http://schemas.microsoft.com/office/drawing/2014/main" id="{01AD76AD-0330-1865-C483-64004AC1CCAE}"/>
              </a:ext>
            </a:extLst>
          </p:cNvPr>
          <p:cNvSpPr/>
          <p:nvPr/>
        </p:nvSpPr>
        <p:spPr>
          <a:xfrm>
            <a:off x="3868772" y="222839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10" name="Rectangle 809">
            <a:extLst>
              <a:ext uri="{FF2B5EF4-FFF2-40B4-BE49-F238E27FC236}">
                <a16:creationId xmlns:a16="http://schemas.microsoft.com/office/drawing/2014/main" id="{71001179-AE10-9E1A-1E0F-AA29088DF1B5}"/>
              </a:ext>
            </a:extLst>
          </p:cNvPr>
          <p:cNvSpPr/>
          <p:nvPr/>
        </p:nvSpPr>
        <p:spPr>
          <a:xfrm>
            <a:off x="4603327" y="2222298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11" name="Rectangle 810">
            <a:extLst>
              <a:ext uri="{FF2B5EF4-FFF2-40B4-BE49-F238E27FC236}">
                <a16:creationId xmlns:a16="http://schemas.microsoft.com/office/drawing/2014/main" id="{C1B2DF4B-A03C-E64F-B4DE-4A974E70F2CE}"/>
              </a:ext>
            </a:extLst>
          </p:cNvPr>
          <p:cNvSpPr/>
          <p:nvPr/>
        </p:nvSpPr>
        <p:spPr>
          <a:xfrm>
            <a:off x="5332872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12" name="Rectangle 811">
            <a:extLst>
              <a:ext uri="{FF2B5EF4-FFF2-40B4-BE49-F238E27FC236}">
                <a16:creationId xmlns:a16="http://schemas.microsoft.com/office/drawing/2014/main" id="{C87684EB-F420-297F-F1D2-8569C031EF9A}"/>
              </a:ext>
            </a:extLst>
          </p:cNvPr>
          <p:cNvSpPr/>
          <p:nvPr/>
        </p:nvSpPr>
        <p:spPr>
          <a:xfrm>
            <a:off x="6061726" y="223449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813" name="Image 812">
            <a:extLst>
              <a:ext uri="{FF2B5EF4-FFF2-40B4-BE49-F238E27FC236}">
                <a16:creationId xmlns:a16="http://schemas.microsoft.com/office/drawing/2014/main" id="{1CD83223-E1CB-D2C9-5AC4-0A05A22AC57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76656" y="2228005"/>
            <a:ext cx="222863" cy="278579"/>
          </a:xfrm>
          <a:prstGeom prst="rect">
            <a:avLst/>
          </a:prstGeom>
        </p:spPr>
      </p:pic>
      <p:pic>
        <p:nvPicPr>
          <p:cNvPr id="814" name="Image 813">
            <a:extLst>
              <a:ext uri="{FF2B5EF4-FFF2-40B4-BE49-F238E27FC236}">
                <a16:creationId xmlns:a16="http://schemas.microsoft.com/office/drawing/2014/main" id="{6A6CF522-1699-23DA-2485-3B577B63E8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7026" y="2201977"/>
            <a:ext cx="296513" cy="298061"/>
          </a:xfrm>
          <a:prstGeom prst="rect">
            <a:avLst/>
          </a:prstGeom>
        </p:spPr>
      </p:pic>
      <p:pic>
        <p:nvPicPr>
          <p:cNvPr id="820" name="Graphique 819">
            <a:extLst>
              <a:ext uri="{FF2B5EF4-FFF2-40B4-BE49-F238E27FC236}">
                <a16:creationId xmlns:a16="http://schemas.microsoft.com/office/drawing/2014/main" id="{FC3F0FD0-334A-A535-729B-51B60670B0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5040" y="2732750"/>
            <a:ext cx="211222" cy="211222"/>
          </a:xfrm>
          <a:prstGeom prst="rect">
            <a:avLst/>
          </a:prstGeom>
        </p:spPr>
      </p:pic>
      <p:sp>
        <p:nvSpPr>
          <p:cNvPr id="821" name="ZoneTexte 820">
            <a:extLst>
              <a:ext uri="{FF2B5EF4-FFF2-40B4-BE49-F238E27FC236}">
                <a16:creationId xmlns:a16="http://schemas.microsoft.com/office/drawing/2014/main" id="{0571C47A-1526-DCDA-2E5D-AB14AB70405B}"/>
              </a:ext>
            </a:extLst>
          </p:cNvPr>
          <p:cNvSpPr txBox="1"/>
          <p:nvPr/>
        </p:nvSpPr>
        <p:spPr>
          <a:xfrm>
            <a:off x="2881791" y="2767753"/>
            <a:ext cx="272645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Hors compétitions officielles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schemas.microsoft.com/office/infopath/2007/PartnerControls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1d40e6f8-d294-4e0a-a4ec-60755aee44ca"/>
    <ds:schemaRef ds:uri="http://schemas.openxmlformats.org/package/2006/metadata/core-properties"/>
    <ds:schemaRef ds:uri="d2aa4942-3767-4fb4-b828-61a76fcbf9d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3E86AE-3390-4540-AD57-F04A3FF2C0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40e6f8-d294-4e0a-a4ec-60755aee44ca"/>
    <ds:schemaRef ds:uri="d2aa4942-3767-4fb4-b828-61a76fcbf9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</TotalTime>
  <Words>185</Words>
  <Application>Microsoft Macintosh PowerPoint</Application>
  <PresentationFormat>Grand écran</PresentationFormat>
  <Paragraphs>62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4</cp:revision>
  <dcterms:created xsi:type="dcterms:W3CDTF">2026-08-04T15:47:57Z</dcterms:created>
  <dcterms:modified xsi:type="dcterms:W3CDTF">2026-08-06T07:41:21Z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  <property fmtid="{D5CDD505-2E9C-101B-9397-08002B2CF9AE}" pid="3" name="MediaServiceImageTags">
    <vt:lpwstr/>
  </property>
</Properties>
</file>