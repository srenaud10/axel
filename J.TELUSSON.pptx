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85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54D"/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7F8B14-1B4A-8F48-98D1-31C2A2AE1D6B}" v="1" dt="2026-08-06T07:37:49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 showGuides="1">
      <p:cViewPr varScale="1">
        <p:scale>
          <a:sx n="105" d="100"/>
          <a:sy n="105" d="100"/>
        </p:scale>
        <p:origin x="472" y="5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undo custSel modSld">
      <pc:chgData name="Lucas Genty" userId="0ff89410-5e71-4be0-bd77-4c071ba329e4" providerId="ADAL" clId="{299A151C-5B74-5660-9229-42BC38DFE690}" dt="2026-08-06T07:38:10.497" v="28" actId="20577"/>
      <pc:docMkLst>
        <pc:docMk/>
      </pc:docMkLst>
      <pc:sldChg chg="addSp delSp modSp mod">
        <pc:chgData name="Lucas Genty" userId="0ff89410-5e71-4be0-bd77-4c071ba329e4" providerId="ADAL" clId="{299A151C-5B74-5660-9229-42BC38DFE690}" dt="2026-08-06T07:38:10.497" v="28" actId="20577"/>
        <pc:sldMkLst>
          <pc:docMk/>
          <pc:sldMk cId="2523577696" sldId="285"/>
        </pc:sldMkLst>
        <pc:spChg chg="add mod">
          <ac:chgData name="Lucas Genty" userId="0ff89410-5e71-4be0-bd77-4c071ba329e4" providerId="ADAL" clId="{299A151C-5B74-5660-9229-42BC38DFE690}" dt="2026-08-06T07:37:55.206" v="17" actId="20577"/>
          <ac:spMkLst>
            <pc:docMk/>
            <pc:sldMk cId="2523577696" sldId="285"/>
            <ac:spMk id="4" creationId="{A5501718-8F44-8CFC-9471-10CB0F5CFF06}"/>
          </ac:spMkLst>
        </pc:spChg>
        <pc:spChg chg="add mod">
          <ac:chgData name="Lucas Genty" userId="0ff89410-5e71-4be0-bd77-4c071ba329e4" providerId="ADAL" clId="{299A151C-5B74-5660-9229-42BC38DFE690}" dt="2026-08-06T07:37:49.841" v="7"/>
          <ac:spMkLst>
            <pc:docMk/>
            <pc:sldMk cId="2523577696" sldId="285"/>
            <ac:spMk id="22" creationId="{525B31B7-7614-D924-A601-C519A63717F0}"/>
          </ac:spMkLst>
        </pc:spChg>
        <pc:spChg chg="add mod">
          <ac:chgData name="Lucas Genty" userId="0ff89410-5e71-4be0-bd77-4c071ba329e4" providerId="ADAL" clId="{299A151C-5B74-5660-9229-42BC38DFE690}" dt="2026-08-06T07:38:03.748" v="22" actId="20577"/>
          <ac:spMkLst>
            <pc:docMk/>
            <pc:sldMk cId="2523577696" sldId="285"/>
            <ac:spMk id="23" creationId="{98DDE0F8-A60F-83E3-2FCA-68937F424041}"/>
          </ac:spMkLst>
        </pc:spChg>
        <pc:spChg chg="del">
          <ac:chgData name="Lucas Genty" userId="0ff89410-5e71-4be0-bd77-4c071ba329e4" providerId="ADAL" clId="{299A151C-5B74-5660-9229-42BC38DFE690}" dt="2026-08-06T07:37:49.321" v="6" actId="478"/>
          <ac:spMkLst>
            <pc:docMk/>
            <pc:sldMk cId="2523577696" sldId="285"/>
            <ac:spMk id="31" creationId="{655539A4-EB08-5921-5699-11AF5A70D403}"/>
          </ac:spMkLst>
        </pc:spChg>
        <pc:spChg chg="del">
          <ac:chgData name="Lucas Genty" userId="0ff89410-5e71-4be0-bd77-4c071ba329e4" providerId="ADAL" clId="{299A151C-5B74-5660-9229-42BC38DFE690}" dt="2026-08-06T07:37:49.321" v="6" actId="478"/>
          <ac:spMkLst>
            <pc:docMk/>
            <pc:sldMk cId="2523577696" sldId="285"/>
            <ac:spMk id="37" creationId="{B769FD55-5F14-F709-6DF6-AC1BFA0D14E2}"/>
          </ac:spMkLst>
        </pc:spChg>
        <pc:spChg chg="del">
          <ac:chgData name="Lucas Genty" userId="0ff89410-5e71-4be0-bd77-4c071ba329e4" providerId="ADAL" clId="{299A151C-5B74-5660-9229-42BC38DFE690}" dt="2026-08-06T07:37:49.321" v="6" actId="478"/>
          <ac:spMkLst>
            <pc:docMk/>
            <pc:sldMk cId="2523577696" sldId="285"/>
            <ac:spMk id="40" creationId="{FD063836-3520-95C1-4B7C-B79F8E755B60}"/>
          </ac:spMkLst>
        </pc:spChg>
        <pc:spChg chg="del">
          <ac:chgData name="Lucas Genty" userId="0ff89410-5e71-4be0-bd77-4c071ba329e4" providerId="ADAL" clId="{299A151C-5B74-5660-9229-42BC38DFE690}" dt="2026-08-06T07:37:49.321" v="6" actId="478"/>
          <ac:spMkLst>
            <pc:docMk/>
            <pc:sldMk cId="2523577696" sldId="285"/>
            <ac:spMk id="41" creationId="{AD7F1876-6032-FB7F-22BD-E4261C2E71E4}"/>
          </ac:spMkLst>
        </pc:spChg>
        <pc:spChg chg="add mod">
          <ac:chgData name="Lucas Genty" userId="0ff89410-5e71-4be0-bd77-4c071ba329e4" providerId="ADAL" clId="{299A151C-5B74-5660-9229-42BC38DFE690}" dt="2026-08-06T07:38:10.497" v="28" actId="20577"/>
          <ac:spMkLst>
            <pc:docMk/>
            <pc:sldMk cId="2523577696" sldId="285"/>
            <ac:spMk id="54" creationId="{71F1F0BC-9D2F-4079-5A01-A06C3CAB76B1}"/>
          </ac:spMkLst>
        </pc:spChg>
        <pc:spChg chg="mod">
          <ac:chgData name="Lucas Genty" userId="0ff89410-5e71-4be0-bd77-4c071ba329e4" providerId="ADAL" clId="{299A151C-5B74-5660-9229-42BC38DFE690}" dt="2026-08-06T07:16:38.840" v="1" actId="1076"/>
          <ac:spMkLst>
            <pc:docMk/>
            <pc:sldMk cId="2523577696" sldId="285"/>
            <ac:spMk id="114" creationId="{80FD1F6B-EFD5-186B-9888-C863452D821A}"/>
          </ac:spMkLst>
        </pc:spChg>
        <pc:spChg chg="mod">
          <ac:chgData name="Lucas Genty" userId="0ff89410-5e71-4be0-bd77-4c071ba329e4" providerId="ADAL" clId="{299A151C-5B74-5660-9229-42BC38DFE690}" dt="2026-08-06T07:17:09.073" v="3" actId="1076"/>
          <ac:spMkLst>
            <pc:docMk/>
            <pc:sldMk cId="2523577696" sldId="285"/>
            <ac:spMk id="121" creationId="{1F011C35-0608-EE8D-D1BA-34472FB975FA}"/>
          </ac:spMkLst>
        </pc:spChg>
        <pc:spChg chg="mod">
          <ac:chgData name="Lucas Genty" userId="0ff89410-5e71-4be0-bd77-4c071ba329e4" providerId="ADAL" clId="{299A151C-5B74-5660-9229-42BC38DFE690}" dt="2026-08-06T07:17:11.398" v="4" actId="1076"/>
          <ac:spMkLst>
            <pc:docMk/>
            <pc:sldMk cId="2523577696" sldId="285"/>
            <ac:spMk id="122" creationId="{FF6701BA-698E-E472-F751-577397231057}"/>
          </ac:spMkLst>
        </pc:spChg>
        <pc:spChg chg="mod">
          <ac:chgData name="Lucas Genty" userId="0ff89410-5e71-4be0-bd77-4c071ba329e4" providerId="ADAL" clId="{299A151C-5B74-5660-9229-42BC38DFE690}" dt="2026-08-06T07:17:06.732" v="2" actId="1076"/>
          <ac:spMkLst>
            <pc:docMk/>
            <pc:sldMk cId="2523577696" sldId="285"/>
            <ac:spMk id="143" creationId="{6C504106-9986-CC33-EC49-B1830518071E}"/>
          </ac:spMkLst>
        </pc:spChg>
        <pc:spChg chg="del">
          <ac:chgData name="Lucas Genty" userId="0ff89410-5e71-4be0-bd77-4c071ba329e4" providerId="ADAL" clId="{299A151C-5B74-5660-9229-42BC38DFE690}" dt="2026-08-06T07:17:23.333" v="5" actId="478"/>
          <ac:spMkLst>
            <pc:docMk/>
            <pc:sldMk cId="2523577696" sldId="285"/>
            <ac:spMk id="144" creationId="{DCB4CC42-97C0-3C4A-8C77-095E233E44DB}"/>
          </ac:spMkLst>
        </pc:spChg>
        <pc:spChg chg="del">
          <ac:chgData name="Lucas Genty" userId="0ff89410-5e71-4be0-bd77-4c071ba329e4" providerId="ADAL" clId="{299A151C-5B74-5660-9229-42BC38DFE690}" dt="2026-08-06T07:17:23.333" v="5" actId="478"/>
          <ac:spMkLst>
            <pc:docMk/>
            <pc:sldMk cId="2523577696" sldId="285"/>
            <ac:spMk id="147" creationId="{F0FE2C7A-7B47-8BF8-E368-34DEA198A73B}"/>
          </ac:spMkLst>
        </pc:spChg>
        <pc:spChg chg="del">
          <ac:chgData name="Lucas Genty" userId="0ff89410-5e71-4be0-bd77-4c071ba329e4" providerId="ADAL" clId="{299A151C-5B74-5660-9229-42BC38DFE690}" dt="2026-08-06T07:17:23.333" v="5" actId="478"/>
          <ac:spMkLst>
            <pc:docMk/>
            <pc:sldMk cId="2523577696" sldId="285"/>
            <ac:spMk id="149" creationId="{E6F00167-97B7-4DA2-5667-8616B18AF760}"/>
          </ac:spMkLst>
        </pc:spChg>
        <pc:spChg chg="del">
          <ac:chgData name="Lucas Genty" userId="0ff89410-5e71-4be0-bd77-4c071ba329e4" providerId="ADAL" clId="{299A151C-5B74-5660-9229-42BC38DFE690}" dt="2026-08-06T07:17:23.333" v="5" actId="478"/>
          <ac:spMkLst>
            <pc:docMk/>
            <pc:sldMk cId="2523577696" sldId="285"/>
            <ac:spMk id="152" creationId="{88C1636F-46C6-606C-7999-212AF8D944FE}"/>
          </ac:spMkLst>
        </pc:spChg>
        <pc:spChg chg="del">
          <ac:chgData name="Lucas Genty" userId="0ff89410-5e71-4be0-bd77-4c071ba329e4" providerId="ADAL" clId="{299A151C-5B74-5660-9229-42BC38DFE690}" dt="2026-08-06T07:17:23.333" v="5" actId="478"/>
          <ac:spMkLst>
            <pc:docMk/>
            <pc:sldMk cId="2523577696" sldId="285"/>
            <ac:spMk id="153" creationId="{B270DB01-AA0E-B44A-415D-8FE0080A738D}"/>
          </ac:spMkLst>
        </pc:spChg>
        <pc:spChg chg="del">
          <ac:chgData name="Lucas Genty" userId="0ff89410-5e71-4be0-bd77-4c071ba329e4" providerId="ADAL" clId="{299A151C-5B74-5660-9229-42BC38DFE690}" dt="2026-08-06T07:17:23.333" v="5" actId="478"/>
          <ac:spMkLst>
            <pc:docMk/>
            <pc:sldMk cId="2523577696" sldId="285"/>
            <ac:spMk id="155" creationId="{0286F5A4-553D-4D04-0CE6-C2D42783049B}"/>
          </ac:spMkLst>
        </pc:spChg>
        <pc:spChg chg="del">
          <ac:chgData name="Lucas Genty" userId="0ff89410-5e71-4be0-bd77-4c071ba329e4" providerId="ADAL" clId="{299A151C-5B74-5660-9229-42BC38DFE690}" dt="2026-08-06T07:17:23.333" v="5" actId="478"/>
          <ac:spMkLst>
            <pc:docMk/>
            <pc:sldMk cId="2523577696" sldId="285"/>
            <ac:spMk id="156" creationId="{C82CA31A-46DB-9B96-3687-1A9AEA24C1FC}"/>
          </ac:spMkLst>
        </pc:spChg>
        <pc:spChg chg="del">
          <ac:chgData name="Lucas Genty" userId="0ff89410-5e71-4be0-bd77-4c071ba329e4" providerId="ADAL" clId="{299A151C-5B74-5660-9229-42BC38DFE690}" dt="2026-08-06T07:17:23.333" v="5" actId="478"/>
          <ac:spMkLst>
            <pc:docMk/>
            <pc:sldMk cId="2523577696" sldId="285"/>
            <ac:spMk id="157" creationId="{1E11E070-8735-6B01-5C50-2A0999DEE947}"/>
          </ac:spMkLst>
        </pc:spChg>
        <pc:spChg chg="del">
          <ac:chgData name="Lucas Genty" userId="0ff89410-5e71-4be0-bd77-4c071ba329e4" providerId="ADAL" clId="{299A151C-5B74-5660-9229-42BC38DFE690}" dt="2026-08-06T07:17:23.333" v="5" actId="478"/>
          <ac:spMkLst>
            <pc:docMk/>
            <pc:sldMk cId="2523577696" sldId="285"/>
            <ac:spMk id="158" creationId="{8070424A-6CAB-8485-F71F-681B3F207105}"/>
          </ac:spMkLst>
        </pc:spChg>
        <pc:spChg chg="del">
          <ac:chgData name="Lucas Genty" userId="0ff89410-5e71-4be0-bd77-4c071ba329e4" providerId="ADAL" clId="{299A151C-5B74-5660-9229-42BC38DFE690}" dt="2026-08-06T07:17:23.333" v="5" actId="478"/>
          <ac:spMkLst>
            <pc:docMk/>
            <pc:sldMk cId="2523577696" sldId="285"/>
            <ac:spMk id="160" creationId="{FCD4325A-1AD0-5E1A-F418-6C0E48726994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707C-E44D-A9BA-0D08C4FE70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JAH MASON TELUSSON– </a:t>
            </a:r>
            <a:r>
              <a:rPr lang="fr-FR" dirty="0"/>
              <a:t>2008</a:t>
            </a:r>
          </a:p>
          <a:p>
            <a:r>
              <a:rPr lang="fr-FR" noProof="0" dirty="0"/>
              <a:t>SAISON 2026/2027</a:t>
            </a:r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6CD1-F9F1-E9A2-49D7-858E04E6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raphique 26">
            <a:extLst>
              <a:ext uri="{FF2B5EF4-FFF2-40B4-BE49-F238E27FC236}">
                <a16:creationId xmlns:a16="http://schemas.microsoft.com/office/drawing/2014/main" id="{8ECD2657-1E04-BAFF-F4AC-F07DE44F016D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28EF2668-1B5E-5A78-E605-FBB8F72B2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D2C8D93-1FB5-A62F-6137-9AEE9C7FD788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E2E43A92-1207-9ABC-D0BB-81276EF71F26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C2E8DD4-F417-EFCC-16A3-6CA2C2684A5E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80813509-32B7-4AC0-5819-7EE5056F2769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2D6CD09-8E2E-30D9-407C-59FEEB4A3482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266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3FF50C31-8705-1E33-B81B-48CBC8A6675C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AE9C2F71-DFCC-04CE-0D06-6AE05486B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87AC5F6C-BB56-032E-46F9-206303FBD30D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858C334-BA60-5A30-E795-337397AAF63E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DE54BE8E-1EF9-B275-5FD9-41833AF492C4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09C91104-F458-5E09-C78F-9CE2D719164D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1DDBD691-4045-8A28-1374-BB0A30C85226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33E8CC36-7F6B-1D8D-25BD-75125B84A0A0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7BC92DC-E0E1-AF4B-4A8A-74FB0CAFEA53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DAE3EB57-9F84-6021-F541-8E7C43588997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DA649F17-D406-7AC3-17A6-791C55DE7BD4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710AC65A-990B-68CC-2828-6D57F712B52D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820C513E-A403-BDBA-C8AA-67E51142F0B4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0148D301-E451-E6A4-2F77-84E8F8CACC67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B0391404-6B98-D95F-9074-8D0ED013A01A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550A7F3-AB95-36E9-F1E3-F8CA54882FAE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AA5EAA3-FFCD-8EDC-3C64-A4C8DB45289E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1B2FF96-4B79-C9EC-E657-1C13FBE72E84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64C6072-7A33-5A41-C07E-BD98AC589317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C8ED3D4-E071-EF13-8F3A-9BEC38045BA6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3163C77-EFF0-FC5D-D351-A57B83E02315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68634E-FA04-DBDB-38C6-9FDC6E4DB93D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8D92854-5F72-BEC9-08AB-FAE5F0BA3F6E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74BA2F9-0BCB-672F-49B8-C26A84AC6503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AFA8D4B-8189-BE58-D461-70FFBC24AE46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C3F7BDA-80BA-953E-C8CC-57CB99E9F61A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76FF3B73-D039-2041-F6D8-69D0B66353BE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DF7F279-F065-C81D-F429-AAE0214FD3F0}"/>
              </a:ext>
            </a:extLst>
          </p:cNvPr>
          <p:cNvSpPr/>
          <p:nvPr/>
        </p:nvSpPr>
        <p:spPr>
          <a:xfrm>
            <a:off x="2744664" y="3158284"/>
            <a:ext cx="2719446" cy="304145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6A450459-001F-CEAC-BB0B-FD2C99E39E1E}"/>
              </a:ext>
            </a:extLst>
          </p:cNvPr>
          <p:cNvSpPr txBox="1"/>
          <p:nvPr/>
        </p:nvSpPr>
        <p:spPr>
          <a:xfrm>
            <a:off x="2780878" y="3177496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3A1DBC0-68F2-3A35-34E3-C9C2FEC9944B}"/>
              </a:ext>
            </a:extLst>
          </p:cNvPr>
          <p:cNvSpPr/>
          <p:nvPr/>
        </p:nvSpPr>
        <p:spPr>
          <a:xfrm>
            <a:off x="5570160" y="3154311"/>
            <a:ext cx="2719446" cy="304145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0FD1F6B-EFD5-186B-9888-C863452D821A}"/>
              </a:ext>
            </a:extLst>
          </p:cNvPr>
          <p:cNvSpPr/>
          <p:nvPr/>
        </p:nvSpPr>
        <p:spPr>
          <a:xfrm>
            <a:off x="8395656" y="3158284"/>
            <a:ext cx="2719446" cy="304145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EC1F3198-23CE-2A34-A976-F394AE65FD6E}"/>
              </a:ext>
            </a:extLst>
          </p:cNvPr>
          <p:cNvSpPr txBox="1"/>
          <p:nvPr/>
        </p:nvSpPr>
        <p:spPr>
          <a:xfrm>
            <a:off x="5608257" y="3189688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93493CB3-143C-892F-2A25-A065C75C8F38}"/>
              </a:ext>
            </a:extLst>
          </p:cNvPr>
          <p:cNvSpPr txBox="1"/>
          <p:nvPr/>
        </p:nvSpPr>
        <p:spPr>
          <a:xfrm>
            <a:off x="8431870" y="3189688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5047ABEC-24F5-849A-F4AA-617A2CF2CBE3}"/>
              </a:ext>
            </a:extLst>
          </p:cNvPr>
          <p:cNvSpPr txBox="1"/>
          <p:nvPr/>
        </p:nvSpPr>
        <p:spPr>
          <a:xfrm>
            <a:off x="2980569" y="353423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F011C35-0608-EE8D-D1BA-34472FB975FA}"/>
              </a:ext>
            </a:extLst>
          </p:cNvPr>
          <p:cNvSpPr/>
          <p:nvPr/>
        </p:nvSpPr>
        <p:spPr>
          <a:xfrm>
            <a:off x="4318444" y="3228970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F6701BA-698E-E472-F751-577397231057}"/>
              </a:ext>
            </a:extLst>
          </p:cNvPr>
          <p:cNvSpPr/>
          <p:nvPr/>
        </p:nvSpPr>
        <p:spPr>
          <a:xfrm>
            <a:off x="4550871" y="3245563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68F7038E-3076-1327-F4DE-0FFF78B6DA89}"/>
              </a:ext>
            </a:extLst>
          </p:cNvPr>
          <p:cNvSpPr txBox="1"/>
          <p:nvPr/>
        </p:nvSpPr>
        <p:spPr>
          <a:xfrm>
            <a:off x="2980569" y="376035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021B2C4B-E53F-701A-7DD1-823739236C75}"/>
              </a:ext>
            </a:extLst>
          </p:cNvPr>
          <p:cNvSpPr txBox="1"/>
          <p:nvPr/>
        </p:nvSpPr>
        <p:spPr>
          <a:xfrm>
            <a:off x="2980569" y="399809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AC3720A5-7CA6-D1A8-16E1-951BB1BF91E5}"/>
              </a:ext>
            </a:extLst>
          </p:cNvPr>
          <p:cNvSpPr txBox="1"/>
          <p:nvPr/>
        </p:nvSpPr>
        <p:spPr>
          <a:xfrm>
            <a:off x="5765487" y="374292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Pressing 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947569B5-3926-0AA2-B3C7-223C35BBD9AC}"/>
              </a:ext>
            </a:extLst>
          </p:cNvPr>
          <p:cNvSpPr txBox="1"/>
          <p:nvPr/>
        </p:nvSpPr>
        <p:spPr>
          <a:xfrm>
            <a:off x="8665446" y="3472522"/>
            <a:ext cx="258639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Compréhension des espaces à utiliser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75AF3362-F169-169D-99E5-1DBA92F51F37}"/>
              </a:ext>
            </a:extLst>
          </p:cNvPr>
          <p:cNvSpPr txBox="1"/>
          <p:nvPr/>
        </p:nvSpPr>
        <p:spPr>
          <a:xfrm>
            <a:off x="8659351" y="370757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S’associer a ses partenaires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404D59F2-43AE-3553-3501-0A12DCE58320}"/>
              </a:ext>
            </a:extLst>
          </p:cNvPr>
          <p:cNvSpPr txBox="1"/>
          <p:nvPr/>
        </p:nvSpPr>
        <p:spPr>
          <a:xfrm>
            <a:off x="5765487" y="353306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Fermer les lignes de passes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8DD7947B-D49F-2CD4-E50C-7D0B5FF07E92}"/>
              </a:ext>
            </a:extLst>
          </p:cNvPr>
          <p:cNvSpPr txBox="1"/>
          <p:nvPr/>
        </p:nvSpPr>
        <p:spPr>
          <a:xfrm>
            <a:off x="8659351" y="395915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EC584359-4B73-0B54-C757-B1599F7AF824}"/>
              </a:ext>
            </a:extLst>
          </p:cNvPr>
          <p:cNvSpPr txBox="1"/>
          <p:nvPr/>
        </p:nvSpPr>
        <p:spPr>
          <a:xfrm>
            <a:off x="2980568" y="4236333"/>
            <a:ext cx="2536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D66013AA-1689-0E8D-3CFC-FCA6B5EB7D4E}"/>
              </a:ext>
            </a:extLst>
          </p:cNvPr>
          <p:cNvSpPr txBox="1"/>
          <p:nvPr/>
        </p:nvSpPr>
        <p:spPr>
          <a:xfrm>
            <a:off x="2986665" y="446188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9BDFC286-A163-22DD-675C-93F279D14CBD}"/>
              </a:ext>
            </a:extLst>
          </p:cNvPr>
          <p:cNvSpPr txBox="1"/>
          <p:nvPr/>
        </p:nvSpPr>
        <p:spPr>
          <a:xfrm>
            <a:off x="2986665" y="468743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Efficacité en 1c1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2D2F8DAB-C5EC-8084-9062-4DB51FEEF73C}"/>
              </a:ext>
            </a:extLst>
          </p:cNvPr>
          <p:cNvSpPr txBox="1"/>
          <p:nvPr/>
        </p:nvSpPr>
        <p:spPr>
          <a:xfrm>
            <a:off x="8659351" y="419468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99CB4E0E-C59D-3D9D-0625-4726A7C9B732}"/>
              </a:ext>
            </a:extLst>
          </p:cNvPr>
          <p:cNvSpPr txBox="1"/>
          <p:nvPr/>
        </p:nvSpPr>
        <p:spPr>
          <a:xfrm>
            <a:off x="2986665" y="489426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Avant dernière et dernière passe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097DC7CF-003A-772A-AF34-5225477C36D1}"/>
              </a:ext>
            </a:extLst>
          </p:cNvPr>
          <p:cNvSpPr txBox="1"/>
          <p:nvPr/>
        </p:nvSpPr>
        <p:spPr>
          <a:xfrm>
            <a:off x="2997551" y="512286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Finition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119B3A0B-EF06-B5A0-CB6D-A70FEB47BF80}"/>
              </a:ext>
            </a:extLst>
          </p:cNvPr>
          <p:cNvSpPr txBox="1"/>
          <p:nvPr/>
        </p:nvSpPr>
        <p:spPr>
          <a:xfrm>
            <a:off x="2997551" y="534058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Attaque du but / de la surface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932930AC-6F08-7E3F-9EE2-CBB34E9151CE}"/>
              </a:ext>
            </a:extLst>
          </p:cNvPr>
          <p:cNvSpPr txBox="1"/>
          <p:nvPr/>
        </p:nvSpPr>
        <p:spPr>
          <a:xfrm>
            <a:off x="8647237" y="442618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Fermeture sur centre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E5DE5BCA-1B4B-3021-D74A-FDC70AA38DDD}"/>
              </a:ext>
            </a:extLst>
          </p:cNvPr>
          <p:cNvSpPr txBox="1"/>
          <p:nvPr/>
        </p:nvSpPr>
        <p:spPr>
          <a:xfrm>
            <a:off x="8647237" y="466303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7E230991-F2FE-182E-030B-AE5DF40F74EC}"/>
              </a:ext>
            </a:extLst>
          </p:cNvPr>
          <p:cNvSpPr txBox="1"/>
          <p:nvPr/>
        </p:nvSpPr>
        <p:spPr>
          <a:xfrm>
            <a:off x="5773408" y="395546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Aide défensive à son latéral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618ED907-2CE8-D666-26DF-D26B046BC4A2}"/>
              </a:ext>
            </a:extLst>
          </p:cNvPr>
          <p:cNvSpPr txBox="1"/>
          <p:nvPr/>
        </p:nvSpPr>
        <p:spPr>
          <a:xfrm>
            <a:off x="2997551" y="555524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de centre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13F61E17-C92E-8DB0-6492-0FAC9643CC3E}"/>
              </a:ext>
            </a:extLst>
          </p:cNvPr>
          <p:cNvSpPr txBox="1"/>
          <p:nvPr/>
        </p:nvSpPr>
        <p:spPr>
          <a:xfrm>
            <a:off x="2997551" y="579777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353762A0-6B67-E966-35BE-DF73891EAE45}"/>
              </a:ext>
            </a:extLst>
          </p:cNvPr>
          <p:cNvSpPr txBox="1"/>
          <p:nvPr/>
        </p:nvSpPr>
        <p:spPr>
          <a:xfrm>
            <a:off x="2997551" y="601805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Vitesse d’enchainement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6C504106-9986-CC33-EC49-B1830518071E}"/>
              </a:ext>
            </a:extLst>
          </p:cNvPr>
          <p:cNvSpPr/>
          <p:nvPr/>
        </p:nvSpPr>
        <p:spPr>
          <a:xfrm>
            <a:off x="4121909" y="3226202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B22FC59-DE1A-3E8F-C94F-5B873156B2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82193E-4E3F-F257-D8C7-91BA61BF7788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407800-ECA9-1A13-9F01-776A316774E0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99C1AC-FD8D-3D9B-2E09-3170700D06C7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5CC490-7FAB-29BA-9E65-CA5E2AC57386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206DB7-83B4-87E1-714C-0BF7D2CE3FD0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DCD62813-A536-60F3-C6BB-5A48E2CD9C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BDC4A2D1-6869-A509-9D56-F743B90582D6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7BDC55F-BF0C-C970-2EBE-5D3C4D602D65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A0C182D-5F6F-1E5A-D478-7451780A078F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BBE27AD-9466-77AE-78A9-0A3AAAAE6BDA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55B9CF-7366-5ED7-0781-A693D4BCD9EC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88EA17-505B-CA30-5A5B-FE2DF826B259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307BF7F-3883-5665-1BDB-7C18548C53D1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31EEA0E-94FC-4D84-AE98-A648AE951830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0DF3530-3406-994B-3A46-429411F46C35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E0D06F1-4318-9308-79B1-A44F6CD6B982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F3CAE2-4B9B-B67C-A99F-D9AAF3A9DF61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E25B69D-7481-8C5D-3D7E-9A52EFB34778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79B8B10-C814-ACA5-DB17-5BEC45AFF509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F2E258C-D675-4AB9-21D9-972DBE1226A9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BF155E1-407D-BE73-0FB1-D4208EC8465E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75" name="Image 74">
            <a:extLst>
              <a:ext uri="{FF2B5EF4-FFF2-40B4-BE49-F238E27FC236}">
                <a16:creationId xmlns:a16="http://schemas.microsoft.com/office/drawing/2014/main" id="{C36B0885-D416-2C5E-1AE7-C0B87698B7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76" name="Image 75">
            <a:extLst>
              <a:ext uri="{FF2B5EF4-FFF2-40B4-BE49-F238E27FC236}">
                <a16:creationId xmlns:a16="http://schemas.microsoft.com/office/drawing/2014/main" id="{A3B67F5A-6B5F-78DB-65AD-41DCE5613F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B18ECACB-B77A-28E0-90EC-54F9CBBBAF96}"/>
              </a:ext>
            </a:extLst>
          </p:cNvPr>
          <p:cNvSpPr/>
          <p:nvPr/>
        </p:nvSpPr>
        <p:spPr>
          <a:xfrm>
            <a:off x="3139227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1B1DD10-9AA4-75C4-C310-AB0F3946D3BF}"/>
              </a:ext>
            </a:extLst>
          </p:cNvPr>
          <p:cNvSpPr/>
          <p:nvPr/>
        </p:nvSpPr>
        <p:spPr>
          <a:xfrm>
            <a:off x="3868772" y="222839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689804D-3F09-D532-77A5-9F7162619A40}"/>
              </a:ext>
            </a:extLst>
          </p:cNvPr>
          <p:cNvSpPr/>
          <p:nvPr/>
        </p:nvSpPr>
        <p:spPr>
          <a:xfrm>
            <a:off x="4603327" y="2222298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D821B09-E160-928B-9D82-4E223DC53BC7}"/>
              </a:ext>
            </a:extLst>
          </p:cNvPr>
          <p:cNvSpPr/>
          <p:nvPr/>
        </p:nvSpPr>
        <p:spPr>
          <a:xfrm>
            <a:off x="5332872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FB578E1-DD85-69A9-435E-2A801E126DD5}"/>
              </a:ext>
            </a:extLst>
          </p:cNvPr>
          <p:cNvSpPr/>
          <p:nvPr/>
        </p:nvSpPr>
        <p:spPr>
          <a:xfrm>
            <a:off x="6061726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82" name="Image 81">
            <a:extLst>
              <a:ext uri="{FF2B5EF4-FFF2-40B4-BE49-F238E27FC236}">
                <a16:creationId xmlns:a16="http://schemas.microsoft.com/office/drawing/2014/main" id="{511821A5-AD22-0E97-B6CD-190B183722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6656" y="2228005"/>
            <a:ext cx="222863" cy="278579"/>
          </a:xfrm>
          <a:prstGeom prst="rect">
            <a:avLst/>
          </a:prstGeom>
        </p:spPr>
      </p:pic>
      <p:pic>
        <p:nvPicPr>
          <p:cNvPr id="83" name="Image 82">
            <a:extLst>
              <a:ext uri="{FF2B5EF4-FFF2-40B4-BE49-F238E27FC236}">
                <a16:creationId xmlns:a16="http://schemas.microsoft.com/office/drawing/2014/main" id="{50E42A2F-C3C3-2471-E02A-183287D927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026" y="2201977"/>
            <a:ext cx="296513" cy="298061"/>
          </a:xfrm>
          <a:prstGeom prst="rect">
            <a:avLst/>
          </a:prstGeom>
        </p:spPr>
      </p:pic>
      <p:pic>
        <p:nvPicPr>
          <p:cNvPr id="84" name="Graphique 83">
            <a:extLst>
              <a:ext uri="{FF2B5EF4-FFF2-40B4-BE49-F238E27FC236}">
                <a16:creationId xmlns:a16="http://schemas.microsoft.com/office/drawing/2014/main" id="{B803D047-02EF-37EC-B85E-72649F06E6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85" name="ZoneTexte 84">
            <a:extLst>
              <a:ext uri="{FF2B5EF4-FFF2-40B4-BE49-F238E27FC236}">
                <a16:creationId xmlns:a16="http://schemas.microsoft.com/office/drawing/2014/main" id="{B5699CA2-315F-38C2-100A-C768CE2A255E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sp>
        <p:nvSpPr>
          <p:cNvPr id="4" name="ZoneTexte 22">
            <a:extLst>
              <a:ext uri="{FF2B5EF4-FFF2-40B4-BE49-F238E27FC236}">
                <a16:creationId xmlns:a16="http://schemas.microsoft.com/office/drawing/2014/main" id="{A5501718-8F44-8CFC-9471-10CB0F5CFF06}"/>
              </a:ext>
            </a:extLst>
          </p:cNvPr>
          <p:cNvSpPr txBox="1"/>
          <p:nvPr/>
        </p:nvSpPr>
        <p:spPr>
          <a:xfrm>
            <a:off x="1322041" y="3030961"/>
            <a:ext cx="843180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20.05.2008</a:t>
            </a:r>
            <a:endParaRPr dirty="0"/>
          </a:p>
        </p:txBody>
      </p:sp>
      <p:sp>
        <p:nvSpPr>
          <p:cNvPr id="22" name="ZoneTexte 22">
            <a:extLst>
              <a:ext uri="{FF2B5EF4-FFF2-40B4-BE49-F238E27FC236}">
                <a16:creationId xmlns:a16="http://schemas.microsoft.com/office/drawing/2014/main" id="{525B31B7-7614-D924-A601-C519A63717F0}"/>
              </a:ext>
            </a:extLst>
          </p:cNvPr>
          <p:cNvSpPr txBox="1"/>
          <p:nvPr/>
        </p:nvSpPr>
        <p:spPr>
          <a:xfrm>
            <a:off x="1482925" y="3385101"/>
            <a:ext cx="37602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Droit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8DDE0F8-A60F-83E3-2FCA-68937F424041}"/>
              </a:ext>
            </a:extLst>
          </p:cNvPr>
          <p:cNvSpPr txBox="1"/>
          <p:nvPr/>
        </p:nvSpPr>
        <p:spPr>
          <a:xfrm>
            <a:off x="1399146" y="3765633"/>
            <a:ext cx="474489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176CM</a:t>
            </a:r>
            <a:endParaRPr dirty="0"/>
          </a:p>
        </p:txBody>
      </p:sp>
      <p:sp>
        <p:nvSpPr>
          <p:cNvPr id="54" name="ZoneTexte 22">
            <a:extLst>
              <a:ext uri="{FF2B5EF4-FFF2-40B4-BE49-F238E27FC236}">
                <a16:creationId xmlns:a16="http://schemas.microsoft.com/office/drawing/2014/main" id="{71F1F0BC-9D2F-4079-5A01-A06C3CAB76B1}"/>
              </a:ext>
            </a:extLst>
          </p:cNvPr>
          <p:cNvSpPr txBox="1"/>
          <p:nvPr/>
        </p:nvSpPr>
        <p:spPr>
          <a:xfrm>
            <a:off x="1428487" y="4180555"/>
            <a:ext cx="516167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75.6KG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3577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706405-CF71-4DCF-8D7F-810D0A6156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E9B66EE-43D2-49FF-898E-DCD517785142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d2aa4942-3767-4fb4-b828-61a76fcbf9df"/>
    <ds:schemaRef ds:uri="1d40e6f8-d294-4e0a-a4ec-60755aee44ca"/>
  </ds:schemaRefs>
</ds:datastoreItem>
</file>

<file path=customXml/itemProps3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134</Words>
  <Application>Microsoft Macintosh PowerPoint</Application>
  <PresentationFormat>Grand écran</PresentationFormat>
  <Paragraphs>49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5</cp:revision>
  <dcterms:created xsi:type="dcterms:W3CDTF">2026-08-04T15:31:34Z</dcterms:created>
  <dcterms:modified xsi:type="dcterms:W3CDTF">2026-08-06T07:38:12Z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