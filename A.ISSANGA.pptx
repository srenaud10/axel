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notesMasterIdLst>
    <p:notesMasterId r:id="rId7"/>
  </p:notesMasterIdLst>
  <p:handoutMasterIdLst>
    <p:handoutMasterId r:id="rId8"/>
  </p:handoutMasterIdLst>
  <p:sldIdLst>
    <p:sldId id="270" r:id="rId5"/>
    <p:sldId id="299" r:id="rId6"/>
  </p:sldIdLst>
  <p:sldSz cx="12192000" cy="6858000"/>
  <p:notesSz cx="6858000" cy="9144000"/>
  <p:embeddedFontLst>
    <p:embeddedFont>
      <p:font typeface="OM Marseille Light" pitchFamily="2" charset="77"/>
      <p:regular r:id="rId9"/>
    </p:embeddedFont>
    <p:embeddedFont>
      <p:font typeface="OM Marseille Medium" pitchFamily="2" charset="77"/>
      <p:regular r:id="rId10"/>
    </p:embeddedFont>
  </p:embeddedFont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61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FAC488-C9B3-EA4B-A797-8DD37EF729B8}" v="3" dt="2026-08-06T07:20:32.7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4" autoAdjust="0"/>
    <p:restoredTop sz="94658"/>
  </p:normalViewPr>
  <p:slideViewPr>
    <p:cSldViewPr snapToGrid="0" showGuides="1">
      <p:cViewPr varScale="1">
        <p:scale>
          <a:sx n="120" d="100"/>
          <a:sy n="120" d="100"/>
        </p:scale>
        <p:origin x="840" y="1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81" d="100"/>
          <a:sy n="81" d="100"/>
        </p:scale>
        <p:origin x="389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font" Target="fonts/font2.fntdata"/><Relationship Id="rId4" Type="http://schemas.openxmlformats.org/officeDocument/2006/relationships/slideMaster" Target="slideMasters/slideMaster1.xml"/><Relationship Id="rId9" Type="http://schemas.openxmlformats.org/officeDocument/2006/relationships/font" Target="fonts/font1.fntdata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as Genty" userId="0ff89410-5e71-4be0-bd77-4c071ba329e4" providerId="ADAL" clId="{299A151C-5B74-5660-9229-42BC38DFE690}"/>
    <pc:docChg chg="custSel modSld">
      <pc:chgData name="Lucas Genty" userId="0ff89410-5e71-4be0-bd77-4c071ba329e4" providerId="ADAL" clId="{299A151C-5B74-5660-9229-42BC38DFE690}" dt="2026-08-06T07:24:20.357" v="26" actId="20577"/>
      <pc:docMkLst>
        <pc:docMk/>
      </pc:docMkLst>
      <pc:sldChg chg="addSp delSp modSp mod">
        <pc:chgData name="Lucas Genty" userId="0ff89410-5e71-4be0-bd77-4c071ba329e4" providerId="ADAL" clId="{299A151C-5B74-5660-9229-42BC38DFE690}" dt="2026-08-06T07:24:20.357" v="26" actId="20577"/>
        <pc:sldMkLst>
          <pc:docMk/>
          <pc:sldMk cId="2004897331" sldId="299"/>
        </pc:sldMkLst>
        <pc:spChg chg="del">
          <ac:chgData name="Lucas Genty" userId="0ff89410-5e71-4be0-bd77-4c071ba329e4" providerId="ADAL" clId="{299A151C-5B74-5660-9229-42BC38DFE690}" dt="2026-08-06T07:20:32.469" v="2" actId="478"/>
          <ac:spMkLst>
            <pc:docMk/>
            <pc:sldMk cId="2004897331" sldId="299"/>
            <ac:spMk id="18" creationId="{A13A6EEF-BEBA-51A6-40E8-018536EE22CA}"/>
          </ac:spMkLst>
        </pc:spChg>
        <pc:spChg chg="del">
          <ac:chgData name="Lucas Genty" userId="0ff89410-5e71-4be0-bd77-4c071ba329e4" providerId="ADAL" clId="{299A151C-5B74-5660-9229-42BC38DFE690}" dt="2026-08-06T07:20:29.037" v="0" actId="478"/>
          <ac:spMkLst>
            <pc:docMk/>
            <pc:sldMk cId="2004897331" sldId="299"/>
            <ac:spMk id="19" creationId="{3D4E64D0-D1A1-8FCC-F4B3-8D21DDF270B9}"/>
          </ac:spMkLst>
        </pc:spChg>
        <pc:spChg chg="del">
          <ac:chgData name="Lucas Genty" userId="0ff89410-5e71-4be0-bd77-4c071ba329e4" providerId="ADAL" clId="{299A151C-5B74-5660-9229-42BC38DFE690}" dt="2026-08-06T07:20:29.037" v="0" actId="478"/>
          <ac:spMkLst>
            <pc:docMk/>
            <pc:sldMk cId="2004897331" sldId="299"/>
            <ac:spMk id="25" creationId="{33554507-A78B-6AD2-CC21-25587725B9CC}"/>
          </ac:spMkLst>
        </pc:spChg>
        <pc:spChg chg="del">
          <ac:chgData name="Lucas Genty" userId="0ff89410-5e71-4be0-bd77-4c071ba329e4" providerId="ADAL" clId="{299A151C-5B74-5660-9229-42BC38DFE690}" dt="2026-08-06T07:20:32.469" v="2" actId="478"/>
          <ac:spMkLst>
            <pc:docMk/>
            <pc:sldMk cId="2004897331" sldId="299"/>
            <ac:spMk id="26" creationId="{FB43EE1A-D1E4-EA10-CDBC-8A3EC7D5D20A}"/>
          </ac:spMkLst>
        </pc:spChg>
        <pc:spChg chg="add mod">
          <ac:chgData name="Lucas Genty" userId="0ff89410-5e71-4be0-bd77-4c071ba329e4" providerId="ADAL" clId="{299A151C-5B74-5660-9229-42BC38DFE690}" dt="2026-08-06T07:20:29.329" v="1"/>
          <ac:spMkLst>
            <pc:docMk/>
            <pc:sldMk cId="2004897331" sldId="299"/>
            <ac:spMk id="33" creationId="{61EBD43F-9996-FA5A-4A37-15076240D10F}"/>
          </ac:spMkLst>
        </pc:spChg>
        <pc:spChg chg="del">
          <ac:chgData name="Lucas Genty" userId="0ff89410-5e71-4be0-bd77-4c071ba329e4" providerId="ADAL" clId="{299A151C-5B74-5660-9229-42BC38DFE690}" dt="2026-08-06T07:20:29.037" v="0" actId="478"/>
          <ac:spMkLst>
            <pc:docMk/>
            <pc:sldMk cId="2004897331" sldId="299"/>
            <ac:spMk id="36" creationId="{5FD595C4-FEDF-3EA6-D788-53E08CD766D1}"/>
          </ac:spMkLst>
        </pc:spChg>
        <pc:spChg chg="del">
          <ac:chgData name="Lucas Genty" userId="0ff89410-5e71-4be0-bd77-4c071ba329e4" providerId="ADAL" clId="{299A151C-5B74-5660-9229-42BC38DFE690}" dt="2026-08-06T07:20:32.469" v="2" actId="478"/>
          <ac:spMkLst>
            <pc:docMk/>
            <pc:sldMk cId="2004897331" sldId="299"/>
            <ac:spMk id="37" creationId="{5B730240-ED10-0862-9FE5-763F481444C0}"/>
          </ac:spMkLst>
        </pc:spChg>
        <pc:spChg chg="del">
          <ac:chgData name="Lucas Genty" userId="0ff89410-5e71-4be0-bd77-4c071ba329e4" providerId="ADAL" clId="{299A151C-5B74-5660-9229-42BC38DFE690}" dt="2026-08-06T07:20:32.469" v="2" actId="478"/>
          <ac:spMkLst>
            <pc:docMk/>
            <pc:sldMk cId="2004897331" sldId="299"/>
            <ac:spMk id="41" creationId="{A03CFF6C-4025-249E-EA45-6077B83FB413}"/>
          </ac:spMkLst>
        </pc:spChg>
        <pc:spChg chg="del">
          <ac:chgData name="Lucas Genty" userId="0ff89410-5e71-4be0-bd77-4c071ba329e4" providerId="ADAL" clId="{299A151C-5B74-5660-9229-42BC38DFE690}" dt="2026-08-06T07:20:29.037" v="0" actId="478"/>
          <ac:spMkLst>
            <pc:docMk/>
            <pc:sldMk cId="2004897331" sldId="299"/>
            <ac:spMk id="44" creationId="{FFAAE53E-E66E-F9C5-9C3A-41F203911A16}"/>
          </ac:spMkLst>
        </pc:spChg>
        <pc:spChg chg="add mod">
          <ac:chgData name="Lucas Genty" userId="0ff89410-5e71-4be0-bd77-4c071ba329e4" providerId="ADAL" clId="{299A151C-5B74-5660-9229-42BC38DFE690}" dt="2026-08-06T07:20:29.329" v="1"/>
          <ac:spMkLst>
            <pc:docMk/>
            <pc:sldMk cId="2004897331" sldId="299"/>
            <ac:spMk id="45" creationId="{7299A071-F6E6-7BAF-D49B-4538EFAE204D}"/>
          </ac:spMkLst>
        </pc:spChg>
        <pc:spChg chg="add mod">
          <ac:chgData name="Lucas Genty" userId="0ff89410-5e71-4be0-bd77-4c071ba329e4" providerId="ADAL" clId="{299A151C-5B74-5660-9229-42BC38DFE690}" dt="2026-08-06T07:20:29.329" v="1"/>
          <ac:spMkLst>
            <pc:docMk/>
            <pc:sldMk cId="2004897331" sldId="299"/>
            <ac:spMk id="46" creationId="{C9C1CFDA-41B7-86C5-0796-6B54234E55B2}"/>
          </ac:spMkLst>
        </pc:spChg>
        <pc:spChg chg="add mod">
          <ac:chgData name="Lucas Genty" userId="0ff89410-5e71-4be0-bd77-4c071ba329e4" providerId="ADAL" clId="{299A151C-5B74-5660-9229-42BC38DFE690}" dt="2026-08-06T07:20:29.329" v="1"/>
          <ac:spMkLst>
            <pc:docMk/>
            <pc:sldMk cId="2004897331" sldId="299"/>
            <ac:spMk id="47" creationId="{29602D39-1C43-7B24-9C68-9CD541A1E1C5}"/>
          </ac:spMkLst>
        </pc:spChg>
        <pc:spChg chg="add mod">
          <ac:chgData name="Lucas Genty" userId="0ff89410-5e71-4be0-bd77-4c071ba329e4" providerId="ADAL" clId="{299A151C-5B74-5660-9229-42BC38DFE690}" dt="2026-08-06T07:20:38.840" v="13" actId="20577"/>
          <ac:spMkLst>
            <pc:docMk/>
            <pc:sldMk cId="2004897331" sldId="299"/>
            <ac:spMk id="48" creationId="{6EE256EA-6205-F4C5-3FCC-A4AC30DE01F6}"/>
          </ac:spMkLst>
        </pc:spChg>
        <pc:spChg chg="add mod">
          <ac:chgData name="Lucas Genty" userId="0ff89410-5e71-4be0-bd77-4c071ba329e4" providerId="ADAL" clId="{299A151C-5B74-5660-9229-42BC38DFE690}" dt="2026-08-06T07:20:32.700" v="3"/>
          <ac:spMkLst>
            <pc:docMk/>
            <pc:sldMk cId="2004897331" sldId="299"/>
            <ac:spMk id="49" creationId="{B4E6B97B-3922-8E5B-B5BF-58582A56CF35}"/>
          </ac:spMkLst>
        </pc:spChg>
        <pc:spChg chg="add mod">
          <ac:chgData name="Lucas Genty" userId="0ff89410-5e71-4be0-bd77-4c071ba329e4" providerId="ADAL" clId="{299A151C-5B74-5660-9229-42BC38DFE690}" dt="2026-08-06T07:24:15.296" v="20" actId="20577"/>
          <ac:spMkLst>
            <pc:docMk/>
            <pc:sldMk cId="2004897331" sldId="299"/>
            <ac:spMk id="50" creationId="{AE9FFF78-DE80-D603-CE26-2C66E6C4125D}"/>
          </ac:spMkLst>
        </pc:spChg>
        <pc:spChg chg="add mod">
          <ac:chgData name="Lucas Genty" userId="0ff89410-5e71-4be0-bd77-4c071ba329e4" providerId="ADAL" clId="{299A151C-5B74-5660-9229-42BC38DFE690}" dt="2026-08-06T07:24:20.357" v="26" actId="20577"/>
          <ac:spMkLst>
            <pc:docMk/>
            <pc:sldMk cId="2004897331" sldId="299"/>
            <ac:spMk id="51" creationId="{8FED71FD-E24E-C425-C565-C21FBB279A47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Feuille_de_calcul_Microsoft_Excel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1942759902688944E-2"/>
          <c:y val="3.0184601416695649E-2"/>
          <c:w val="0.91313465354950873"/>
          <c:h val="0.8297168589317502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Feuil1!$B$1</c:f>
              <c:strCache>
                <c:ptCount val="1"/>
                <c:pt idx="0">
                  <c:v>Série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Feuil1!$A$2:$A$6</c:f>
              <c:strCache>
                <c:ptCount val="5"/>
                <c:pt idx="0">
                  <c:v>LIGUE TOP 5</c:v>
                </c:pt>
                <c:pt idx="1">
                  <c:v>LIGUE TOP 8</c:v>
                </c:pt>
                <c:pt idx="2">
                  <c:v>L1</c:v>
                </c:pt>
                <c:pt idx="3">
                  <c:v>L2 / NAT</c:v>
                </c:pt>
                <c:pt idx="4">
                  <c:v>N3 / N2</c:v>
                </c:pt>
              </c:strCache>
            </c:strRef>
          </c:cat>
          <c:val>
            <c:numRef>
              <c:f>Feuil1!$B$2:$B$6</c:f>
              <c:numCache>
                <c:formatCode>General</c:formatCode>
                <c:ptCount val="5"/>
              </c:numCache>
            </c:numRef>
          </c:val>
          <c:extLst>
            <c:ext xmlns:c16="http://schemas.microsoft.com/office/drawing/2014/chart" uri="{C3380CC4-5D6E-409C-BE32-E72D297353CC}">
              <c16:uniqueId val="{00000000-4FD3-3D40-B196-0EF7A16EB7F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59763071"/>
        <c:axId val="447620287"/>
      </c:barChart>
      <c:catAx>
        <c:axId val="4597630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05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447620287"/>
        <c:crosses val="autoZero"/>
        <c:auto val="0"/>
        <c:lblAlgn val="ctr"/>
        <c:lblOffset val="100"/>
        <c:noMultiLvlLbl val="0"/>
      </c:catAx>
      <c:valAx>
        <c:axId val="447620287"/>
        <c:scaling>
          <c:orientation val="minMax"/>
          <c:max val="10"/>
          <c:min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459763071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252390A9-1F65-D38D-9790-B78C858D3E3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225ADC1-26C0-5BD3-C73B-05DBEBDD37A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2F4FD9-6393-40EA-A13C-0717774DD95D}" type="datetimeFigureOut">
              <a:rPr lang="de-DE" smtClean="0"/>
              <a:t>06.08.26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981E3FD-1717-1B9C-D3FF-CD53D355C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9FD8799-F91C-D6B6-FA49-AE7FA2992B6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438E2F-A441-4EFD-9A7B-F6024EC14680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1018283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B79978-9587-4FFB-8987-67BE67FCF4DF}" type="datetimeFigureOut">
              <a:rPr lang="de-DE" smtClean="0"/>
              <a:t>06.08.26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9E323D-5B79-4A3D-A846-DD2B6281790F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76037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 bwMode="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EFE36F-4D36-01D1-ED9A-4895DC4141D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352425" y="1600200"/>
            <a:ext cx="4752975" cy="1427480"/>
          </a:xfrm>
        </p:spPr>
        <p:txBody>
          <a:bodyPr anchor="b"/>
          <a:lstStyle>
            <a:lvl1pPr algn="l">
              <a:lnSpc>
                <a:spcPct val="8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fr-FR" noProof="0" dirty="0"/>
              <a:t>Titre de la</a:t>
            </a:r>
            <a:br>
              <a:rPr lang="fr-FR" noProof="0" dirty="0"/>
            </a:br>
            <a:r>
              <a:rPr lang="fr-FR" noProof="0" dirty="0"/>
              <a:t>présentation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B8EA753-9C9D-1ACE-AC93-91469FFC039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52425" y="3429000"/>
            <a:ext cx="4752975" cy="2484438"/>
          </a:xfrm>
        </p:spPr>
        <p:txBody>
          <a:bodyPr/>
          <a:lstStyle>
            <a:lvl1pPr marL="0" indent="0" algn="l">
              <a:buNone/>
              <a:defRPr sz="21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noProof="0" dirty="0"/>
              <a:t>Sous-titre de la présentation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42495D65-0840-AA45-FA3E-BED80617F67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gray">
          <a:xfrm>
            <a:off x="352425" y="382270"/>
            <a:ext cx="1128712" cy="1128712"/>
          </a:xfrm>
          <a:prstGeom prst="rect">
            <a:avLst/>
          </a:prstGeom>
        </p:spPr>
      </p:pic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C79FB73B-18B9-7B4B-4306-1AB0E29D7ACF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352425" y="3281125"/>
            <a:ext cx="198120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39D11C76-9ADD-3501-7802-B144E33AB05E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0" y="6095445"/>
            <a:ext cx="1219200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Grafik 14">
            <a:extLst>
              <a:ext uri="{FF2B5EF4-FFF2-40B4-BE49-F238E27FC236}">
                <a16:creationId xmlns:a16="http://schemas.microsoft.com/office/drawing/2014/main" id="{F5B46B84-2E0E-E721-B84C-A8C1D99259B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gray">
          <a:xfrm>
            <a:off x="342902" y="6284596"/>
            <a:ext cx="2765425" cy="380326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B534D718-DC94-6708-FBA2-602A99AAB174}"/>
              </a:ext>
            </a:extLst>
          </p:cNvPr>
          <p:cNvSpPr txBox="1"/>
          <p:nvPr userDrawn="1"/>
        </p:nvSpPr>
        <p:spPr>
          <a:xfrm>
            <a:off x="2728912" y="6321811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2026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CC4D28B-E2E5-06D0-2352-AE54759288A2}"/>
              </a:ext>
            </a:extLst>
          </p:cNvPr>
          <p:cNvSpPr txBox="1"/>
          <p:nvPr userDrawn="1"/>
        </p:nvSpPr>
        <p:spPr>
          <a:xfrm>
            <a:off x="2728912" y="6463453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2027</a:t>
            </a:r>
          </a:p>
        </p:txBody>
      </p:sp>
    </p:spTree>
    <p:extLst>
      <p:ext uri="{BB962C8B-B14F-4D97-AF65-F5344CB8AC3E}">
        <p14:creationId xmlns:p14="http://schemas.microsoft.com/office/powerpoint/2010/main" val="257990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">
    <p:bg bwMode="gray"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52425" y="1866900"/>
            <a:ext cx="6734175" cy="2677798"/>
          </a:xfrm>
        </p:spPr>
        <p:txBody>
          <a:bodyPr anchor="ctr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fr-FR" noProof="0" dirty="0"/>
              <a:t>Titre du chapitre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151F830D-78E3-5112-0211-3A04BB7767C3}"/>
              </a:ext>
            </a:extLst>
          </p:cNvPr>
          <p:cNvSpPr txBox="1"/>
          <p:nvPr userDrawn="1"/>
        </p:nvSpPr>
        <p:spPr bwMode="gray">
          <a:xfrm>
            <a:off x="11158538" y="6282215"/>
            <a:ext cx="681037" cy="25566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r>
              <a:rPr lang="fr-FR" sz="1200" noProof="0" dirty="0">
                <a:solidFill>
                  <a:schemeClr val="bg1"/>
                </a:solidFill>
              </a:rPr>
              <a:t>P.</a:t>
            </a:r>
            <a:fld id="{C31C4A41-7035-40BD-9B07-EB4193BE7FBB}" type="slidenum">
              <a:rPr lang="fr-FR" sz="1200" noProof="0" smtClean="0">
                <a:solidFill>
                  <a:schemeClr val="bg1"/>
                </a:solidFill>
              </a:rPr>
              <a:pPr algn="r"/>
              <a:t>‹N°›</a:t>
            </a:fld>
            <a:endParaRPr lang="fr-FR" sz="1200" noProof="0" dirty="0">
              <a:solidFill>
                <a:schemeClr val="bg1"/>
              </a:solidFill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5122FE4-328B-01FF-9254-76EBD917C0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gray">
          <a:xfrm>
            <a:off x="342902" y="6284596"/>
            <a:ext cx="2765425" cy="380326"/>
          </a:xfrm>
          <a:prstGeom prst="rect">
            <a:avLst/>
          </a:prstGeom>
        </p:spPr>
      </p:pic>
      <p:sp>
        <p:nvSpPr>
          <p:cNvPr id="7" name="Textplatzhalter 6">
            <a:extLst>
              <a:ext uri="{FF2B5EF4-FFF2-40B4-BE49-F238E27FC236}">
                <a16:creationId xmlns:a16="http://schemas.microsoft.com/office/drawing/2014/main" id="{639ABF71-D4FC-0D5E-6D3F-11FB68BE47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352425" y="304800"/>
            <a:ext cx="1981200" cy="820738"/>
          </a:xfrm>
        </p:spPr>
        <p:txBody>
          <a:bodyPr/>
          <a:lstStyle>
            <a:lvl1pPr>
              <a:defRPr sz="5600">
                <a:solidFill>
                  <a:schemeClr val="bg1"/>
                </a:solidFill>
              </a:defRPr>
            </a:lvl1pPr>
            <a:lvl5pPr>
              <a:defRPr/>
            </a:lvl5pPr>
          </a:lstStyle>
          <a:p>
            <a:pPr lvl="0"/>
            <a:r>
              <a:rPr lang="fr-FR" noProof="0" dirty="0"/>
              <a:t>0</a:t>
            </a:r>
          </a:p>
        </p:txBody>
      </p:sp>
      <p:sp>
        <p:nvSpPr>
          <p:cNvPr id="8" name="Textplatzhalter 6">
            <a:extLst>
              <a:ext uri="{FF2B5EF4-FFF2-40B4-BE49-F238E27FC236}">
                <a16:creationId xmlns:a16="http://schemas.microsoft.com/office/drawing/2014/main" id="{3E362E56-738D-5EC7-4570-4C2ED6CAA0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7696200" y="152400"/>
            <a:ext cx="4381500" cy="6078542"/>
          </a:xfrm>
        </p:spPr>
        <p:txBody>
          <a:bodyPr anchor="ctr"/>
          <a:lstStyle>
            <a:lvl1pPr algn="r">
              <a:defRPr sz="58000">
                <a:solidFill>
                  <a:schemeClr val="accent1"/>
                </a:solidFill>
                <a:latin typeface="OM Marseille Medium" pitchFamily="2" charset="0"/>
              </a:defRPr>
            </a:lvl1pPr>
            <a:lvl5pPr>
              <a:defRPr/>
            </a:lvl5pPr>
          </a:lstStyle>
          <a:p>
            <a:pPr lvl="0"/>
            <a:r>
              <a:rPr lang="fr-FR" noProof="0" dirty="0"/>
              <a:t>0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DF6FAB5-02B2-0D1D-CE11-56FD8FB770AC}"/>
              </a:ext>
            </a:extLst>
          </p:cNvPr>
          <p:cNvSpPr txBox="1"/>
          <p:nvPr userDrawn="1"/>
        </p:nvSpPr>
        <p:spPr>
          <a:xfrm>
            <a:off x="2728912" y="6321811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2026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09879162-50CC-A295-CA48-D19D34C15FF4}"/>
              </a:ext>
            </a:extLst>
          </p:cNvPr>
          <p:cNvSpPr txBox="1"/>
          <p:nvPr userDrawn="1"/>
        </p:nvSpPr>
        <p:spPr>
          <a:xfrm>
            <a:off x="2728912" y="6463453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2027</a:t>
            </a:r>
          </a:p>
        </p:txBody>
      </p:sp>
    </p:spTree>
    <p:extLst>
      <p:ext uri="{BB962C8B-B14F-4D97-AF65-F5344CB8AC3E}">
        <p14:creationId xmlns:p14="http://schemas.microsoft.com/office/powerpoint/2010/main" val="27095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-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52425" y="5178425"/>
            <a:ext cx="11487150" cy="735013"/>
          </a:xfrm>
        </p:spPr>
        <p:txBody>
          <a:bodyPr/>
          <a:lstStyle>
            <a:lvl1pPr>
              <a:defRPr sz="4800"/>
            </a:lvl1pPr>
          </a:lstStyle>
          <a:p>
            <a:r>
              <a:rPr lang="fr-FR" noProof="0" dirty="0"/>
              <a:t>Titre du sous-chapitre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7B1327E9-7BFB-B90A-8D7E-06DA25EC8C2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2730499" y="368300"/>
            <a:ext cx="9109075" cy="4622800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301887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D80E0A-4C5B-4974-B743-A54A6F3435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27F416A-9ED5-2A9B-7D4E-9F27B8FF548B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/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1981269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D80E0A-4C5B-4974-B743-A54A6F3435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27F416A-9ED5-2A9B-7D4E-9F27B8FF548B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352426" y="1125539"/>
            <a:ext cx="4356100" cy="4787900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3032448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D80E0A-4C5B-4974-B743-A54A6F3435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27F416A-9ED5-2A9B-7D4E-9F27B8FF548B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352426" y="1125539"/>
            <a:ext cx="4356100" cy="4787900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327AA6BF-AD26-9390-8C31-3A3792C4F68E}"/>
              </a:ext>
            </a:extLst>
          </p:cNvPr>
          <p:cNvSpPr>
            <a:spLocks noGrp="1"/>
          </p:cNvSpPr>
          <p:nvPr>
            <p:ph idx="10" hasCustomPrompt="1"/>
          </p:nvPr>
        </p:nvSpPr>
        <p:spPr bwMode="gray">
          <a:xfrm>
            <a:off x="5105400" y="1125539"/>
            <a:ext cx="4356100" cy="4787900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1213106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/>
              <a:t>Titre de la slide</a:t>
            </a:r>
          </a:p>
        </p:txBody>
      </p:sp>
    </p:spTree>
    <p:extLst>
      <p:ext uri="{BB962C8B-B14F-4D97-AF65-F5344CB8AC3E}">
        <p14:creationId xmlns:p14="http://schemas.microsoft.com/office/powerpoint/2010/main" val="41562219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52425" y="299085"/>
            <a:ext cx="9109075" cy="2586355"/>
          </a:xfrm>
        </p:spPr>
        <p:txBody>
          <a:bodyPr/>
          <a:lstStyle>
            <a:lvl1pPr>
              <a:lnSpc>
                <a:spcPct val="93000"/>
              </a:lnSpc>
              <a:defRPr sz="3500"/>
            </a:lvl1pPr>
          </a:lstStyle>
          <a:p>
            <a:r>
              <a:rPr lang="fr-FR" noProof="0" dirty="0"/>
              <a:t>Titre de la slide</a:t>
            </a:r>
          </a:p>
        </p:txBody>
      </p:sp>
      <p:sp>
        <p:nvSpPr>
          <p:cNvPr id="4" name="Textplatzhalter 7">
            <a:extLst>
              <a:ext uri="{FF2B5EF4-FFF2-40B4-BE49-F238E27FC236}">
                <a16:creationId xmlns:a16="http://schemas.microsoft.com/office/drawing/2014/main" id="{5AC2861C-C409-85BD-A456-8900F5D384E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352426" y="3096578"/>
            <a:ext cx="4356100" cy="2816859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725542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52426" y="339725"/>
            <a:ext cx="4356100" cy="574675"/>
          </a:xfrm>
        </p:spPr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4" name="Bildplatzhalter 4">
            <a:extLst>
              <a:ext uri="{FF2B5EF4-FFF2-40B4-BE49-F238E27FC236}">
                <a16:creationId xmlns:a16="http://schemas.microsoft.com/office/drawing/2014/main" id="{D383CF44-F0AF-65F5-3433-6A696412D09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5105400" y="368300"/>
            <a:ext cx="6734174" cy="5346700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738266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D80E0A-4C5B-4974-B743-A54A6F3435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7483475" y="339725"/>
            <a:ext cx="4356100" cy="574675"/>
          </a:xfrm>
        </p:spPr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FCA7126D-0013-7E83-243B-A49D1E59485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352425" y="1125539"/>
            <a:ext cx="6734175" cy="2151062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6" name="Bildplatzhalter 4">
            <a:extLst>
              <a:ext uri="{FF2B5EF4-FFF2-40B4-BE49-F238E27FC236}">
                <a16:creationId xmlns:a16="http://schemas.microsoft.com/office/drawing/2014/main" id="{5C9D441E-41B7-BADA-89AE-C53419624B5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 bwMode="gray">
          <a:xfrm>
            <a:off x="352425" y="3581400"/>
            <a:ext cx="6734175" cy="2151062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6D8D2146-CB0B-5A42-B80B-B18B9A54173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7483475" y="1125539"/>
            <a:ext cx="4356100" cy="2151062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7FA7FB43-7777-8A8B-170F-3CF9F84E1C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7483475" y="3581400"/>
            <a:ext cx="4356100" cy="2151061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2303113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5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4" name="Bildplatzhalter 4">
            <a:extLst>
              <a:ext uri="{FF2B5EF4-FFF2-40B4-BE49-F238E27FC236}">
                <a16:creationId xmlns:a16="http://schemas.microsoft.com/office/drawing/2014/main" id="{1E23B8BC-103F-39F0-2D6B-98F6492921A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352426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5" name="Textplatzhalter 7">
            <a:extLst>
              <a:ext uri="{FF2B5EF4-FFF2-40B4-BE49-F238E27FC236}">
                <a16:creationId xmlns:a16="http://schemas.microsoft.com/office/drawing/2014/main" id="{EE8B42AE-AFED-5DF1-4F4C-9AED8A80A91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352426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6" name="Textplatzhalter 7">
            <a:extLst>
              <a:ext uri="{FF2B5EF4-FFF2-40B4-BE49-F238E27FC236}">
                <a16:creationId xmlns:a16="http://schemas.microsoft.com/office/drawing/2014/main" id="{082F372B-DEA5-5334-81BD-4DEAA5D75E3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52425" y="3581400"/>
            <a:ext cx="1981200" cy="2332038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7" name="Bildplatzhalter 4">
            <a:extLst>
              <a:ext uri="{FF2B5EF4-FFF2-40B4-BE49-F238E27FC236}">
                <a16:creationId xmlns:a16="http://schemas.microsoft.com/office/drawing/2014/main" id="{AA5E0F6E-96E7-FBD1-FD61-84FD46E0639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2727325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9DE2920-3076-DFFF-A039-7EBA533DD5D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2727325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CCF33DD2-C24B-43DB-0034-8C1B8BB41F0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2727324" y="3581400"/>
            <a:ext cx="1981200" cy="2332038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10" name="Bildplatzhalter 4">
            <a:extLst>
              <a:ext uri="{FF2B5EF4-FFF2-40B4-BE49-F238E27FC236}">
                <a16:creationId xmlns:a16="http://schemas.microsoft.com/office/drawing/2014/main" id="{A71A7F2F-7B9C-D17F-5FD2-D2E41924F50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 bwMode="gray">
          <a:xfrm>
            <a:off x="5105400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11" name="Textplatzhalter 7">
            <a:extLst>
              <a:ext uri="{FF2B5EF4-FFF2-40B4-BE49-F238E27FC236}">
                <a16:creationId xmlns:a16="http://schemas.microsoft.com/office/drawing/2014/main" id="{B80DC451-D05D-16E6-7714-6A737BBC40A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5105400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12" name="Textplatzhalter 7">
            <a:extLst>
              <a:ext uri="{FF2B5EF4-FFF2-40B4-BE49-F238E27FC236}">
                <a16:creationId xmlns:a16="http://schemas.microsoft.com/office/drawing/2014/main" id="{A5537B97-3685-B97B-7C12-E1CB3535F96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5105399" y="3581400"/>
            <a:ext cx="1981200" cy="2332038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13" name="Bildplatzhalter 4">
            <a:extLst>
              <a:ext uri="{FF2B5EF4-FFF2-40B4-BE49-F238E27FC236}">
                <a16:creationId xmlns:a16="http://schemas.microsoft.com/office/drawing/2014/main" id="{853957FA-CA48-6196-84FE-6641E2BF987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 bwMode="gray">
          <a:xfrm>
            <a:off x="7483476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14" name="Textplatzhalter 7">
            <a:extLst>
              <a:ext uri="{FF2B5EF4-FFF2-40B4-BE49-F238E27FC236}">
                <a16:creationId xmlns:a16="http://schemas.microsoft.com/office/drawing/2014/main" id="{47CAE4CD-B6C4-74CB-957E-6044C75304E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7483476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15" name="Textplatzhalter 7">
            <a:extLst>
              <a:ext uri="{FF2B5EF4-FFF2-40B4-BE49-F238E27FC236}">
                <a16:creationId xmlns:a16="http://schemas.microsoft.com/office/drawing/2014/main" id="{06560E43-E108-1A4D-B0A3-FE7435F430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7483475" y="3581400"/>
            <a:ext cx="1981200" cy="2332038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16" name="Bildplatzhalter 4">
            <a:extLst>
              <a:ext uri="{FF2B5EF4-FFF2-40B4-BE49-F238E27FC236}">
                <a16:creationId xmlns:a16="http://schemas.microsoft.com/office/drawing/2014/main" id="{7159A958-60C1-16C9-D6D1-6D03B1DD690A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 bwMode="gray">
          <a:xfrm>
            <a:off x="9861552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17" name="Textplatzhalter 7">
            <a:extLst>
              <a:ext uri="{FF2B5EF4-FFF2-40B4-BE49-F238E27FC236}">
                <a16:creationId xmlns:a16="http://schemas.microsoft.com/office/drawing/2014/main" id="{F409A5C0-AEA4-650F-E6DE-5DD458DC01A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 bwMode="gray">
          <a:xfrm>
            <a:off x="9861552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18" name="Textplatzhalter 7">
            <a:extLst>
              <a:ext uri="{FF2B5EF4-FFF2-40B4-BE49-F238E27FC236}">
                <a16:creationId xmlns:a16="http://schemas.microsoft.com/office/drawing/2014/main" id="{B397BD12-559D-B092-3ED2-FF3C773B620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gray">
          <a:xfrm>
            <a:off x="9861551" y="3581400"/>
            <a:ext cx="1981200" cy="2332038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39431669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bg bwMode="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4854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2A7F085-0943-0DDC-771A-B999207C0BC0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52425" y="339725"/>
            <a:ext cx="9109075" cy="5746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268ABB7-A16D-8DF8-5E38-7368E430A4FA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>
          <a:xfrm>
            <a:off x="352425" y="1125539"/>
            <a:ext cx="9109075" cy="47879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0D98BDE4-60FE-EF19-D052-F2C9AFD05DFF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0" y="6095445"/>
            <a:ext cx="121920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feld 26">
            <a:extLst>
              <a:ext uri="{FF2B5EF4-FFF2-40B4-BE49-F238E27FC236}">
                <a16:creationId xmlns:a16="http://schemas.microsoft.com/office/drawing/2014/main" id="{FA3A8EF0-FFBA-B177-44B0-D1718956129E}"/>
              </a:ext>
            </a:extLst>
          </p:cNvPr>
          <p:cNvSpPr txBox="1"/>
          <p:nvPr userDrawn="1"/>
        </p:nvSpPr>
        <p:spPr bwMode="gray">
          <a:xfrm>
            <a:off x="11158538" y="6282215"/>
            <a:ext cx="681037" cy="25566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r>
              <a:rPr lang="fr-FR" sz="1200" noProof="0" dirty="0">
                <a:solidFill>
                  <a:schemeClr val="accent2"/>
                </a:solidFill>
              </a:rPr>
              <a:t>P.</a:t>
            </a:r>
            <a:fld id="{C31C4A41-7035-40BD-9B07-EB4193BE7FBB}" type="slidenum">
              <a:rPr lang="fr-FR" sz="1200" noProof="0" smtClean="0">
                <a:solidFill>
                  <a:schemeClr val="accent2"/>
                </a:solidFill>
              </a:rPr>
              <a:pPr algn="r"/>
              <a:t>‹N°›</a:t>
            </a:fld>
            <a:endParaRPr lang="fr-FR" sz="1200" noProof="0" dirty="0">
              <a:solidFill>
                <a:schemeClr val="accent2"/>
              </a:solidFill>
            </a:endParaRPr>
          </a:p>
        </p:txBody>
      </p:sp>
      <p:pic>
        <p:nvPicPr>
          <p:cNvPr id="30" name="Grafik 29">
            <a:extLst>
              <a:ext uri="{FF2B5EF4-FFF2-40B4-BE49-F238E27FC236}">
                <a16:creationId xmlns:a16="http://schemas.microsoft.com/office/drawing/2014/main" id="{746017A4-BE5A-18C3-DCC5-3EB4040AA5E2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gray">
          <a:xfrm>
            <a:off x="342902" y="6284596"/>
            <a:ext cx="2765425" cy="380326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4974F32B-204D-8A94-4ED9-6E4819234991}"/>
              </a:ext>
            </a:extLst>
          </p:cNvPr>
          <p:cNvSpPr txBox="1"/>
          <p:nvPr userDrawn="1"/>
        </p:nvSpPr>
        <p:spPr>
          <a:xfrm>
            <a:off x="2728912" y="6321811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rgbClr val="0B61AC"/>
                </a:solidFill>
              </a:rPr>
              <a:t>2026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0E661EB8-DC41-20FC-808A-56B88E3B4C23}"/>
              </a:ext>
            </a:extLst>
          </p:cNvPr>
          <p:cNvSpPr txBox="1"/>
          <p:nvPr userDrawn="1"/>
        </p:nvSpPr>
        <p:spPr>
          <a:xfrm>
            <a:off x="2728912" y="6463453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rgbClr val="0B61AC"/>
                </a:solidFill>
              </a:rPr>
              <a:t>2027</a:t>
            </a:r>
          </a:p>
        </p:txBody>
      </p:sp>
    </p:spTree>
    <p:extLst>
      <p:ext uri="{BB962C8B-B14F-4D97-AF65-F5344CB8AC3E}">
        <p14:creationId xmlns:p14="http://schemas.microsoft.com/office/powerpoint/2010/main" val="2513824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9" r:id="rId3"/>
    <p:sldLayoutId id="2147483650" r:id="rId4"/>
    <p:sldLayoutId id="2147483657" r:id="rId5"/>
    <p:sldLayoutId id="2147483656" r:id="rId6"/>
    <p:sldLayoutId id="2147483654" r:id="rId7"/>
    <p:sldLayoutId id="2147483662" r:id="rId8"/>
    <p:sldLayoutId id="2147483660" r:id="rId9"/>
    <p:sldLayoutId id="2147483661" r:id="rId10"/>
    <p:sldLayoutId id="2147483663" r:id="rId11"/>
    <p:sldLayoutId id="214748365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7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None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182563" indent="-176213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355600" indent="-182563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4625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720725" indent="-182563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09" userDrawn="1">
          <p15:clr>
            <a:srgbClr val="A4A3A4"/>
          </p15:clr>
        </p15:guide>
        <p15:guide id="2" pos="222" userDrawn="1">
          <p15:clr>
            <a:srgbClr val="A4A3A4"/>
          </p15:clr>
        </p15:guide>
        <p15:guide id="3" pos="7458" userDrawn="1">
          <p15:clr>
            <a:srgbClr val="A4A3A4"/>
          </p15:clr>
        </p15:guide>
        <p15:guide id="4" pos="3216" userDrawn="1">
          <p15:clr>
            <a:srgbClr val="A4A3A4"/>
          </p15:clr>
        </p15:guide>
        <p15:guide id="5" pos="4464" userDrawn="1">
          <p15:clr>
            <a:srgbClr val="A4A3A4"/>
          </p15:clr>
        </p15:guide>
        <p15:guide id="6" pos="2966" userDrawn="1">
          <p15:clr>
            <a:srgbClr val="A4A3A4"/>
          </p15:clr>
        </p15:guide>
        <p15:guide id="7" pos="4714" userDrawn="1">
          <p15:clr>
            <a:srgbClr val="A4A3A4"/>
          </p15:clr>
        </p15:guide>
        <p15:guide id="9" pos="1720" userDrawn="1">
          <p15:clr>
            <a:srgbClr val="A4A3A4"/>
          </p15:clr>
        </p15:guide>
        <p15:guide id="10" pos="5960" userDrawn="1">
          <p15:clr>
            <a:srgbClr val="A4A3A4"/>
          </p15:clr>
        </p15:guide>
        <p15:guide id="11" pos="6210" userDrawn="1">
          <p15:clr>
            <a:srgbClr val="A4A3A4"/>
          </p15:clr>
        </p15:guide>
        <p15:guide id="12" pos="1470" userDrawn="1">
          <p15:clr>
            <a:srgbClr val="A4A3A4"/>
          </p15:clr>
        </p15:guide>
        <p15:guide id="13" orient="horz" pos="3725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F876DB-A14E-B1BA-9DE3-E2270A9A96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2425" y="1600200"/>
            <a:ext cx="5822823" cy="1427480"/>
          </a:xfrm>
        </p:spPr>
        <p:txBody>
          <a:bodyPr/>
          <a:lstStyle/>
          <a:p>
            <a:r>
              <a:rPr lang="fr-FR" sz="4400" dirty="0"/>
              <a:t>ÉVALUATION</a:t>
            </a:r>
            <a:br>
              <a:rPr lang="fr-FR" sz="4400" dirty="0"/>
            </a:br>
            <a:r>
              <a:rPr lang="fr-FR" sz="4400" dirty="0"/>
              <a:t>INDIVIDUALISATION</a:t>
            </a:r>
            <a:endParaRPr lang="fr-FR" sz="4400" noProof="0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FA4C429-B4D3-5B80-6871-81092322D6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noProof="0" dirty="0"/>
              <a:t>ALEXANDRE ISSANGA – 2007</a:t>
            </a:r>
          </a:p>
          <a:p>
            <a:r>
              <a:rPr lang="fr-FR" dirty="0"/>
              <a:t>SAISON 2026/2027</a:t>
            </a: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3858930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61A09-D40F-DC8E-6A29-C86C8DACB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" name="Graphique 26">
            <a:extLst>
              <a:ext uri="{FF2B5EF4-FFF2-40B4-BE49-F238E27FC236}">
                <a16:creationId xmlns:a16="http://schemas.microsoft.com/office/drawing/2014/main" id="{2822F034-5E13-4AC1-AD67-ECD9AA8D4AAB}"/>
              </a:ext>
            </a:extLst>
          </p:cNvPr>
          <p:cNvGraphicFramePr/>
          <p:nvPr/>
        </p:nvGraphicFramePr>
        <p:xfrm>
          <a:off x="7187978" y="508955"/>
          <a:ext cx="4917427" cy="25244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13" name="Image 12">
            <a:extLst>
              <a:ext uri="{FF2B5EF4-FFF2-40B4-BE49-F238E27FC236}">
                <a16:creationId xmlns:a16="http://schemas.microsoft.com/office/drawing/2014/main" id="{01425B33-A715-3A5D-F854-34CB746355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491819" y="112547"/>
            <a:ext cx="2162755" cy="2162755"/>
          </a:xfrm>
          <a:prstGeom prst="rect">
            <a:avLst/>
          </a:prstGeom>
        </p:spPr>
      </p:pic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CB342D00-3F05-8DE5-6509-6C405030103B}"/>
              </a:ext>
            </a:extLst>
          </p:cNvPr>
          <p:cNvCxnSpPr/>
          <p:nvPr/>
        </p:nvCxnSpPr>
        <p:spPr>
          <a:xfrm>
            <a:off x="2409245" y="206733"/>
            <a:ext cx="0" cy="565337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ZoneTexte 15">
            <a:extLst>
              <a:ext uri="{FF2B5EF4-FFF2-40B4-BE49-F238E27FC236}">
                <a16:creationId xmlns:a16="http://schemas.microsoft.com/office/drawing/2014/main" id="{C438F140-F48D-9EDD-9431-39A8A0872038}"/>
              </a:ext>
            </a:extLst>
          </p:cNvPr>
          <p:cNvSpPr txBox="1"/>
          <p:nvPr/>
        </p:nvSpPr>
        <p:spPr>
          <a:xfrm>
            <a:off x="552555" y="48962"/>
            <a:ext cx="1320874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FICHE JOUEUR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85B2F173-4867-C27C-99D7-8EE57191E0C1}"/>
              </a:ext>
            </a:extLst>
          </p:cNvPr>
          <p:cNvCxnSpPr>
            <a:cxnSpLocks/>
          </p:cNvCxnSpPr>
          <p:nvPr/>
        </p:nvCxnSpPr>
        <p:spPr>
          <a:xfrm flipH="1">
            <a:off x="2593437" y="3033421"/>
            <a:ext cx="897702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ZoneTexte 19">
            <a:extLst>
              <a:ext uri="{FF2B5EF4-FFF2-40B4-BE49-F238E27FC236}">
                <a16:creationId xmlns:a16="http://schemas.microsoft.com/office/drawing/2014/main" id="{DE21DA6C-16FF-8BED-6985-32FFF874C52E}"/>
              </a:ext>
            </a:extLst>
          </p:cNvPr>
          <p:cNvSpPr txBox="1"/>
          <p:nvPr/>
        </p:nvSpPr>
        <p:spPr>
          <a:xfrm>
            <a:off x="2593437" y="49648"/>
            <a:ext cx="108523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FICHE SAISON</a:t>
            </a:r>
          </a:p>
        </p:txBody>
      </p: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BC50EC50-8EAD-5C9A-9272-7EA1313A88D5}"/>
              </a:ext>
            </a:extLst>
          </p:cNvPr>
          <p:cNvCxnSpPr>
            <a:cxnSpLocks/>
          </p:cNvCxnSpPr>
          <p:nvPr/>
        </p:nvCxnSpPr>
        <p:spPr>
          <a:xfrm>
            <a:off x="7187978" y="206733"/>
            <a:ext cx="0" cy="281167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ZoneTexte 23">
            <a:extLst>
              <a:ext uri="{FF2B5EF4-FFF2-40B4-BE49-F238E27FC236}">
                <a16:creationId xmlns:a16="http://schemas.microsoft.com/office/drawing/2014/main" id="{1920AF4B-7BCC-AF9C-348B-D91C1FDBCF8F}"/>
              </a:ext>
            </a:extLst>
          </p:cNvPr>
          <p:cNvSpPr txBox="1"/>
          <p:nvPr/>
        </p:nvSpPr>
        <p:spPr>
          <a:xfrm>
            <a:off x="7311224" y="74051"/>
            <a:ext cx="1845057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PROJECTION CARRIÈRE </a:t>
            </a:r>
          </a:p>
        </p:txBody>
      </p:sp>
      <p:pic>
        <p:nvPicPr>
          <p:cNvPr id="32" name="Image 31">
            <a:extLst>
              <a:ext uri="{FF2B5EF4-FFF2-40B4-BE49-F238E27FC236}">
                <a16:creationId xmlns:a16="http://schemas.microsoft.com/office/drawing/2014/main" id="{1ADB1B2C-A548-1F9A-2A65-0730657413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584" y="482834"/>
            <a:ext cx="1130867" cy="1718917"/>
          </a:xfrm>
          <a:prstGeom prst="rect">
            <a:avLst/>
          </a:prstGeom>
        </p:spPr>
      </p:pic>
      <p:sp>
        <p:nvSpPr>
          <p:cNvPr id="34" name="Ellipse 33">
            <a:extLst>
              <a:ext uri="{FF2B5EF4-FFF2-40B4-BE49-F238E27FC236}">
                <a16:creationId xmlns:a16="http://schemas.microsoft.com/office/drawing/2014/main" id="{39C757F9-B730-3390-0A58-ECBB44483935}"/>
              </a:ext>
            </a:extLst>
          </p:cNvPr>
          <p:cNvSpPr>
            <a:spLocks noChangeAspect="1"/>
          </p:cNvSpPr>
          <p:nvPr/>
        </p:nvSpPr>
        <p:spPr>
          <a:xfrm>
            <a:off x="1599742" y="686649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AF2913E4-E852-FC9E-A409-EB1BA8D7677E}"/>
              </a:ext>
            </a:extLst>
          </p:cNvPr>
          <p:cNvSpPr>
            <a:spLocks noChangeAspect="1"/>
          </p:cNvSpPr>
          <p:nvPr/>
        </p:nvSpPr>
        <p:spPr>
          <a:xfrm>
            <a:off x="1599742" y="1020604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1B56507E-5D12-AAEF-C07C-96CAD3555E8E}"/>
              </a:ext>
            </a:extLst>
          </p:cNvPr>
          <p:cNvSpPr>
            <a:spLocks noChangeAspect="1"/>
          </p:cNvSpPr>
          <p:nvPr/>
        </p:nvSpPr>
        <p:spPr>
          <a:xfrm>
            <a:off x="1213192" y="909286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39" name="Ellipse 38">
            <a:extLst>
              <a:ext uri="{FF2B5EF4-FFF2-40B4-BE49-F238E27FC236}">
                <a16:creationId xmlns:a16="http://schemas.microsoft.com/office/drawing/2014/main" id="{4BF2CC8A-2E85-4682-611E-B0A0CC172433}"/>
              </a:ext>
            </a:extLst>
          </p:cNvPr>
          <p:cNvSpPr>
            <a:spLocks noChangeAspect="1"/>
          </p:cNvSpPr>
          <p:nvPr/>
        </p:nvSpPr>
        <p:spPr>
          <a:xfrm>
            <a:off x="1216896" y="1720319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5901D301-0704-7C2F-F4F7-DDE9CA6987C6}"/>
              </a:ext>
            </a:extLst>
          </p:cNvPr>
          <p:cNvSpPr>
            <a:spLocks noChangeAspect="1"/>
          </p:cNvSpPr>
          <p:nvPr/>
        </p:nvSpPr>
        <p:spPr>
          <a:xfrm>
            <a:off x="1451463" y="1753851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42" name="Ellipse 41">
            <a:extLst>
              <a:ext uri="{FF2B5EF4-FFF2-40B4-BE49-F238E27FC236}">
                <a16:creationId xmlns:a16="http://schemas.microsoft.com/office/drawing/2014/main" id="{BC457250-3DA6-0803-D591-50801AD8EA6E}"/>
              </a:ext>
            </a:extLst>
          </p:cNvPr>
          <p:cNvSpPr>
            <a:spLocks noChangeAspect="1"/>
          </p:cNvSpPr>
          <p:nvPr/>
        </p:nvSpPr>
        <p:spPr>
          <a:xfrm>
            <a:off x="1594267" y="2004389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43" name="Ellipse 42">
            <a:extLst>
              <a:ext uri="{FF2B5EF4-FFF2-40B4-BE49-F238E27FC236}">
                <a16:creationId xmlns:a16="http://schemas.microsoft.com/office/drawing/2014/main" id="{09F39BF6-F159-711E-030B-6343D16CACC5}"/>
              </a:ext>
            </a:extLst>
          </p:cNvPr>
          <p:cNvSpPr>
            <a:spLocks noChangeAspect="1"/>
          </p:cNvSpPr>
          <p:nvPr/>
        </p:nvSpPr>
        <p:spPr>
          <a:xfrm>
            <a:off x="1722163" y="1755947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57" name="ZoneTexte 56">
            <a:extLst>
              <a:ext uri="{FF2B5EF4-FFF2-40B4-BE49-F238E27FC236}">
                <a16:creationId xmlns:a16="http://schemas.microsoft.com/office/drawing/2014/main" id="{63804213-EF22-0E82-39FD-F9FE8819F0F4}"/>
              </a:ext>
            </a:extLst>
          </p:cNvPr>
          <p:cNvSpPr txBox="1"/>
          <p:nvPr/>
        </p:nvSpPr>
        <p:spPr>
          <a:xfrm>
            <a:off x="3930517" y="297593"/>
            <a:ext cx="38792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MIN’</a:t>
            </a:r>
          </a:p>
        </p:txBody>
      </p:sp>
      <p:sp>
        <p:nvSpPr>
          <p:cNvPr id="58" name="ZoneTexte 57">
            <a:extLst>
              <a:ext uri="{FF2B5EF4-FFF2-40B4-BE49-F238E27FC236}">
                <a16:creationId xmlns:a16="http://schemas.microsoft.com/office/drawing/2014/main" id="{8068A8D4-594B-BD6F-7184-32EDD9244098}"/>
              </a:ext>
            </a:extLst>
          </p:cNvPr>
          <p:cNvSpPr txBox="1"/>
          <p:nvPr/>
        </p:nvSpPr>
        <p:spPr>
          <a:xfrm>
            <a:off x="4657858" y="296991"/>
            <a:ext cx="402354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 err="1">
                <a:solidFill>
                  <a:schemeClr val="bg1"/>
                </a:solidFill>
              </a:rPr>
              <a:t>T</a:t>
            </a:r>
            <a:r>
              <a:rPr lang="fr-FR" sz="1400" dirty="0">
                <a:solidFill>
                  <a:schemeClr val="bg1"/>
                </a:solidFill>
              </a:rPr>
              <a:t> / R</a:t>
            </a:r>
          </a:p>
        </p:txBody>
      </p:sp>
      <p:sp>
        <p:nvSpPr>
          <p:cNvPr id="60" name="ZoneTexte 59">
            <a:extLst>
              <a:ext uri="{FF2B5EF4-FFF2-40B4-BE49-F238E27FC236}">
                <a16:creationId xmlns:a16="http://schemas.microsoft.com/office/drawing/2014/main" id="{73837AE9-98F4-BEC0-257A-1B28D355F46D}"/>
              </a:ext>
            </a:extLst>
          </p:cNvPr>
          <p:cNvSpPr txBox="1"/>
          <p:nvPr/>
        </p:nvSpPr>
        <p:spPr>
          <a:xfrm>
            <a:off x="329064" y="4656249"/>
            <a:ext cx="1756891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u="sng" dirty="0">
                <a:solidFill>
                  <a:schemeClr val="bg1"/>
                </a:solidFill>
              </a:rPr>
              <a:t>PROJECTION CLUB </a:t>
            </a:r>
          </a:p>
        </p:txBody>
      </p:sp>
      <p:sp>
        <p:nvSpPr>
          <p:cNvPr id="61" name="ZoneTexte 60">
            <a:extLst>
              <a:ext uri="{FF2B5EF4-FFF2-40B4-BE49-F238E27FC236}">
                <a16:creationId xmlns:a16="http://schemas.microsoft.com/office/drawing/2014/main" id="{79E1C34A-F6BB-270E-4649-A2EC245A45B2}"/>
              </a:ext>
            </a:extLst>
          </p:cNvPr>
          <p:cNvSpPr txBox="1"/>
          <p:nvPr/>
        </p:nvSpPr>
        <p:spPr>
          <a:xfrm>
            <a:off x="126293" y="5143939"/>
            <a:ext cx="514564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L1 OM</a:t>
            </a:r>
          </a:p>
        </p:txBody>
      </p:sp>
      <p:sp>
        <p:nvSpPr>
          <p:cNvPr id="62" name="ZoneTexte 61">
            <a:extLst>
              <a:ext uri="{FF2B5EF4-FFF2-40B4-BE49-F238E27FC236}">
                <a16:creationId xmlns:a16="http://schemas.microsoft.com/office/drawing/2014/main" id="{4164FB4F-6D14-C5D5-625B-81861ECD2A0B}"/>
              </a:ext>
            </a:extLst>
          </p:cNvPr>
          <p:cNvSpPr txBox="1"/>
          <p:nvPr/>
        </p:nvSpPr>
        <p:spPr>
          <a:xfrm>
            <a:off x="105317" y="5523907"/>
            <a:ext cx="447238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PRÊT</a:t>
            </a:r>
          </a:p>
        </p:txBody>
      </p:sp>
      <p:sp>
        <p:nvSpPr>
          <p:cNvPr id="63" name="ZoneTexte 62">
            <a:extLst>
              <a:ext uri="{FF2B5EF4-FFF2-40B4-BE49-F238E27FC236}">
                <a16:creationId xmlns:a16="http://schemas.microsoft.com/office/drawing/2014/main" id="{AC2C110A-542B-8FAF-E6B3-0833B5CD5A4E}"/>
              </a:ext>
            </a:extLst>
          </p:cNvPr>
          <p:cNvSpPr txBox="1"/>
          <p:nvPr/>
        </p:nvSpPr>
        <p:spPr>
          <a:xfrm>
            <a:off x="120148" y="5903875"/>
            <a:ext cx="78867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VENTE %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EB043B7F-7E24-8CC1-0ADB-19151164B377}"/>
              </a:ext>
            </a:extLst>
          </p:cNvPr>
          <p:cNvSpPr txBox="1"/>
          <p:nvPr/>
        </p:nvSpPr>
        <p:spPr>
          <a:xfrm>
            <a:off x="5377785" y="290430"/>
            <a:ext cx="421590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B / A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5E963B1-4883-32C9-1A19-6F9204ED4BD4}"/>
              </a:ext>
            </a:extLst>
          </p:cNvPr>
          <p:cNvSpPr txBox="1"/>
          <p:nvPr/>
        </p:nvSpPr>
        <p:spPr>
          <a:xfrm>
            <a:off x="3298900" y="290430"/>
            <a:ext cx="137858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3A092456-C1E1-75BF-4547-654CBFC298B3}"/>
              </a:ext>
            </a:extLst>
          </p:cNvPr>
          <p:cNvSpPr txBox="1"/>
          <p:nvPr/>
        </p:nvSpPr>
        <p:spPr>
          <a:xfrm>
            <a:off x="5984009" y="304527"/>
            <a:ext cx="666849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CJ / CR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875BE1A6-3472-5328-5FA8-0350B710FA01}"/>
              </a:ext>
            </a:extLst>
          </p:cNvPr>
          <p:cNvSpPr txBox="1"/>
          <p:nvPr/>
        </p:nvSpPr>
        <p:spPr>
          <a:xfrm>
            <a:off x="444489" y="3818549"/>
            <a:ext cx="338234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800" dirty="0">
                <a:solidFill>
                  <a:schemeClr val="bg1"/>
                </a:solidFill>
              </a:rPr>
              <a:t>TAILLE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255D2AA1-13FD-A872-A08B-439B6C8F41DD}"/>
              </a:ext>
            </a:extLst>
          </p:cNvPr>
          <p:cNvSpPr txBox="1"/>
          <p:nvPr/>
        </p:nvSpPr>
        <p:spPr>
          <a:xfrm>
            <a:off x="454908" y="4208495"/>
            <a:ext cx="317395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800" dirty="0">
                <a:solidFill>
                  <a:schemeClr val="bg1"/>
                </a:solidFill>
              </a:rPr>
              <a:t>POIDS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357C0972-6C65-D95F-8E88-3D74A660D450}"/>
              </a:ext>
            </a:extLst>
          </p:cNvPr>
          <p:cNvSpPr txBox="1"/>
          <p:nvPr/>
        </p:nvSpPr>
        <p:spPr>
          <a:xfrm>
            <a:off x="83012" y="3068169"/>
            <a:ext cx="106118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800" dirty="0">
                <a:solidFill>
                  <a:schemeClr val="bg1"/>
                </a:solidFill>
              </a:rPr>
              <a:t>DATE DE NAISSANCE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ED4231A9-CEDA-659F-FFF3-5E31C0883722}"/>
              </a:ext>
            </a:extLst>
          </p:cNvPr>
          <p:cNvSpPr txBox="1"/>
          <p:nvPr/>
        </p:nvSpPr>
        <p:spPr>
          <a:xfrm>
            <a:off x="350968" y="3440174"/>
            <a:ext cx="537006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800" dirty="0">
                <a:solidFill>
                  <a:schemeClr val="bg1"/>
                </a:solidFill>
              </a:rPr>
              <a:t>PIED FORT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F2888457-54A3-DB61-DDCD-38B5E9389BE5}"/>
              </a:ext>
            </a:extLst>
          </p:cNvPr>
          <p:cNvSpPr txBox="1"/>
          <p:nvPr/>
        </p:nvSpPr>
        <p:spPr>
          <a:xfrm>
            <a:off x="296774" y="2391492"/>
            <a:ext cx="575479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800" dirty="0">
                <a:solidFill>
                  <a:schemeClr val="bg1"/>
                </a:solidFill>
              </a:rPr>
              <a:t>SÉLÉCTION</a:t>
            </a:r>
          </a:p>
        </p:txBody>
      </p:sp>
      <p:sp>
        <p:nvSpPr>
          <p:cNvPr id="66" name="Ellipse 65">
            <a:extLst>
              <a:ext uri="{FF2B5EF4-FFF2-40B4-BE49-F238E27FC236}">
                <a16:creationId xmlns:a16="http://schemas.microsoft.com/office/drawing/2014/main" id="{445AF860-2911-CF3B-22EE-FB7122319179}"/>
              </a:ext>
            </a:extLst>
          </p:cNvPr>
          <p:cNvSpPr>
            <a:spLocks noChangeAspect="1"/>
          </p:cNvSpPr>
          <p:nvPr/>
        </p:nvSpPr>
        <p:spPr>
          <a:xfrm>
            <a:off x="1437717" y="1379406"/>
            <a:ext cx="156550" cy="147478"/>
          </a:xfrm>
          <a:prstGeom prst="ellipse">
            <a:avLst/>
          </a:prstGeom>
          <a:solidFill>
            <a:srgbClr val="B695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67" name="Ellipse 66">
            <a:extLst>
              <a:ext uri="{FF2B5EF4-FFF2-40B4-BE49-F238E27FC236}">
                <a16:creationId xmlns:a16="http://schemas.microsoft.com/office/drawing/2014/main" id="{E0E73222-96E1-E0FE-8F40-1144D214114F}"/>
              </a:ext>
            </a:extLst>
          </p:cNvPr>
          <p:cNvSpPr>
            <a:spLocks noChangeAspect="1"/>
          </p:cNvSpPr>
          <p:nvPr/>
        </p:nvSpPr>
        <p:spPr>
          <a:xfrm>
            <a:off x="1997307" y="909286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68" name="Ellipse 67">
            <a:extLst>
              <a:ext uri="{FF2B5EF4-FFF2-40B4-BE49-F238E27FC236}">
                <a16:creationId xmlns:a16="http://schemas.microsoft.com/office/drawing/2014/main" id="{1BAD8109-A323-5B69-D00E-BF66F2F450BA}"/>
              </a:ext>
            </a:extLst>
          </p:cNvPr>
          <p:cNvSpPr>
            <a:spLocks noChangeAspect="1"/>
          </p:cNvSpPr>
          <p:nvPr/>
        </p:nvSpPr>
        <p:spPr>
          <a:xfrm>
            <a:off x="1991897" y="1720319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70" name="Ellipse 69">
            <a:extLst>
              <a:ext uri="{FF2B5EF4-FFF2-40B4-BE49-F238E27FC236}">
                <a16:creationId xmlns:a16="http://schemas.microsoft.com/office/drawing/2014/main" id="{0F1919ED-E5DC-F289-F6EE-A04116881496}"/>
              </a:ext>
            </a:extLst>
          </p:cNvPr>
          <p:cNvSpPr>
            <a:spLocks noChangeAspect="1"/>
          </p:cNvSpPr>
          <p:nvPr/>
        </p:nvSpPr>
        <p:spPr>
          <a:xfrm>
            <a:off x="1750817" y="1379406"/>
            <a:ext cx="156550" cy="147478"/>
          </a:xfrm>
          <a:prstGeom prst="ellipse">
            <a:avLst/>
          </a:prstGeom>
          <a:solidFill>
            <a:srgbClr val="B695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44478FD3-B614-9B03-723D-FE856A473766}"/>
              </a:ext>
            </a:extLst>
          </p:cNvPr>
          <p:cNvSpPr/>
          <p:nvPr/>
        </p:nvSpPr>
        <p:spPr>
          <a:xfrm>
            <a:off x="2722513" y="3181646"/>
            <a:ext cx="2719446" cy="3041452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79" name="ZoneTexte 178">
            <a:extLst>
              <a:ext uri="{FF2B5EF4-FFF2-40B4-BE49-F238E27FC236}">
                <a16:creationId xmlns:a16="http://schemas.microsoft.com/office/drawing/2014/main" id="{B2F0C170-DEE7-9D12-D838-865D4C23A849}"/>
              </a:ext>
            </a:extLst>
          </p:cNvPr>
          <p:cNvSpPr txBox="1"/>
          <p:nvPr/>
        </p:nvSpPr>
        <p:spPr>
          <a:xfrm>
            <a:off x="2758727" y="3200857"/>
            <a:ext cx="1258358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TECHNIQUE OFF</a:t>
            </a: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6D661CEA-B21F-DC45-8BAA-66E200F28D83}"/>
              </a:ext>
            </a:extLst>
          </p:cNvPr>
          <p:cNvSpPr/>
          <p:nvPr/>
        </p:nvSpPr>
        <p:spPr>
          <a:xfrm>
            <a:off x="5548009" y="3177673"/>
            <a:ext cx="2719446" cy="3041452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E62A710D-DE79-95AE-7605-A948598F19E5}"/>
              </a:ext>
            </a:extLst>
          </p:cNvPr>
          <p:cNvSpPr/>
          <p:nvPr/>
        </p:nvSpPr>
        <p:spPr>
          <a:xfrm>
            <a:off x="8653751" y="3166230"/>
            <a:ext cx="2719446" cy="3041452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82" name="ZoneTexte 181">
            <a:extLst>
              <a:ext uri="{FF2B5EF4-FFF2-40B4-BE49-F238E27FC236}">
                <a16:creationId xmlns:a16="http://schemas.microsoft.com/office/drawing/2014/main" id="{2DEB2ADA-0502-E980-6084-D4E53230FE15}"/>
              </a:ext>
            </a:extLst>
          </p:cNvPr>
          <p:cNvSpPr txBox="1"/>
          <p:nvPr/>
        </p:nvSpPr>
        <p:spPr>
          <a:xfrm>
            <a:off x="5586106" y="3213049"/>
            <a:ext cx="1255152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TECHNIQUE DEF</a:t>
            </a:r>
          </a:p>
        </p:txBody>
      </p:sp>
      <p:sp>
        <p:nvSpPr>
          <p:cNvPr id="183" name="ZoneTexte 182">
            <a:extLst>
              <a:ext uri="{FF2B5EF4-FFF2-40B4-BE49-F238E27FC236}">
                <a16:creationId xmlns:a16="http://schemas.microsoft.com/office/drawing/2014/main" id="{F3A671A5-0486-ADC9-9C29-B936BAE5822F}"/>
              </a:ext>
            </a:extLst>
          </p:cNvPr>
          <p:cNvSpPr txBox="1"/>
          <p:nvPr/>
        </p:nvSpPr>
        <p:spPr>
          <a:xfrm>
            <a:off x="8409719" y="3213049"/>
            <a:ext cx="77905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TACTIQUE</a:t>
            </a:r>
          </a:p>
        </p:txBody>
      </p:sp>
      <p:sp>
        <p:nvSpPr>
          <p:cNvPr id="184" name="ZoneTexte 183">
            <a:extLst>
              <a:ext uri="{FF2B5EF4-FFF2-40B4-BE49-F238E27FC236}">
                <a16:creationId xmlns:a16="http://schemas.microsoft.com/office/drawing/2014/main" id="{07F431F5-12B8-E7F6-0590-24FD5EF3E17C}"/>
              </a:ext>
            </a:extLst>
          </p:cNvPr>
          <p:cNvSpPr txBox="1"/>
          <p:nvPr/>
        </p:nvSpPr>
        <p:spPr>
          <a:xfrm>
            <a:off x="2957791" y="3542375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Prise de balle et enchainement </a:t>
            </a:r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E6B7C079-EE80-5EFF-8D78-6D02F8442D79}"/>
              </a:ext>
            </a:extLst>
          </p:cNvPr>
          <p:cNvSpPr/>
          <p:nvPr/>
        </p:nvSpPr>
        <p:spPr>
          <a:xfrm>
            <a:off x="5573619" y="3798897"/>
            <a:ext cx="132154" cy="9311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34C782C7-F215-97F8-CCDF-1A0AA9BACA4C}"/>
              </a:ext>
            </a:extLst>
          </p:cNvPr>
          <p:cNvSpPr/>
          <p:nvPr/>
        </p:nvSpPr>
        <p:spPr>
          <a:xfrm>
            <a:off x="2765288" y="3545126"/>
            <a:ext cx="132154" cy="931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62790FD2-8FAC-28C6-B203-14C3640B9D04}"/>
              </a:ext>
            </a:extLst>
          </p:cNvPr>
          <p:cNvSpPr/>
          <p:nvPr/>
        </p:nvSpPr>
        <p:spPr>
          <a:xfrm>
            <a:off x="8423435" y="3495883"/>
            <a:ext cx="132154" cy="9311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88" name="ZoneTexte 187">
            <a:extLst>
              <a:ext uri="{FF2B5EF4-FFF2-40B4-BE49-F238E27FC236}">
                <a16:creationId xmlns:a16="http://schemas.microsoft.com/office/drawing/2014/main" id="{50DA7D99-B0FB-D6C8-CE5E-10A46588F3BF}"/>
              </a:ext>
            </a:extLst>
          </p:cNvPr>
          <p:cNvSpPr txBox="1"/>
          <p:nvPr/>
        </p:nvSpPr>
        <p:spPr>
          <a:xfrm>
            <a:off x="8643296" y="3480656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S’associer avec les autres</a:t>
            </a:r>
          </a:p>
        </p:txBody>
      </p:sp>
      <p:sp>
        <p:nvSpPr>
          <p:cNvPr id="189" name="ZoneTexte 188">
            <a:extLst>
              <a:ext uri="{FF2B5EF4-FFF2-40B4-BE49-F238E27FC236}">
                <a16:creationId xmlns:a16="http://schemas.microsoft.com/office/drawing/2014/main" id="{35B7FE64-2772-191F-F887-05CC4F990195}"/>
              </a:ext>
            </a:extLst>
          </p:cNvPr>
          <p:cNvSpPr txBox="1"/>
          <p:nvPr/>
        </p:nvSpPr>
        <p:spPr>
          <a:xfrm>
            <a:off x="2951695" y="3788848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Technique sous pression</a:t>
            </a:r>
          </a:p>
        </p:txBody>
      </p:sp>
      <p:sp>
        <p:nvSpPr>
          <p:cNvPr id="190" name="ZoneTexte 189">
            <a:extLst>
              <a:ext uri="{FF2B5EF4-FFF2-40B4-BE49-F238E27FC236}">
                <a16:creationId xmlns:a16="http://schemas.microsoft.com/office/drawing/2014/main" id="{4D9357B0-0581-2816-BB2B-C63BFAF1CEB5}"/>
              </a:ext>
            </a:extLst>
          </p:cNvPr>
          <p:cNvSpPr txBox="1"/>
          <p:nvPr/>
        </p:nvSpPr>
        <p:spPr>
          <a:xfrm>
            <a:off x="2951695" y="4243974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Qualité de la 1</a:t>
            </a:r>
            <a:r>
              <a:rPr lang="fr-FR" sz="1000" baseline="30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ère</a:t>
            </a:r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touche</a:t>
            </a:r>
          </a:p>
        </p:txBody>
      </p:sp>
      <p:sp>
        <p:nvSpPr>
          <p:cNvPr id="191" name="ZoneTexte 190">
            <a:extLst>
              <a:ext uri="{FF2B5EF4-FFF2-40B4-BE49-F238E27FC236}">
                <a16:creationId xmlns:a16="http://schemas.microsoft.com/office/drawing/2014/main" id="{9439BDB7-DEA0-482E-119C-00126ED979AF}"/>
              </a:ext>
            </a:extLst>
          </p:cNvPr>
          <p:cNvSpPr txBox="1"/>
          <p:nvPr/>
        </p:nvSpPr>
        <p:spPr>
          <a:xfrm>
            <a:off x="5720138" y="3542374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Cadrage porteur / Orientation </a:t>
            </a:r>
          </a:p>
        </p:txBody>
      </p:sp>
      <p:sp>
        <p:nvSpPr>
          <p:cNvPr id="192" name="ZoneTexte 191">
            <a:extLst>
              <a:ext uri="{FF2B5EF4-FFF2-40B4-BE49-F238E27FC236}">
                <a16:creationId xmlns:a16="http://schemas.microsoft.com/office/drawing/2014/main" id="{4AB11AF8-5469-E20E-695C-FB1CD73B0D39}"/>
              </a:ext>
            </a:extLst>
          </p:cNvPr>
          <p:cNvSpPr txBox="1"/>
          <p:nvPr/>
        </p:nvSpPr>
        <p:spPr>
          <a:xfrm>
            <a:off x="5711750" y="3774582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Jeu aérien </a:t>
            </a:r>
          </a:p>
        </p:txBody>
      </p:sp>
      <p:sp>
        <p:nvSpPr>
          <p:cNvPr id="193" name="ZoneTexte 192">
            <a:extLst>
              <a:ext uri="{FF2B5EF4-FFF2-40B4-BE49-F238E27FC236}">
                <a16:creationId xmlns:a16="http://schemas.microsoft.com/office/drawing/2014/main" id="{754F4A4D-C912-0E69-711D-5AB36F3BB907}"/>
              </a:ext>
            </a:extLst>
          </p:cNvPr>
          <p:cNvSpPr txBox="1"/>
          <p:nvPr/>
        </p:nvSpPr>
        <p:spPr>
          <a:xfrm>
            <a:off x="5714042" y="3998245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Distance d’intervention</a:t>
            </a:r>
          </a:p>
        </p:txBody>
      </p:sp>
      <p:sp>
        <p:nvSpPr>
          <p:cNvPr id="194" name="ZoneTexte 193">
            <a:extLst>
              <a:ext uri="{FF2B5EF4-FFF2-40B4-BE49-F238E27FC236}">
                <a16:creationId xmlns:a16="http://schemas.microsoft.com/office/drawing/2014/main" id="{96B6BD1B-72C4-5FD9-E009-D85863C74D4D}"/>
              </a:ext>
            </a:extLst>
          </p:cNvPr>
          <p:cNvSpPr txBox="1"/>
          <p:nvPr/>
        </p:nvSpPr>
        <p:spPr>
          <a:xfrm>
            <a:off x="8643296" y="3678372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Lecture des situations offensives</a:t>
            </a:r>
          </a:p>
        </p:txBody>
      </p:sp>
      <p:sp>
        <p:nvSpPr>
          <p:cNvPr id="195" name="ZoneTexte 194">
            <a:extLst>
              <a:ext uri="{FF2B5EF4-FFF2-40B4-BE49-F238E27FC236}">
                <a16:creationId xmlns:a16="http://schemas.microsoft.com/office/drawing/2014/main" id="{4507B041-B0B7-436F-4D8A-0974A21AD975}"/>
              </a:ext>
            </a:extLst>
          </p:cNvPr>
          <p:cNvSpPr txBox="1"/>
          <p:nvPr/>
        </p:nvSpPr>
        <p:spPr>
          <a:xfrm>
            <a:off x="8656474" y="5546525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Lecture des situations défensives</a:t>
            </a:r>
          </a:p>
        </p:txBody>
      </p:sp>
      <p:sp>
        <p:nvSpPr>
          <p:cNvPr id="196" name="ZoneTexte 195">
            <a:extLst>
              <a:ext uri="{FF2B5EF4-FFF2-40B4-BE49-F238E27FC236}">
                <a16:creationId xmlns:a16="http://schemas.microsoft.com/office/drawing/2014/main" id="{2834519B-2438-09EA-D489-2F7BB9026E2A}"/>
              </a:ext>
            </a:extLst>
          </p:cNvPr>
          <p:cNvSpPr txBox="1"/>
          <p:nvPr/>
        </p:nvSpPr>
        <p:spPr>
          <a:xfrm>
            <a:off x="8645588" y="3850412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Capacité à reconnaitre son rôle</a:t>
            </a:r>
          </a:p>
        </p:txBody>
      </p:sp>
      <p:sp>
        <p:nvSpPr>
          <p:cNvPr id="197" name="ZoneTexte 196">
            <a:extLst>
              <a:ext uri="{FF2B5EF4-FFF2-40B4-BE49-F238E27FC236}">
                <a16:creationId xmlns:a16="http://schemas.microsoft.com/office/drawing/2014/main" id="{5952F881-5849-F7A2-F158-D19F660D22A4}"/>
              </a:ext>
            </a:extLst>
          </p:cNvPr>
          <p:cNvSpPr txBox="1"/>
          <p:nvPr/>
        </p:nvSpPr>
        <p:spPr>
          <a:xfrm>
            <a:off x="8645588" y="4053296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Prise d’informations</a:t>
            </a:r>
          </a:p>
        </p:txBody>
      </p:sp>
      <p:sp>
        <p:nvSpPr>
          <p:cNvPr id="198" name="ZoneTexte 197">
            <a:extLst>
              <a:ext uri="{FF2B5EF4-FFF2-40B4-BE49-F238E27FC236}">
                <a16:creationId xmlns:a16="http://schemas.microsoft.com/office/drawing/2014/main" id="{E2DF73ED-BAA6-83BA-0399-EB76893EAE18}"/>
              </a:ext>
            </a:extLst>
          </p:cNvPr>
          <p:cNvSpPr txBox="1"/>
          <p:nvPr/>
        </p:nvSpPr>
        <p:spPr>
          <a:xfrm>
            <a:off x="2951695" y="4482213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Qualité de la conduite de balle</a:t>
            </a:r>
          </a:p>
        </p:txBody>
      </p:sp>
      <p:sp>
        <p:nvSpPr>
          <p:cNvPr id="199" name="ZoneTexte 198">
            <a:extLst>
              <a:ext uri="{FF2B5EF4-FFF2-40B4-BE49-F238E27FC236}">
                <a16:creationId xmlns:a16="http://schemas.microsoft.com/office/drawing/2014/main" id="{51005AD8-38A0-A391-5228-AFF122C0F519}"/>
              </a:ext>
            </a:extLst>
          </p:cNvPr>
          <p:cNvSpPr txBox="1"/>
          <p:nvPr/>
        </p:nvSpPr>
        <p:spPr>
          <a:xfrm>
            <a:off x="2957791" y="4707765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Orientation du corps</a:t>
            </a:r>
          </a:p>
        </p:txBody>
      </p:sp>
      <p:sp>
        <p:nvSpPr>
          <p:cNvPr id="200" name="ZoneTexte 199">
            <a:extLst>
              <a:ext uri="{FF2B5EF4-FFF2-40B4-BE49-F238E27FC236}">
                <a16:creationId xmlns:a16="http://schemas.microsoft.com/office/drawing/2014/main" id="{A548B696-7D1D-B54F-F7C8-B4BB29D4799F}"/>
              </a:ext>
            </a:extLst>
          </p:cNvPr>
          <p:cNvSpPr txBox="1"/>
          <p:nvPr/>
        </p:nvSpPr>
        <p:spPr>
          <a:xfrm>
            <a:off x="8645588" y="4269266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Volonté de jouer vers l’avant</a:t>
            </a:r>
          </a:p>
        </p:txBody>
      </p:sp>
      <p:sp>
        <p:nvSpPr>
          <p:cNvPr id="201" name="ZoneTexte 200">
            <a:extLst>
              <a:ext uri="{FF2B5EF4-FFF2-40B4-BE49-F238E27FC236}">
                <a16:creationId xmlns:a16="http://schemas.microsoft.com/office/drawing/2014/main" id="{46C52225-692F-BD6E-8352-911CC4D08AAC}"/>
              </a:ext>
            </a:extLst>
          </p:cNvPr>
          <p:cNvSpPr txBox="1"/>
          <p:nvPr/>
        </p:nvSpPr>
        <p:spPr>
          <a:xfrm>
            <a:off x="8645588" y="4477327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Détacher son regard du ballon</a:t>
            </a:r>
          </a:p>
        </p:txBody>
      </p:sp>
      <p:sp>
        <p:nvSpPr>
          <p:cNvPr id="202" name="ZoneTexte 201">
            <a:extLst>
              <a:ext uri="{FF2B5EF4-FFF2-40B4-BE49-F238E27FC236}">
                <a16:creationId xmlns:a16="http://schemas.microsoft.com/office/drawing/2014/main" id="{5528C637-192F-FE84-1022-E8C3B2FACBDE}"/>
              </a:ext>
            </a:extLst>
          </p:cNvPr>
          <p:cNvSpPr txBox="1"/>
          <p:nvPr/>
        </p:nvSpPr>
        <p:spPr>
          <a:xfrm>
            <a:off x="5714042" y="4248820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Présence 2</a:t>
            </a:r>
            <a:r>
              <a:rPr lang="fr-FR" sz="1000" baseline="30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nd</a:t>
            </a:r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ballon</a:t>
            </a:r>
          </a:p>
        </p:txBody>
      </p:sp>
      <p:sp>
        <p:nvSpPr>
          <p:cNvPr id="203" name="ZoneTexte 202">
            <a:extLst>
              <a:ext uri="{FF2B5EF4-FFF2-40B4-BE49-F238E27FC236}">
                <a16:creationId xmlns:a16="http://schemas.microsoft.com/office/drawing/2014/main" id="{9509F39B-B034-89E7-4AF4-6719BD0FCC2F}"/>
              </a:ext>
            </a:extLst>
          </p:cNvPr>
          <p:cNvSpPr txBox="1"/>
          <p:nvPr/>
        </p:nvSpPr>
        <p:spPr>
          <a:xfrm>
            <a:off x="8645588" y="4688484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Changement de statut rapide </a:t>
            </a:r>
          </a:p>
        </p:txBody>
      </p:sp>
      <p:sp>
        <p:nvSpPr>
          <p:cNvPr id="204" name="ZoneTexte 203">
            <a:extLst>
              <a:ext uri="{FF2B5EF4-FFF2-40B4-BE49-F238E27FC236}">
                <a16:creationId xmlns:a16="http://schemas.microsoft.com/office/drawing/2014/main" id="{E2BE9A8C-3E26-544D-AEAB-1D3AEDD84952}"/>
              </a:ext>
            </a:extLst>
          </p:cNvPr>
          <p:cNvSpPr txBox="1"/>
          <p:nvPr/>
        </p:nvSpPr>
        <p:spPr>
          <a:xfrm>
            <a:off x="5714042" y="4503613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Défendre les lignes de passes</a:t>
            </a:r>
          </a:p>
        </p:txBody>
      </p:sp>
      <p:sp>
        <p:nvSpPr>
          <p:cNvPr id="205" name="ZoneTexte 204">
            <a:extLst>
              <a:ext uri="{FF2B5EF4-FFF2-40B4-BE49-F238E27FC236}">
                <a16:creationId xmlns:a16="http://schemas.microsoft.com/office/drawing/2014/main" id="{226C80D5-B6A2-EF47-D3BD-B19E9D2BA3DA}"/>
              </a:ext>
            </a:extLst>
          </p:cNvPr>
          <p:cNvSpPr txBox="1"/>
          <p:nvPr/>
        </p:nvSpPr>
        <p:spPr>
          <a:xfrm>
            <a:off x="5714042" y="4743099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Défendre en avançant</a:t>
            </a:r>
          </a:p>
        </p:txBody>
      </p:sp>
      <p:sp>
        <p:nvSpPr>
          <p:cNvPr id="206" name="ZoneTexte 205">
            <a:extLst>
              <a:ext uri="{FF2B5EF4-FFF2-40B4-BE49-F238E27FC236}">
                <a16:creationId xmlns:a16="http://schemas.microsoft.com/office/drawing/2014/main" id="{BDD8C1AF-70C3-5223-47A6-4027DA2B926B}"/>
              </a:ext>
            </a:extLst>
          </p:cNvPr>
          <p:cNvSpPr txBox="1"/>
          <p:nvPr/>
        </p:nvSpPr>
        <p:spPr>
          <a:xfrm>
            <a:off x="8656474" y="4905377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Jeu de position</a:t>
            </a:r>
          </a:p>
        </p:txBody>
      </p:sp>
      <p:sp>
        <p:nvSpPr>
          <p:cNvPr id="207" name="ZoneTexte 206">
            <a:extLst>
              <a:ext uri="{FF2B5EF4-FFF2-40B4-BE49-F238E27FC236}">
                <a16:creationId xmlns:a16="http://schemas.microsoft.com/office/drawing/2014/main" id="{63CA8314-D406-7E90-D889-4C5682A15521}"/>
              </a:ext>
            </a:extLst>
          </p:cNvPr>
          <p:cNvSpPr txBox="1"/>
          <p:nvPr/>
        </p:nvSpPr>
        <p:spPr>
          <a:xfrm>
            <a:off x="8656474" y="5122739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Gestion du rythme</a:t>
            </a:r>
          </a:p>
        </p:txBody>
      </p:sp>
      <p:sp>
        <p:nvSpPr>
          <p:cNvPr id="208" name="ZoneTexte 207">
            <a:extLst>
              <a:ext uri="{FF2B5EF4-FFF2-40B4-BE49-F238E27FC236}">
                <a16:creationId xmlns:a16="http://schemas.microsoft.com/office/drawing/2014/main" id="{96B7B3EF-E88E-3E35-8FA6-C37A3051BE8E}"/>
              </a:ext>
            </a:extLst>
          </p:cNvPr>
          <p:cNvSpPr txBox="1"/>
          <p:nvPr/>
        </p:nvSpPr>
        <p:spPr>
          <a:xfrm>
            <a:off x="2951695" y="4940299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Avant dernière et dernière passe</a:t>
            </a:r>
          </a:p>
        </p:txBody>
      </p:sp>
      <p:sp>
        <p:nvSpPr>
          <p:cNvPr id="209" name="ZoneTexte 208">
            <a:extLst>
              <a:ext uri="{FF2B5EF4-FFF2-40B4-BE49-F238E27FC236}">
                <a16:creationId xmlns:a16="http://schemas.microsoft.com/office/drawing/2014/main" id="{001FBC4D-F348-FA48-403C-F7CA2911578A}"/>
              </a:ext>
            </a:extLst>
          </p:cNvPr>
          <p:cNvSpPr txBox="1"/>
          <p:nvPr/>
        </p:nvSpPr>
        <p:spPr>
          <a:xfrm>
            <a:off x="2951695" y="5158014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Finition</a:t>
            </a:r>
          </a:p>
        </p:txBody>
      </p:sp>
      <p:sp>
        <p:nvSpPr>
          <p:cNvPr id="210" name="ZoneTexte 209">
            <a:extLst>
              <a:ext uri="{FF2B5EF4-FFF2-40B4-BE49-F238E27FC236}">
                <a16:creationId xmlns:a16="http://schemas.microsoft.com/office/drawing/2014/main" id="{D0A86BD2-963C-9DD8-615C-A6B60B65EA0A}"/>
              </a:ext>
            </a:extLst>
          </p:cNvPr>
          <p:cNvSpPr txBox="1"/>
          <p:nvPr/>
        </p:nvSpPr>
        <p:spPr>
          <a:xfrm>
            <a:off x="2940809" y="4026259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Capacité à s’orienter sur une touche </a:t>
            </a:r>
          </a:p>
        </p:txBody>
      </p:sp>
      <p:sp>
        <p:nvSpPr>
          <p:cNvPr id="211" name="ZoneTexte 210">
            <a:extLst>
              <a:ext uri="{FF2B5EF4-FFF2-40B4-BE49-F238E27FC236}">
                <a16:creationId xmlns:a16="http://schemas.microsoft.com/office/drawing/2014/main" id="{410032A2-CCB2-BC85-7CBE-7A6619959E06}"/>
              </a:ext>
            </a:extLst>
          </p:cNvPr>
          <p:cNvSpPr txBox="1"/>
          <p:nvPr/>
        </p:nvSpPr>
        <p:spPr>
          <a:xfrm>
            <a:off x="2940809" y="5375728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Jeu en une touche de balle</a:t>
            </a:r>
          </a:p>
        </p:txBody>
      </p:sp>
      <p:sp>
        <p:nvSpPr>
          <p:cNvPr id="212" name="ZoneTexte 211">
            <a:extLst>
              <a:ext uri="{FF2B5EF4-FFF2-40B4-BE49-F238E27FC236}">
                <a16:creationId xmlns:a16="http://schemas.microsoft.com/office/drawing/2014/main" id="{11D8CCEA-37A7-9108-F790-8ECE63F30671}"/>
              </a:ext>
            </a:extLst>
          </p:cNvPr>
          <p:cNvSpPr txBox="1"/>
          <p:nvPr/>
        </p:nvSpPr>
        <p:spPr>
          <a:xfrm>
            <a:off x="8656474" y="5351025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Capacité à orienter le jeu </a:t>
            </a:r>
          </a:p>
        </p:txBody>
      </p:sp>
      <p:sp>
        <p:nvSpPr>
          <p:cNvPr id="213" name="ZoneTexte 212">
            <a:extLst>
              <a:ext uri="{FF2B5EF4-FFF2-40B4-BE49-F238E27FC236}">
                <a16:creationId xmlns:a16="http://schemas.microsoft.com/office/drawing/2014/main" id="{1C0D7481-C9AA-3C05-1B2B-51059F8355CA}"/>
              </a:ext>
            </a:extLst>
          </p:cNvPr>
          <p:cNvSpPr txBox="1"/>
          <p:nvPr/>
        </p:nvSpPr>
        <p:spPr>
          <a:xfrm>
            <a:off x="8656474" y="5771539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Gestion des situations de crise</a:t>
            </a:r>
          </a:p>
        </p:txBody>
      </p:sp>
      <p:sp>
        <p:nvSpPr>
          <p:cNvPr id="214" name="ZoneTexte 213">
            <a:extLst>
              <a:ext uri="{FF2B5EF4-FFF2-40B4-BE49-F238E27FC236}">
                <a16:creationId xmlns:a16="http://schemas.microsoft.com/office/drawing/2014/main" id="{BB87E62B-845B-6631-A4DD-E429859F1DC9}"/>
              </a:ext>
            </a:extLst>
          </p:cNvPr>
          <p:cNvSpPr txBox="1"/>
          <p:nvPr/>
        </p:nvSpPr>
        <p:spPr>
          <a:xfrm>
            <a:off x="8936720" y="5976757"/>
            <a:ext cx="247142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Préventif et accompagnement du bloc</a:t>
            </a:r>
          </a:p>
        </p:txBody>
      </p:sp>
      <p:sp>
        <p:nvSpPr>
          <p:cNvPr id="215" name="ZoneTexte 214">
            <a:extLst>
              <a:ext uri="{FF2B5EF4-FFF2-40B4-BE49-F238E27FC236}">
                <a16:creationId xmlns:a16="http://schemas.microsoft.com/office/drawing/2014/main" id="{E774F087-BD47-891F-D181-4D6B4BB98DEE}"/>
              </a:ext>
            </a:extLst>
          </p:cNvPr>
          <p:cNvSpPr txBox="1"/>
          <p:nvPr/>
        </p:nvSpPr>
        <p:spPr>
          <a:xfrm>
            <a:off x="2929924" y="5615214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Jeu court</a:t>
            </a:r>
          </a:p>
        </p:txBody>
      </p:sp>
      <p:sp>
        <p:nvSpPr>
          <p:cNvPr id="216" name="ZoneTexte 215">
            <a:extLst>
              <a:ext uri="{FF2B5EF4-FFF2-40B4-BE49-F238E27FC236}">
                <a16:creationId xmlns:a16="http://schemas.microsoft.com/office/drawing/2014/main" id="{230A687C-5548-CF60-7CD6-2315FDD6A73D}"/>
              </a:ext>
            </a:extLst>
          </p:cNvPr>
          <p:cNvSpPr txBox="1"/>
          <p:nvPr/>
        </p:nvSpPr>
        <p:spPr>
          <a:xfrm>
            <a:off x="2929924" y="5832928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Jeu long</a:t>
            </a:r>
          </a:p>
        </p:txBody>
      </p:sp>
      <p:sp>
        <p:nvSpPr>
          <p:cNvPr id="217" name="ZoneTexte 216">
            <a:extLst>
              <a:ext uri="{FF2B5EF4-FFF2-40B4-BE49-F238E27FC236}">
                <a16:creationId xmlns:a16="http://schemas.microsoft.com/office/drawing/2014/main" id="{7D19F3FE-8F1D-91D3-28CA-D08075472EE3}"/>
              </a:ext>
            </a:extLst>
          </p:cNvPr>
          <p:cNvSpPr txBox="1"/>
          <p:nvPr/>
        </p:nvSpPr>
        <p:spPr>
          <a:xfrm>
            <a:off x="2951695" y="6049959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Utilisation des deux pieds</a:t>
            </a:r>
          </a:p>
        </p:txBody>
      </p:sp>
      <p:sp>
        <p:nvSpPr>
          <p:cNvPr id="218" name="ZoneTexte 217">
            <a:extLst>
              <a:ext uri="{FF2B5EF4-FFF2-40B4-BE49-F238E27FC236}">
                <a16:creationId xmlns:a16="http://schemas.microsoft.com/office/drawing/2014/main" id="{859614C9-2BB7-6CC4-529A-A8E76A5141C1}"/>
              </a:ext>
            </a:extLst>
          </p:cNvPr>
          <p:cNvSpPr txBox="1"/>
          <p:nvPr/>
        </p:nvSpPr>
        <p:spPr>
          <a:xfrm>
            <a:off x="5711750" y="4974013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Engagement dans le duel </a:t>
            </a:r>
          </a:p>
        </p:txBody>
      </p:sp>
      <p:sp>
        <p:nvSpPr>
          <p:cNvPr id="219" name="ZoneTexte 218">
            <a:extLst>
              <a:ext uri="{FF2B5EF4-FFF2-40B4-BE49-F238E27FC236}">
                <a16:creationId xmlns:a16="http://schemas.microsoft.com/office/drawing/2014/main" id="{7C6DD1CB-FE5B-FC53-7B8D-C0D7567E4E4F}"/>
              </a:ext>
            </a:extLst>
          </p:cNvPr>
          <p:cNvSpPr txBox="1"/>
          <p:nvPr/>
        </p:nvSpPr>
        <p:spPr>
          <a:xfrm>
            <a:off x="5705773" y="5195142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Anticipation / interception</a:t>
            </a:r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61B22017-11C9-D3A4-848E-788FCC39D90E}"/>
              </a:ext>
            </a:extLst>
          </p:cNvPr>
          <p:cNvSpPr/>
          <p:nvPr/>
        </p:nvSpPr>
        <p:spPr>
          <a:xfrm>
            <a:off x="2759311" y="3796137"/>
            <a:ext cx="132154" cy="931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407AD793-E4A2-FFE0-D156-733156F44FEB}"/>
              </a:ext>
            </a:extLst>
          </p:cNvPr>
          <p:cNvSpPr/>
          <p:nvPr/>
        </p:nvSpPr>
        <p:spPr>
          <a:xfrm>
            <a:off x="2765288" y="5638695"/>
            <a:ext cx="132154" cy="931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F37AD1E1-4EDB-A41E-59ED-B08715410FBD}"/>
              </a:ext>
            </a:extLst>
          </p:cNvPr>
          <p:cNvSpPr/>
          <p:nvPr/>
        </p:nvSpPr>
        <p:spPr>
          <a:xfrm>
            <a:off x="2763717" y="4033766"/>
            <a:ext cx="132154" cy="9311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D5FB50CD-2497-D8E9-CA09-6FD81D5A9CA7}"/>
              </a:ext>
            </a:extLst>
          </p:cNvPr>
          <p:cNvSpPr/>
          <p:nvPr/>
        </p:nvSpPr>
        <p:spPr>
          <a:xfrm>
            <a:off x="2763717" y="4254896"/>
            <a:ext cx="132154" cy="9311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4935804F-E804-D14C-0B79-9AC2E018A1E5}"/>
              </a:ext>
            </a:extLst>
          </p:cNvPr>
          <p:cNvSpPr/>
          <p:nvPr/>
        </p:nvSpPr>
        <p:spPr>
          <a:xfrm>
            <a:off x="2762294" y="4492371"/>
            <a:ext cx="132154" cy="9311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9E71B753-D0A6-1C30-546C-442BCBDDC5E6}"/>
              </a:ext>
            </a:extLst>
          </p:cNvPr>
          <p:cNvSpPr/>
          <p:nvPr/>
        </p:nvSpPr>
        <p:spPr>
          <a:xfrm>
            <a:off x="2765287" y="4722490"/>
            <a:ext cx="132154" cy="931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7B3A9A71-C85C-184F-5BBC-3F1D9C6BA4DE}"/>
              </a:ext>
            </a:extLst>
          </p:cNvPr>
          <p:cNvSpPr/>
          <p:nvPr/>
        </p:nvSpPr>
        <p:spPr>
          <a:xfrm>
            <a:off x="2757740" y="4942190"/>
            <a:ext cx="132154" cy="9311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227" name="Rectangle 226">
            <a:extLst>
              <a:ext uri="{FF2B5EF4-FFF2-40B4-BE49-F238E27FC236}">
                <a16:creationId xmlns:a16="http://schemas.microsoft.com/office/drawing/2014/main" id="{11C6B93A-DAB9-1CEA-6130-877D2314A68F}"/>
              </a:ext>
            </a:extLst>
          </p:cNvPr>
          <p:cNvSpPr/>
          <p:nvPr/>
        </p:nvSpPr>
        <p:spPr>
          <a:xfrm>
            <a:off x="2757740" y="5169296"/>
            <a:ext cx="132154" cy="9311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228" name="Rectangle 227">
            <a:extLst>
              <a:ext uri="{FF2B5EF4-FFF2-40B4-BE49-F238E27FC236}">
                <a16:creationId xmlns:a16="http://schemas.microsoft.com/office/drawing/2014/main" id="{8EF4B8A7-25F9-2801-3BB4-79DBEBBCF839}"/>
              </a:ext>
            </a:extLst>
          </p:cNvPr>
          <p:cNvSpPr/>
          <p:nvPr/>
        </p:nvSpPr>
        <p:spPr>
          <a:xfrm>
            <a:off x="2757740" y="5396402"/>
            <a:ext cx="132154" cy="9311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229" name="Rectangle 228">
            <a:extLst>
              <a:ext uri="{FF2B5EF4-FFF2-40B4-BE49-F238E27FC236}">
                <a16:creationId xmlns:a16="http://schemas.microsoft.com/office/drawing/2014/main" id="{0F99CAA2-5F84-4A40-DE2F-90DB765A109B}"/>
              </a:ext>
            </a:extLst>
          </p:cNvPr>
          <p:cNvSpPr/>
          <p:nvPr/>
        </p:nvSpPr>
        <p:spPr>
          <a:xfrm>
            <a:off x="2765288" y="5853848"/>
            <a:ext cx="132154" cy="931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230" name="Rectangle 229">
            <a:extLst>
              <a:ext uri="{FF2B5EF4-FFF2-40B4-BE49-F238E27FC236}">
                <a16:creationId xmlns:a16="http://schemas.microsoft.com/office/drawing/2014/main" id="{8C0C751B-6E53-385B-D7E4-3E6C67E42B47}"/>
              </a:ext>
            </a:extLst>
          </p:cNvPr>
          <p:cNvSpPr/>
          <p:nvPr/>
        </p:nvSpPr>
        <p:spPr>
          <a:xfrm>
            <a:off x="2765288" y="6063024"/>
            <a:ext cx="132154" cy="931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231" name="Rectangle 230">
            <a:extLst>
              <a:ext uri="{FF2B5EF4-FFF2-40B4-BE49-F238E27FC236}">
                <a16:creationId xmlns:a16="http://schemas.microsoft.com/office/drawing/2014/main" id="{EA07B4F3-6617-E799-AB2B-6B71C2FD65F1}"/>
              </a:ext>
            </a:extLst>
          </p:cNvPr>
          <p:cNvSpPr/>
          <p:nvPr/>
        </p:nvSpPr>
        <p:spPr>
          <a:xfrm>
            <a:off x="5568252" y="3557078"/>
            <a:ext cx="132154" cy="931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232" name="Rectangle 231">
            <a:extLst>
              <a:ext uri="{FF2B5EF4-FFF2-40B4-BE49-F238E27FC236}">
                <a16:creationId xmlns:a16="http://schemas.microsoft.com/office/drawing/2014/main" id="{D5B50326-9519-59EE-AB42-240F435A00C5}"/>
              </a:ext>
            </a:extLst>
          </p:cNvPr>
          <p:cNvSpPr/>
          <p:nvPr/>
        </p:nvSpPr>
        <p:spPr>
          <a:xfrm>
            <a:off x="5567643" y="4008073"/>
            <a:ext cx="132154" cy="9311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233" name="Rectangle 232">
            <a:extLst>
              <a:ext uri="{FF2B5EF4-FFF2-40B4-BE49-F238E27FC236}">
                <a16:creationId xmlns:a16="http://schemas.microsoft.com/office/drawing/2014/main" id="{D0DFEE93-B8A5-1B84-0365-748074DC5127}"/>
              </a:ext>
            </a:extLst>
          </p:cNvPr>
          <p:cNvSpPr/>
          <p:nvPr/>
        </p:nvSpPr>
        <p:spPr>
          <a:xfrm>
            <a:off x="5567643" y="4265061"/>
            <a:ext cx="132154" cy="9311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234" name="Rectangle 233">
            <a:extLst>
              <a:ext uri="{FF2B5EF4-FFF2-40B4-BE49-F238E27FC236}">
                <a16:creationId xmlns:a16="http://schemas.microsoft.com/office/drawing/2014/main" id="{CDDDB679-F2F1-A000-3ADC-A2322F0DD1BA}"/>
              </a:ext>
            </a:extLst>
          </p:cNvPr>
          <p:cNvSpPr/>
          <p:nvPr/>
        </p:nvSpPr>
        <p:spPr>
          <a:xfrm>
            <a:off x="5568252" y="4525266"/>
            <a:ext cx="132154" cy="931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235" name="Rectangle 234">
            <a:extLst>
              <a:ext uri="{FF2B5EF4-FFF2-40B4-BE49-F238E27FC236}">
                <a16:creationId xmlns:a16="http://schemas.microsoft.com/office/drawing/2014/main" id="{4012FEA2-A0DC-E449-C31E-6C1881885421}"/>
              </a:ext>
            </a:extLst>
          </p:cNvPr>
          <p:cNvSpPr/>
          <p:nvPr/>
        </p:nvSpPr>
        <p:spPr>
          <a:xfrm>
            <a:off x="5567643" y="4761108"/>
            <a:ext cx="132154" cy="9311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236" name="Rectangle 235">
            <a:extLst>
              <a:ext uri="{FF2B5EF4-FFF2-40B4-BE49-F238E27FC236}">
                <a16:creationId xmlns:a16="http://schemas.microsoft.com/office/drawing/2014/main" id="{CB5D7CD3-8FB3-600A-2E1A-38F9CCC64D96}"/>
              </a:ext>
            </a:extLst>
          </p:cNvPr>
          <p:cNvSpPr/>
          <p:nvPr/>
        </p:nvSpPr>
        <p:spPr>
          <a:xfrm>
            <a:off x="5567643" y="4988214"/>
            <a:ext cx="132154" cy="9311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237" name="Rectangle 236">
            <a:extLst>
              <a:ext uri="{FF2B5EF4-FFF2-40B4-BE49-F238E27FC236}">
                <a16:creationId xmlns:a16="http://schemas.microsoft.com/office/drawing/2014/main" id="{9EB0DD46-C9D0-71FC-B49B-513110F3B0EB}"/>
              </a:ext>
            </a:extLst>
          </p:cNvPr>
          <p:cNvSpPr/>
          <p:nvPr/>
        </p:nvSpPr>
        <p:spPr>
          <a:xfrm>
            <a:off x="5574229" y="5206584"/>
            <a:ext cx="132154" cy="931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238" name="Rectangle 237">
            <a:extLst>
              <a:ext uri="{FF2B5EF4-FFF2-40B4-BE49-F238E27FC236}">
                <a16:creationId xmlns:a16="http://schemas.microsoft.com/office/drawing/2014/main" id="{8DE10D10-D120-351A-B2CE-67A3600B1848}"/>
              </a:ext>
            </a:extLst>
          </p:cNvPr>
          <p:cNvSpPr/>
          <p:nvPr/>
        </p:nvSpPr>
        <p:spPr>
          <a:xfrm>
            <a:off x="8423435" y="3687130"/>
            <a:ext cx="132154" cy="9311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79B37FD6-4FFD-4450-3A96-4C09F51CD5C1}"/>
              </a:ext>
            </a:extLst>
          </p:cNvPr>
          <p:cNvSpPr/>
          <p:nvPr/>
        </p:nvSpPr>
        <p:spPr>
          <a:xfrm>
            <a:off x="8425005" y="3873831"/>
            <a:ext cx="132154" cy="931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A3A5B342-5ACE-8EC2-0E98-1E333FB8EFAD}"/>
              </a:ext>
            </a:extLst>
          </p:cNvPr>
          <p:cNvSpPr/>
          <p:nvPr/>
        </p:nvSpPr>
        <p:spPr>
          <a:xfrm>
            <a:off x="8425005" y="4083007"/>
            <a:ext cx="132154" cy="931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CE800461-07DD-58B6-9564-16409AD065E6}"/>
              </a:ext>
            </a:extLst>
          </p:cNvPr>
          <p:cNvSpPr/>
          <p:nvPr/>
        </p:nvSpPr>
        <p:spPr>
          <a:xfrm>
            <a:off x="8424396" y="4282990"/>
            <a:ext cx="132154" cy="9311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61849A8F-8EE1-2851-3D88-CA268694848B}"/>
              </a:ext>
            </a:extLst>
          </p:cNvPr>
          <p:cNvSpPr/>
          <p:nvPr/>
        </p:nvSpPr>
        <p:spPr>
          <a:xfrm>
            <a:off x="8430981" y="4495384"/>
            <a:ext cx="132154" cy="931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4A01D2D4-D64A-B9D6-429D-58A7ABB48B04}"/>
              </a:ext>
            </a:extLst>
          </p:cNvPr>
          <p:cNvSpPr/>
          <p:nvPr/>
        </p:nvSpPr>
        <p:spPr>
          <a:xfrm>
            <a:off x="8436958" y="4704561"/>
            <a:ext cx="132154" cy="931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2B7B0A3B-01AB-9686-A636-C4ADA582FBFC}"/>
              </a:ext>
            </a:extLst>
          </p:cNvPr>
          <p:cNvSpPr/>
          <p:nvPr/>
        </p:nvSpPr>
        <p:spPr>
          <a:xfrm>
            <a:off x="8436958" y="4919714"/>
            <a:ext cx="132154" cy="931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7DE8656F-C20C-DFD0-570A-E7E74CB53591}"/>
              </a:ext>
            </a:extLst>
          </p:cNvPr>
          <p:cNvSpPr/>
          <p:nvPr/>
        </p:nvSpPr>
        <p:spPr>
          <a:xfrm>
            <a:off x="8436958" y="5134867"/>
            <a:ext cx="132154" cy="931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246" name="Rectangle 245">
            <a:extLst>
              <a:ext uri="{FF2B5EF4-FFF2-40B4-BE49-F238E27FC236}">
                <a16:creationId xmlns:a16="http://schemas.microsoft.com/office/drawing/2014/main" id="{685C310E-35F8-A062-13D4-2047FA0B0F99}"/>
              </a:ext>
            </a:extLst>
          </p:cNvPr>
          <p:cNvSpPr/>
          <p:nvPr/>
        </p:nvSpPr>
        <p:spPr>
          <a:xfrm>
            <a:off x="8441365" y="5366518"/>
            <a:ext cx="132154" cy="9311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70C0C213-4835-F710-8B91-53A2E8535EE5}"/>
              </a:ext>
            </a:extLst>
          </p:cNvPr>
          <p:cNvSpPr/>
          <p:nvPr/>
        </p:nvSpPr>
        <p:spPr>
          <a:xfrm>
            <a:off x="8436958" y="5559197"/>
            <a:ext cx="132154" cy="931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248" name="Rectangle 247">
            <a:extLst>
              <a:ext uri="{FF2B5EF4-FFF2-40B4-BE49-F238E27FC236}">
                <a16:creationId xmlns:a16="http://schemas.microsoft.com/office/drawing/2014/main" id="{B9D29C53-03DA-68FE-0577-42A687BDA097}"/>
              </a:ext>
            </a:extLst>
          </p:cNvPr>
          <p:cNvSpPr/>
          <p:nvPr/>
        </p:nvSpPr>
        <p:spPr>
          <a:xfrm>
            <a:off x="8436958" y="5780326"/>
            <a:ext cx="132154" cy="931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249" name="Rectangle 248">
            <a:extLst>
              <a:ext uri="{FF2B5EF4-FFF2-40B4-BE49-F238E27FC236}">
                <a16:creationId xmlns:a16="http://schemas.microsoft.com/office/drawing/2014/main" id="{D78F4BA3-1AD6-463E-5C9A-09B89B441805}"/>
              </a:ext>
            </a:extLst>
          </p:cNvPr>
          <p:cNvSpPr/>
          <p:nvPr/>
        </p:nvSpPr>
        <p:spPr>
          <a:xfrm>
            <a:off x="8442934" y="6001455"/>
            <a:ext cx="132154" cy="931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7CFCFD96-D809-7DD0-F373-E624BB3DBDA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1576" y="870628"/>
            <a:ext cx="463437" cy="448955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86095249-3A06-A67F-8FE1-97FDABBCF5E9}"/>
              </a:ext>
            </a:extLst>
          </p:cNvPr>
          <p:cNvSpPr/>
          <p:nvPr/>
        </p:nvSpPr>
        <p:spPr>
          <a:xfrm>
            <a:off x="3144999" y="580007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482E793-D43C-0320-8B4B-86832163664B}"/>
              </a:ext>
            </a:extLst>
          </p:cNvPr>
          <p:cNvSpPr/>
          <p:nvPr/>
        </p:nvSpPr>
        <p:spPr>
          <a:xfrm>
            <a:off x="3874544" y="573910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FF33CF3E-142E-2BB5-9CF7-A7293CEC0879}"/>
              </a:ext>
            </a:extLst>
          </p:cNvPr>
          <p:cNvSpPr/>
          <p:nvPr/>
        </p:nvSpPr>
        <p:spPr>
          <a:xfrm>
            <a:off x="4609099" y="567814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4788430-9030-D6D5-A30E-DB402721866C}"/>
              </a:ext>
            </a:extLst>
          </p:cNvPr>
          <p:cNvSpPr/>
          <p:nvPr/>
        </p:nvSpPr>
        <p:spPr>
          <a:xfrm>
            <a:off x="5338644" y="580007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A9D2BD66-37D1-7DFF-074A-BC05AA8EE335}"/>
              </a:ext>
            </a:extLst>
          </p:cNvPr>
          <p:cNvSpPr/>
          <p:nvPr/>
        </p:nvSpPr>
        <p:spPr>
          <a:xfrm>
            <a:off x="6067498" y="580007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pic>
        <p:nvPicPr>
          <p:cNvPr id="106" name="Graphique 105">
            <a:extLst>
              <a:ext uri="{FF2B5EF4-FFF2-40B4-BE49-F238E27FC236}">
                <a16:creationId xmlns:a16="http://schemas.microsoft.com/office/drawing/2014/main" id="{470A5020-2D20-FA2F-E1D2-ACA01B0B4E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34742" y="563556"/>
            <a:ext cx="307072" cy="307072"/>
          </a:xfrm>
          <a:prstGeom prst="rect">
            <a:avLst/>
          </a:prstGeom>
        </p:spPr>
      </p:pic>
      <p:sp>
        <p:nvSpPr>
          <p:cNvPr id="107" name="Rectangle 106">
            <a:extLst>
              <a:ext uri="{FF2B5EF4-FFF2-40B4-BE49-F238E27FC236}">
                <a16:creationId xmlns:a16="http://schemas.microsoft.com/office/drawing/2014/main" id="{82711563-FDF3-9A01-85E2-480166DB231F}"/>
              </a:ext>
            </a:extLst>
          </p:cNvPr>
          <p:cNvSpPr/>
          <p:nvPr/>
        </p:nvSpPr>
        <p:spPr>
          <a:xfrm>
            <a:off x="3144999" y="98843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FA019EB9-61D9-B62A-211D-3E43FEB0541F}"/>
              </a:ext>
            </a:extLst>
          </p:cNvPr>
          <p:cNvSpPr/>
          <p:nvPr/>
        </p:nvSpPr>
        <p:spPr>
          <a:xfrm>
            <a:off x="3874544" y="982342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DD25F2FE-5A27-5F64-B416-8AF9E921B3B6}"/>
              </a:ext>
            </a:extLst>
          </p:cNvPr>
          <p:cNvSpPr/>
          <p:nvPr/>
        </p:nvSpPr>
        <p:spPr>
          <a:xfrm>
            <a:off x="4609099" y="976246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BF458491-7CE7-BAE4-71DF-5805F340D512}"/>
              </a:ext>
            </a:extLst>
          </p:cNvPr>
          <p:cNvSpPr/>
          <p:nvPr/>
        </p:nvSpPr>
        <p:spPr>
          <a:xfrm>
            <a:off x="5338644" y="98843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54292545-5321-37D7-3CB0-5F4D8D508CA8}"/>
              </a:ext>
            </a:extLst>
          </p:cNvPr>
          <p:cNvSpPr/>
          <p:nvPr/>
        </p:nvSpPr>
        <p:spPr>
          <a:xfrm>
            <a:off x="6067498" y="98843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E06A1038-95AA-ACBC-E829-7E22797F62FE}"/>
              </a:ext>
            </a:extLst>
          </p:cNvPr>
          <p:cNvSpPr/>
          <p:nvPr/>
        </p:nvSpPr>
        <p:spPr>
          <a:xfrm>
            <a:off x="3144999" y="141515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AF3C3C1F-ECDA-D4EF-0DA1-5F03EA92753A}"/>
              </a:ext>
            </a:extLst>
          </p:cNvPr>
          <p:cNvSpPr/>
          <p:nvPr/>
        </p:nvSpPr>
        <p:spPr>
          <a:xfrm>
            <a:off x="3874544" y="1409062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86E78648-2C36-5DC3-B425-FC5DBF036D5D}"/>
              </a:ext>
            </a:extLst>
          </p:cNvPr>
          <p:cNvSpPr/>
          <p:nvPr/>
        </p:nvSpPr>
        <p:spPr>
          <a:xfrm>
            <a:off x="4609099" y="1402966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91601A8A-53F8-1AB1-88FF-40C421775EF4}"/>
              </a:ext>
            </a:extLst>
          </p:cNvPr>
          <p:cNvSpPr/>
          <p:nvPr/>
        </p:nvSpPr>
        <p:spPr>
          <a:xfrm>
            <a:off x="5338644" y="141515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0F755ADE-79C2-EA94-EDE9-57D151C41191}"/>
              </a:ext>
            </a:extLst>
          </p:cNvPr>
          <p:cNvSpPr/>
          <p:nvPr/>
        </p:nvSpPr>
        <p:spPr>
          <a:xfrm>
            <a:off x="6067498" y="141515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pic>
        <p:nvPicPr>
          <p:cNvPr id="128" name="Image 127">
            <a:extLst>
              <a:ext uri="{FF2B5EF4-FFF2-40B4-BE49-F238E27FC236}">
                <a16:creationId xmlns:a16="http://schemas.microsoft.com/office/drawing/2014/main" id="{CCD44A5B-36B7-8A39-4E6E-88E4DB9824A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42463" y="1369788"/>
            <a:ext cx="293945" cy="27787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EFFE915-5280-0743-7B8D-F4D1DF4AD0E7}"/>
              </a:ext>
            </a:extLst>
          </p:cNvPr>
          <p:cNvSpPr/>
          <p:nvPr/>
        </p:nvSpPr>
        <p:spPr>
          <a:xfrm>
            <a:off x="3144999" y="184187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11AF13A-343A-7F0B-CD30-33677B779EA6}"/>
              </a:ext>
            </a:extLst>
          </p:cNvPr>
          <p:cNvSpPr/>
          <p:nvPr/>
        </p:nvSpPr>
        <p:spPr>
          <a:xfrm>
            <a:off x="3874544" y="1835782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7DC180B-7B14-0819-6A2C-653CEEBB348C}"/>
              </a:ext>
            </a:extLst>
          </p:cNvPr>
          <p:cNvSpPr/>
          <p:nvPr/>
        </p:nvSpPr>
        <p:spPr>
          <a:xfrm>
            <a:off x="4609099" y="1829686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759F7B-F4CA-AB52-02BF-43D24504803A}"/>
              </a:ext>
            </a:extLst>
          </p:cNvPr>
          <p:cNvSpPr/>
          <p:nvPr/>
        </p:nvSpPr>
        <p:spPr>
          <a:xfrm>
            <a:off x="5338644" y="184187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B39B0B-9958-C82B-DE17-7D5098769DFE}"/>
              </a:ext>
            </a:extLst>
          </p:cNvPr>
          <p:cNvSpPr/>
          <p:nvPr/>
        </p:nvSpPr>
        <p:spPr>
          <a:xfrm>
            <a:off x="6067498" y="184187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pic>
        <p:nvPicPr>
          <p:cNvPr id="28" name="Image 27">
            <a:extLst>
              <a:ext uri="{FF2B5EF4-FFF2-40B4-BE49-F238E27FC236}">
                <a16:creationId xmlns:a16="http://schemas.microsoft.com/office/drawing/2014/main" id="{8D9B664B-20C3-25CF-CCB9-627C91A4C94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82428" y="1835393"/>
            <a:ext cx="222863" cy="278579"/>
          </a:xfrm>
          <a:prstGeom prst="rect">
            <a:avLst/>
          </a:prstGeom>
        </p:spPr>
      </p:pic>
      <p:pic>
        <p:nvPicPr>
          <p:cNvPr id="29" name="Image 28">
            <a:extLst>
              <a:ext uri="{FF2B5EF4-FFF2-40B4-BE49-F238E27FC236}">
                <a16:creationId xmlns:a16="http://schemas.microsoft.com/office/drawing/2014/main" id="{03FC6655-05AA-B49A-CAD9-317F481C631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2798" y="1809365"/>
            <a:ext cx="296513" cy="298061"/>
          </a:xfrm>
          <a:prstGeom prst="rect">
            <a:avLst/>
          </a:prstGeom>
        </p:spPr>
      </p:pic>
      <p:sp>
        <p:nvSpPr>
          <p:cNvPr id="48" name="ZoneTexte 47">
            <a:extLst>
              <a:ext uri="{FF2B5EF4-FFF2-40B4-BE49-F238E27FC236}">
                <a16:creationId xmlns:a16="http://schemas.microsoft.com/office/drawing/2014/main" id="{6EE256EA-6205-F4C5-3FCC-A4AC30DE01F6}"/>
              </a:ext>
            </a:extLst>
          </p:cNvPr>
          <p:cNvSpPr txBox="1"/>
          <p:nvPr/>
        </p:nvSpPr>
        <p:spPr>
          <a:xfrm>
            <a:off x="1270506" y="3030408"/>
            <a:ext cx="80507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1200" dirty="0">
                <a:solidFill>
                  <a:schemeClr val="bg1"/>
                </a:solidFill>
              </a:rPr>
              <a:t>25.01.2007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B4E6B97B-3922-8E5B-B5BF-58582A56CF35}"/>
              </a:ext>
            </a:extLst>
          </p:cNvPr>
          <p:cNvSpPr txBox="1"/>
          <p:nvPr/>
        </p:nvSpPr>
        <p:spPr>
          <a:xfrm>
            <a:off x="1221962" y="3421568"/>
            <a:ext cx="80507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1200" dirty="0">
                <a:solidFill>
                  <a:schemeClr val="bg1"/>
                </a:solidFill>
              </a:rPr>
              <a:t>Droit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AE9FFF78-DE80-D603-CE26-2C66E6C4125D}"/>
              </a:ext>
            </a:extLst>
          </p:cNvPr>
          <p:cNvSpPr txBox="1"/>
          <p:nvPr/>
        </p:nvSpPr>
        <p:spPr>
          <a:xfrm>
            <a:off x="1221962" y="3787328"/>
            <a:ext cx="80507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1200" dirty="0">
                <a:solidFill>
                  <a:schemeClr val="bg1"/>
                </a:solidFill>
              </a:rPr>
              <a:t>193.2cm</a:t>
            </a: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8FED71FD-E24E-C425-C565-C21FBB279A47}"/>
              </a:ext>
            </a:extLst>
          </p:cNvPr>
          <p:cNvSpPr txBox="1"/>
          <p:nvPr/>
        </p:nvSpPr>
        <p:spPr>
          <a:xfrm>
            <a:off x="1219107" y="4199337"/>
            <a:ext cx="80507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1200" dirty="0">
                <a:solidFill>
                  <a:schemeClr val="bg1"/>
                </a:solidFill>
              </a:rPr>
              <a:t>89.7kg</a:t>
            </a:r>
          </a:p>
        </p:txBody>
      </p:sp>
    </p:spTree>
    <p:extLst>
      <p:ext uri="{BB962C8B-B14F-4D97-AF65-F5344CB8AC3E}">
        <p14:creationId xmlns:p14="http://schemas.microsoft.com/office/powerpoint/2010/main" val="20048973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Benutzerdefiniert 90">
      <a:dk1>
        <a:sysClr val="windowText" lastClr="000000"/>
      </a:dk1>
      <a:lt1>
        <a:sysClr val="window" lastClr="FFFFFF"/>
      </a:lt1>
      <a:dk2>
        <a:srgbClr val="7F7F7F"/>
      </a:dk2>
      <a:lt2>
        <a:srgbClr val="D8D8D8"/>
      </a:lt2>
      <a:accent1>
        <a:srgbClr val="0B4A89"/>
      </a:accent1>
      <a:accent2>
        <a:srgbClr val="0B61AC"/>
      </a:accent2>
      <a:accent3>
        <a:srgbClr val="3C81BD"/>
      </a:accent3>
      <a:accent4>
        <a:srgbClr val="6DA0CD"/>
      </a:accent4>
      <a:accent5>
        <a:srgbClr val="9DC0DE"/>
      </a:accent5>
      <a:accent6>
        <a:srgbClr val="CEDFEE"/>
      </a:accent6>
      <a:hlink>
        <a:srgbClr val="000000"/>
      </a:hlink>
      <a:folHlink>
        <a:srgbClr val="000000"/>
      </a:folHlink>
    </a:clrScheme>
    <a:fontScheme name="Benutzerdefiniert 68">
      <a:majorFont>
        <a:latin typeface="OM Marseille Light"/>
        <a:ea typeface=""/>
        <a:cs typeface=""/>
      </a:majorFont>
      <a:minorFont>
        <a:latin typeface="OM Marseill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lIns="288000" tIns="144000" rIns="144000" bIns="144000" rtlCol="0" anchor="t" anchorCtr="0"/>
      <a:lstStyle>
        <a:defPPr algn="l">
          <a:defRPr sz="14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sz="1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M_PowerPoint_2026-02-27.potx" id="{DF3612FC-EDCE-4203-8D57-49F1927BD6EC}" vid="{48407813-946E-4201-8363-4C3D5CF0F9C2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Benutzerdefiniert 68">
      <a:majorFont>
        <a:latin typeface="OM Marseille Light"/>
        <a:ea typeface=""/>
        <a:cs typeface=""/>
      </a:majorFont>
      <a:minorFont>
        <a:latin typeface="OM Marseill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Benutzerdefiniert 68">
      <a:majorFont>
        <a:latin typeface="OM Marseille Light"/>
        <a:ea typeface=""/>
        <a:cs typeface=""/>
      </a:majorFont>
      <a:minorFont>
        <a:latin typeface="OM Marseill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2aa4942-3767-4fb4-b828-61a76fcbf9df" xsi:nil="true"/>
    <lcf76f155ced4ddcb4097134ff3c332f xmlns="1d40e6f8-d294-4e0a-a4ec-60755aee44ca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D84ACF31B36D74C8A8D9F1563B7614F" ma:contentTypeVersion="14" ma:contentTypeDescription="Crée un document." ma:contentTypeScope="" ma:versionID="6944943d1de8f9ba8dc321df97983e02">
  <xsd:schema xmlns:xsd="http://www.w3.org/2001/XMLSchema" xmlns:xs="http://www.w3.org/2001/XMLSchema" xmlns:p="http://schemas.microsoft.com/office/2006/metadata/properties" xmlns:ns2="1d40e6f8-d294-4e0a-a4ec-60755aee44ca" xmlns:ns3="d2aa4942-3767-4fb4-b828-61a76fcbf9df" targetNamespace="http://schemas.microsoft.com/office/2006/metadata/properties" ma:root="true" ma:fieldsID="711673d70673af0f64fe2a8d88156ea9" ns2:_="" ns3:_="">
    <xsd:import namespace="1d40e6f8-d294-4e0a-a4ec-60755aee44ca"/>
    <xsd:import namespace="d2aa4942-3767-4fb4-b828-61a76fcbf9d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MediaServiceBillingMetadata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40e6f8-d294-4e0a-a4ec-60755aee44c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17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9" nillable="true" ma:taxonomy="true" ma:internalName="lcf76f155ced4ddcb4097134ff3c332f" ma:taxonomyFieldName="MediaServiceImageTags" ma:displayName="Balises d’images" ma:readOnly="false" ma:fieldId="{5cf76f15-5ced-4ddc-b409-7134ff3c332f}" ma:taxonomyMulti="true" ma:sspId="f88b8358-9c83-4b24-b5de-0c1930eec46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aa4942-3767-4fb4-b828-61a76fcbf9df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6f857251-e8ee-4f1b-b7b7-9c85b1efc469}" ma:internalName="TaxCatchAll" ma:showField="CatchAllData" ma:web="d2aa4942-3767-4fb4-b828-61a76fcbf9d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E9B66EE-43D2-49FF-898E-DCD517785142}">
  <ds:schemaRefs>
    <ds:schemaRef ds:uri="http://www.w3.org/XML/1998/namespace"/>
    <ds:schemaRef ds:uri="1d40e6f8-d294-4e0a-a4ec-60755aee44ca"/>
    <ds:schemaRef ds:uri="http://schemas.microsoft.com/office/2006/documentManagement/types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d2aa4942-3767-4fb4-b828-61a76fcbf9df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90371EAD-D329-4D52-AE09-9178E65A3A5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5EBC1B0-D431-43D1-94BE-0011CBE022E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d40e6f8-d294-4e0a-a4ec-60755aee44ca"/>
    <ds:schemaRef ds:uri="d2aa4942-3767-4fb4-b828-61a76fcbf9d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</Template>
  <TotalTime>2</TotalTime>
  <Words>179</Words>
  <Application>Microsoft Macintosh PowerPoint</Application>
  <PresentationFormat>Grand écran</PresentationFormat>
  <Paragraphs>60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Arial</vt:lpstr>
      <vt:lpstr>OM Marseille Medium</vt:lpstr>
      <vt:lpstr>OM Marseille Light</vt:lpstr>
      <vt:lpstr>Office</vt:lpstr>
      <vt:lpstr>ÉVALUATION INDIVIDUALISATION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Lucas Genty</dc:creator>
  <cp:lastModifiedBy>Lucas Genty</cp:lastModifiedBy>
  <cp:revision>3</cp:revision>
  <dcterms:created xsi:type="dcterms:W3CDTF">2026-08-04T15:17:25Z</dcterms:created>
  <dcterms:modified xsi:type="dcterms:W3CDTF">2026-08-06T07:24:22Z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0x0101004D84ACF31B36D74C8A8D9F1563B7614F</vt:lpwstr>
  </property>
  <property fmtid="{D5CDD505-2E9C-101B-9397-08002B2CF9AE}" pid="3" name="MediaServiceImageTags">
    <vt:lpwstr/>
  </property>
</Properties>
</file>