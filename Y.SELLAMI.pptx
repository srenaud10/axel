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87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4FD3-3D40-B196-0EF7A16EB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05.08.26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05.08.26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YANIS SELLAMI – 2007</a:t>
            </a:r>
          </a:p>
          <a:p>
            <a:r>
              <a:rPr lang="fr-FR" noProof="0" dirty="0"/>
              <a:t>SAISON 2026/2027</a:t>
            </a:r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A1096-196A-F876-5D5D-CF6D768D7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D443B948-0426-EC99-6FEE-C3289BDED7F1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4AE32F92-28D9-A485-0C13-10D0F9EEE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5CA2A58-83DB-C44F-F529-30B27CBB1C80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54CB5D75-78D8-21E1-ABBE-1D6F59FDCCA0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8A08377-216E-3554-2C8A-535A2C090B6C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EF1E1735-A650-0F52-4B58-26429416712B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FFD6676E-4992-B476-7423-A617334F71E8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26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F60C3638-9E6F-10F2-3E73-323115653C46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756D27DF-65F6-EFA7-9A0B-63675DEB6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A8A3108A-8052-7B7E-730B-24893098B6B5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770A9E5A-3FFE-99A3-F95B-5E3C372500EF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4CA8B0E1-EB1B-ADCF-DF57-CF163EB67735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6E742F1-93D8-3202-E261-25A0530919B7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72960C7F-EAC7-BBA9-CA37-D7679B51B28C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C510887-C824-3D86-4F8F-1FB05C5ECC49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64D7B380-0D8E-34A8-938C-CB4921D4923B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9AF3C925-A800-5D91-1DD7-3CBA904B4224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BFFE9AA7-4376-FAA5-23BB-DC60CB3BB71D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F207AEEF-D36B-39E5-5DF5-CBD300705443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EEC774CF-47B6-D067-C080-C671C535E848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E91A05D1-E7EA-B4DF-C882-AD38177FA30C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8F3D8440-A3D4-3449-DD41-87A7BB3CB1D5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892CBC1-35FB-3C07-01AE-9F4498B5FFBB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2012B1-225C-5C83-615F-1DB74453E4C7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948D83E-8135-1183-3929-8CF3E2452068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193CD18-8DDF-D319-362C-DA35B177047D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AB106AE-2AFB-2424-1C67-CDCCA1602E1A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1FB5C2-94B3-9ABC-B3A4-52390C8C2E8F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9DC555-FAB1-0BCB-9FC9-D8606FDF5215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A33680-EAE7-B74A-D499-68FB4E96C17E}"/>
              </a:ext>
            </a:extLst>
          </p:cNvPr>
          <p:cNvSpPr/>
          <p:nvPr/>
        </p:nvSpPr>
        <p:spPr>
          <a:xfrm>
            <a:off x="1328391" y="30184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970BCD-CD56-9191-6287-66FDE2FA79CA}"/>
              </a:ext>
            </a:extLst>
          </p:cNvPr>
          <p:cNvSpPr/>
          <p:nvPr/>
        </p:nvSpPr>
        <p:spPr>
          <a:xfrm>
            <a:off x="1334487" y="338416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1EB26C-4749-6879-00D3-FDEB83215AB5}"/>
              </a:ext>
            </a:extLst>
          </p:cNvPr>
          <p:cNvSpPr/>
          <p:nvPr/>
        </p:nvSpPr>
        <p:spPr>
          <a:xfrm>
            <a:off x="1328391" y="378936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293B61-D4C3-FD61-6862-395620CC6B7A}"/>
              </a:ext>
            </a:extLst>
          </p:cNvPr>
          <p:cNvSpPr/>
          <p:nvPr/>
        </p:nvSpPr>
        <p:spPr>
          <a:xfrm>
            <a:off x="1333666" y="415873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044EA76-FF78-6686-2890-24ADF9933F7F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2A83F4B5-6CF6-7ACF-8C13-FC4055253EA1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FDBE179-7E24-50CB-FD8D-B487FDBEC372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8A63686B-94F5-440C-BACB-B80338183246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BD453D58-A167-BEA9-6408-4F4E0FBC44F1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6C5A183-945E-5D1D-9AF1-0208C51BC3CB}"/>
              </a:ext>
            </a:extLst>
          </p:cNvPr>
          <p:cNvSpPr txBox="1"/>
          <p:nvPr/>
        </p:nvSpPr>
        <p:spPr>
          <a:xfrm>
            <a:off x="1373221" y="3092647"/>
            <a:ext cx="59736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04.01.2007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E738EB1-6353-A1C5-2B47-CDEB8B6A91E3}"/>
              </a:ext>
            </a:extLst>
          </p:cNvPr>
          <p:cNvSpPr txBox="1"/>
          <p:nvPr/>
        </p:nvSpPr>
        <p:spPr>
          <a:xfrm>
            <a:off x="1421908" y="3440174"/>
            <a:ext cx="38619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DROIT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568473EE-DF4B-3BE9-E771-45296B8F4BAC}"/>
              </a:ext>
            </a:extLst>
          </p:cNvPr>
          <p:cNvSpPr txBox="1"/>
          <p:nvPr/>
        </p:nvSpPr>
        <p:spPr>
          <a:xfrm>
            <a:off x="1401168" y="3851459"/>
            <a:ext cx="386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184.4CM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82A35D7F-4C28-F8A9-933F-E80050A07482}"/>
              </a:ext>
            </a:extLst>
          </p:cNvPr>
          <p:cNvSpPr txBox="1"/>
          <p:nvPr/>
        </p:nvSpPr>
        <p:spPr>
          <a:xfrm>
            <a:off x="1448162" y="4229060"/>
            <a:ext cx="386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73.7KG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272E939-9EC8-48E3-150B-3DA4CFAB6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31" y="2324783"/>
            <a:ext cx="322658" cy="21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B767CD5F-7B37-6266-CA94-D31D825D22C5}"/>
              </a:ext>
            </a:extLst>
          </p:cNvPr>
          <p:cNvSpPr/>
          <p:nvPr/>
        </p:nvSpPr>
        <p:spPr>
          <a:xfrm>
            <a:off x="2729641" y="3091839"/>
            <a:ext cx="2719446" cy="3186154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B80E0E98-9616-1220-EE95-68F95292C65A}"/>
              </a:ext>
            </a:extLst>
          </p:cNvPr>
          <p:cNvSpPr txBox="1"/>
          <p:nvPr/>
        </p:nvSpPr>
        <p:spPr>
          <a:xfrm>
            <a:off x="2765855" y="3111050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9CC3A58-BB0D-F4D8-AC90-E899D801F752}"/>
              </a:ext>
            </a:extLst>
          </p:cNvPr>
          <p:cNvSpPr/>
          <p:nvPr/>
        </p:nvSpPr>
        <p:spPr>
          <a:xfrm>
            <a:off x="5555137" y="3087866"/>
            <a:ext cx="2719446" cy="3186154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1F70D84-EBF3-79E2-FD4B-7805EF2F3DD9}"/>
              </a:ext>
            </a:extLst>
          </p:cNvPr>
          <p:cNvSpPr/>
          <p:nvPr/>
        </p:nvSpPr>
        <p:spPr>
          <a:xfrm>
            <a:off x="8380633" y="3091839"/>
            <a:ext cx="2719446" cy="3186154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97BC03D5-A6DC-CF93-1732-5D78ECB23EE9}"/>
              </a:ext>
            </a:extLst>
          </p:cNvPr>
          <p:cNvSpPr txBox="1"/>
          <p:nvPr/>
        </p:nvSpPr>
        <p:spPr>
          <a:xfrm>
            <a:off x="5593234" y="3123242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B605C7C7-D5FA-12B7-D90C-469470EEB7DE}"/>
              </a:ext>
            </a:extLst>
          </p:cNvPr>
          <p:cNvSpPr txBox="1"/>
          <p:nvPr/>
        </p:nvSpPr>
        <p:spPr>
          <a:xfrm>
            <a:off x="8416847" y="3123242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42496CF6-D708-ED6F-D791-35C76824EDC7}"/>
              </a:ext>
            </a:extLst>
          </p:cNvPr>
          <p:cNvSpPr txBox="1"/>
          <p:nvPr/>
        </p:nvSpPr>
        <p:spPr>
          <a:xfrm>
            <a:off x="2964919" y="345256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de balle et enchainement 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E84BB4E-4858-E35E-8D2F-6BC7F5ACB080}"/>
              </a:ext>
            </a:extLst>
          </p:cNvPr>
          <p:cNvSpPr/>
          <p:nvPr/>
        </p:nvSpPr>
        <p:spPr>
          <a:xfrm>
            <a:off x="2774488" y="4642348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0F3CA26-5D78-0549-599E-A8CADB9B1EE6}"/>
              </a:ext>
            </a:extLst>
          </p:cNvPr>
          <p:cNvSpPr/>
          <p:nvPr/>
        </p:nvSpPr>
        <p:spPr>
          <a:xfrm>
            <a:off x="2768944" y="3467794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EDFBA92-CB18-E9C7-EDF1-F88E88FEEF52}"/>
              </a:ext>
            </a:extLst>
          </p:cNvPr>
          <p:cNvSpPr/>
          <p:nvPr/>
        </p:nvSpPr>
        <p:spPr>
          <a:xfrm>
            <a:off x="8416847" y="3619019"/>
            <a:ext cx="132154" cy="9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801236B1-12DD-B42F-5A4C-EFB7F7958FB0}"/>
              </a:ext>
            </a:extLst>
          </p:cNvPr>
          <p:cNvSpPr txBox="1"/>
          <p:nvPr/>
        </p:nvSpPr>
        <p:spPr>
          <a:xfrm>
            <a:off x="8650424" y="339084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avec les autres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E9385CD4-7524-0B7A-CCBF-F6E1468E2FAA}"/>
              </a:ext>
            </a:extLst>
          </p:cNvPr>
          <p:cNvSpPr txBox="1"/>
          <p:nvPr/>
        </p:nvSpPr>
        <p:spPr>
          <a:xfrm>
            <a:off x="2958823" y="369904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1A3FFBC7-18F9-A384-18F5-BCE24D8EB271}"/>
              </a:ext>
            </a:extLst>
          </p:cNvPr>
          <p:cNvSpPr txBox="1"/>
          <p:nvPr/>
        </p:nvSpPr>
        <p:spPr>
          <a:xfrm>
            <a:off x="2958823" y="41541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C615908C-D012-09F6-801C-8CF6FD8BD6AF}"/>
              </a:ext>
            </a:extLst>
          </p:cNvPr>
          <p:cNvSpPr txBox="1"/>
          <p:nvPr/>
        </p:nvSpPr>
        <p:spPr>
          <a:xfrm>
            <a:off x="5727266" y="34525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22FF496E-53EC-B998-E09D-A97693153CF5}"/>
              </a:ext>
            </a:extLst>
          </p:cNvPr>
          <p:cNvSpPr txBox="1"/>
          <p:nvPr/>
        </p:nvSpPr>
        <p:spPr>
          <a:xfrm>
            <a:off x="5718878" y="368477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36F49CB3-CEB0-F679-5A63-19A4394262C9}"/>
              </a:ext>
            </a:extLst>
          </p:cNvPr>
          <p:cNvSpPr txBox="1"/>
          <p:nvPr/>
        </p:nvSpPr>
        <p:spPr>
          <a:xfrm>
            <a:off x="5721170" y="390843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 d’intervention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8C0B676E-4051-047C-1F35-AA515BB644EA}"/>
              </a:ext>
            </a:extLst>
          </p:cNvPr>
          <p:cNvSpPr txBox="1"/>
          <p:nvPr/>
        </p:nvSpPr>
        <p:spPr>
          <a:xfrm>
            <a:off x="8650424" y="35885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7C50C0F6-4B12-84FD-8C71-35C0BED2E41C}"/>
              </a:ext>
            </a:extLst>
          </p:cNvPr>
          <p:cNvSpPr txBox="1"/>
          <p:nvPr/>
        </p:nvSpPr>
        <p:spPr>
          <a:xfrm>
            <a:off x="8663602" y="545671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F4ED5262-FB26-8692-EFF6-491F7FCFA8BA}"/>
              </a:ext>
            </a:extLst>
          </p:cNvPr>
          <p:cNvSpPr txBox="1"/>
          <p:nvPr/>
        </p:nvSpPr>
        <p:spPr>
          <a:xfrm>
            <a:off x="8652716" y="376060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reconnaitre son rôle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8148BC0C-7F63-2D14-F1C8-ADA9CF573E3A}"/>
              </a:ext>
            </a:extLst>
          </p:cNvPr>
          <p:cNvSpPr txBox="1"/>
          <p:nvPr/>
        </p:nvSpPr>
        <p:spPr>
          <a:xfrm>
            <a:off x="8652716" y="396348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C33705D4-C065-AC17-818C-F86B2A42E689}"/>
              </a:ext>
            </a:extLst>
          </p:cNvPr>
          <p:cNvSpPr txBox="1"/>
          <p:nvPr/>
        </p:nvSpPr>
        <p:spPr>
          <a:xfrm>
            <a:off x="2958823" y="439240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1C175F45-BE1B-1F68-AE39-F21FC58FB4C0}"/>
              </a:ext>
            </a:extLst>
          </p:cNvPr>
          <p:cNvSpPr txBox="1"/>
          <p:nvPr/>
        </p:nvSpPr>
        <p:spPr>
          <a:xfrm>
            <a:off x="2964919" y="461795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Orientation du corps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A1B744F1-A5A3-B56C-3DD0-A0399A81EF39}"/>
              </a:ext>
            </a:extLst>
          </p:cNvPr>
          <p:cNvSpPr txBox="1"/>
          <p:nvPr/>
        </p:nvSpPr>
        <p:spPr>
          <a:xfrm>
            <a:off x="8652716" y="417945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Volonté de jouer vers l’avant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99334362-69A7-0588-0F48-FF17CF628B06}"/>
              </a:ext>
            </a:extLst>
          </p:cNvPr>
          <p:cNvSpPr txBox="1"/>
          <p:nvPr/>
        </p:nvSpPr>
        <p:spPr>
          <a:xfrm>
            <a:off x="8652716" y="438752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C79107EB-7484-5B77-31DC-A5FA8BD88F77}"/>
              </a:ext>
            </a:extLst>
          </p:cNvPr>
          <p:cNvSpPr txBox="1"/>
          <p:nvPr/>
        </p:nvSpPr>
        <p:spPr>
          <a:xfrm>
            <a:off x="5721170" y="415901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Présence 2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ballon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9F490385-A77A-9ED6-8ABA-6F02A09028F1}"/>
              </a:ext>
            </a:extLst>
          </p:cNvPr>
          <p:cNvSpPr txBox="1"/>
          <p:nvPr/>
        </p:nvSpPr>
        <p:spPr>
          <a:xfrm>
            <a:off x="8652716" y="45986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 rapide 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E7426C9E-0455-3596-FF99-BB8BF81E862C}"/>
              </a:ext>
            </a:extLst>
          </p:cNvPr>
          <p:cNvSpPr txBox="1"/>
          <p:nvPr/>
        </p:nvSpPr>
        <p:spPr>
          <a:xfrm>
            <a:off x="5721170" y="441380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les lignes de passes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A0EA1FAB-AE18-DBE5-463E-CDB84712E927}"/>
              </a:ext>
            </a:extLst>
          </p:cNvPr>
          <p:cNvSpPr txBox="1"/>
          <p:nvPr/>
        </p:nvSpPr>
        <p:spPr>
          <a:xfrm>
            <a:off x="5721170" y="465329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B1EF1A60-9D37-52BD-FC81-3A94FAECE11C}"/>
              </a:ext>
            </a:extLst>
          </p:cNvPr>
          <p:cNvSpPr txBox="1"/>
          <p:nvPr/>
        </p:nvSpPr>
        <p:spPr>
          <a:xfrm>
            <a:off x="8663602" y="481557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de position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617BB75C-32E1-7CB7-9A8F-99008248EB9B}"/>
              </a:ext>
            </a:extLst>
          </p:cNvPr>
          <p:cNvSpPr txBox="1"/>
          <p:nvPr/>
        </p:nvSpPr>
        <p:spPr>
          <a:xfrm>
            <a:off x="8663602" y="503293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du rythme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94F09389-EA01-37F8-5AFE-33C89733BACC}"/>
              </a:ext>
            </a:extLst>
          </p:cNvPr>
          <p:cNvSpPr txBox="1"/>
          <p:nvPr/>
        </p:nvSpPr>
        <p:spPr>
          <a:xfrm>
            <a:off x="2958823" y="485049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B50BA7FA-4FEB-C46E-F157-7CC0AE771786}"/>
              </a:ext>
            </a:extLst>
          </p:cNvPr>
          <p:cNvSpPr txBox="1"/>
          <p:nvPr/>
        </p:nvSpPr>
        <p:spPr>
          <a:xfrm>
            <a:off x="2958823" y="506820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8ADA7D1-92D7-B888-7287-0B6202C307F7}"/>
              </a:ext>
            </a:extLst>
          </p:cNvPr>
          <p:cNvSpPr txBox="1"/>
          <p:nvPr/>
        </p:nvSpPr>
        <p:spPr>
          <a:xfrm>
            <a:off x="2947937" y="393645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s’orienter sur une touche 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0876A44B-146C-BD2B-9CF2-2A298644D980}"/>
              </a:ext>
            </a:extLst>
          </p:cNvPr>
          <p:cNvSpPr txBox="1"/>
          <p:nvPr/>
        </p:nvSpPr>
        <p:spPr>
          <a:xfrm>
            <a:off x="2947937" y="528592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en une touche de balle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A2D20601-1513-1CA7-CAB1-1EF23692C498}"/>
              </a:ext>
            </a:extLst>
          </p:cNvPr>
          <p:cNvSpPr txBox="1"/>
          <p:nvPr/>
        </p:nvSpPr>
        <p:spPr>
          <a:xfrm>
            <a:off x="8663602" y="526121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orienter le jeu 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A2444165-1C61-FEF4-3576-D9D9A8B43BC4}"/>
              </a:ext>
            </a:extLst>
          </p:cNvPr>
          <p:cNvSpPr txBox="1"/>
          <p:nvPr/>
        </p:nvSpPr>
        <p:spPr>
          <a:xfrm>
            <a:off x="8663602" y="568173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situations de crise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E226B3DB-409A-3F96-7114-C03EDDB63781}"/>
              </a:ext>
            </a:extLst>
          </p:cNvPr>
          <p:cNvSpPr txBox="1"/>
          <p:nvPr/>
        </p:nvSpPr>
        <p:spPr>
          <a:xfrm>
            <a:off x="8663602" y="5902366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Préventif et accompagnement du bloc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BF7B91EC-CD94-0F25-7673-DF1954CD9B37}"/>
              </a:ext>
            </a:extLst>
          </p:cNvPr>
          <p:cNvSpPr txBox="1"/>
          <p:nvPr/>
        </p:nvSpPr>
        <p:spPr>
          <a:xfrm>
            <a:off x="2937052" y="552540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747ACC6-7BD5-D4FD-1059-28F38A47EB14}"/>
              </a:ext>
            </a:extLst>
          </p:cNvPr>
          <p:cNvSpPr txBox="1"/>
          <p:nvPr/>
        </p:nvSpPr>
        <p:spPr>
          <a:xfrm>
            <a:off x="2937052" y="574312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AA4BBE51-0466-3ADA-B1EA-77F51DC0949D}"/>
              </a:ext>
            </a:extLst>
          </p:cNvPr>
          <p:cNvSpPr txBox="1"/>
          <p:nvPr/>
        </p:nvSpPr>
        <p:spPr>
          <a:xfrm>
            <a:off x="2958823" y="596015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3896CA88-9482-B583-9F21-D717B8D5DF5B}"/>
              </a:ext>
            </a:extLst>
          </p:cNvPr>
          <p:cNvSpPr txBox="1"/>
          <p:nvPr/>
        </p:nvSpPr>
        <p:spPr>
          <a:xfrm>
            <a:off x="5718878" y="488420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A3A5CB98-46C4-16F4-A760-62AF757EF5F7}"/>
              </a:ext>
            </a:extLst>
          </p:cNvPr>
          <p:cNvSpPr txBox="1"/>
          <p:nvPr/>
        </p:nvSpPr>
        <p:spPr>
          <a:xfrm>
            <a:off x="5712901" y="510533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Anticipation / interception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96A677C-9555-062F-85AF-3ABFD2F6AFDA}"/>
              </a:ext>
            </a:extLst>
          </p:cNvPr>
          <p:cNvSpPr/>
          <p:nvPr/>
        </p:nvSpPr>
        <p:spPr>
          <a:xfrm>
            <a:off x="2768944" y="3936453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BD68ECC-EC1B-8E10-6282-6456C9CEE66C}"/>
              </a:ext>
            </a:extLst>
          </p:cNvPr>
          <p:cNvSpPr/>
          <p:nvPr/>
        </p:nvSpPr>
        <p:spPr>
          <a:xfrm>
            <a:off x="2770432" y="3698924"/>
            <a:ext cx="132154" cy="9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802C7A5-AF0D-A73A-1E24-27F1697C7735}"/>
              </a:ext>
            </a:extLst>
          </p:cNvPr>
          <p:cNvSpPr/>
          <p:nvPr/>
        </p:nvSpPr>
        <p:spPr>
          <a:xfrm>
            <a:off x="2774920" y="4169535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D724A4A-B551-A807-0BAB-992499C7EAA3}"/>
              </a:ext>
            </a:extLst>
          </p:cNvPr>
          <p:cNvSpPr/>
          <p:nvPr/>
        </p:nvSpPr>
        <p:spPr>
          <a:xfrm>
            <a:off x="2774920" y="4396641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17A2711-D29F-1D84-E2F8-8CA331ABEC10}"/>
              </a:ext>
            </a:extLst>
          </p:cNvPr>
          <p:cNvSpPr/>
          <p:nvPr/>
        </p:nvSpPr>
        <p:spPr>
          <a:xfrm>
            <a:off x="2774920" y="4862806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77E5D7F-A82B-70BA-3E81-296CF0441EF9}"/>
              </a:ext>
            </a:extLst>
          </p:cNvPr>
          <p:cNvSpPr/>
          <p:nvPr/>
        </p:nvSpPr>
        <p:spPr>
          <a:xfrm>
            <a:off x="2774920" y="5089912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B365A4C-677D-6D22-D9A2-6869C0A19735}"/>
              </a:ext>
            </a:extLst>
          </p:cNvPr>
          <p:cNvSpPr/>
          <p:nvPr/>
        </p:nvSpPr>
        <p:spPr>
          <a:xfrm>
            <a:off x="2777994" y="5293880"/>
            <a:ext cx="132154" cy="9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7305D11-82C1-9BC7-5FC2-26BA41A8DFAD}"/>
              </a:ext>
            </a:extLst>
          </p:cNvPr>
          <p:cNvSpPr/>
          <p:nvPr/>
        </p:nvSpPr>
        <p:spPr>
          <a:xfrm>
            <a:off x="2774920" y="5538147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3B48F8A-50B9-EDFC-EA8E-0039DAB9C73F}"/>
              </a:ext>
            </a:extLst>
          </p:cNvPr>
          <p:cNvSpPr/>
          <p:nvPr/>
        </p:nvSpPr>
        <p:spPr>
          <a:xfrm>
            <a:off x="2774920" y="5747324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0DA6D57-ABB4-6345-4C1A-AC88DF253C11}"/>
              </a:ext>
            </a:extLst>
          </p:cNvPr>
          <p:cNvSpPr/>
          <p:nvPr/>
        </p:nvSpPr>
        <p:spPr>
          <a:xfrm>
            <a:off x="2768944" y="5956501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66DD55A-F30E-6716-7BCE-0FA0F6444A61}"/>
              </a:ext>
            </a:extLst>
          </p:cNvPr>
          <p:cNvSpPr/>
          <p:nvPr/>
        </p:nvSpPr>
        <p:spPr>
          <a:xfrm>
            <a:off x="5571476" y="3459007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6BBCF87-2959-9022-5E5D-9FEFC85BA919}"/>
              </a:ext>
            </a:extLst>
          </p:cNvPr>
          <p:cNvSpPr/>
          <p:nvPr/>
        </p:nvSpPr>
        <p:spPr>
          <a:xfrm>
            <a:off x="5571476" y="3710018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27CF2D8-363F-A942-6C9E-0FABA79FE3E2}"/>
              </a:ext>
            </a:extLst>
          </p:cNvPr>
          <p:cNvSpPr/>
          <p:nvPr/>
        </p:nvSpPr>
        <p:spPr>
          <a:xfrm>
            <a:off x="5576756" y="4169394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D65AAF9-D390-B19B-4866-79CD19CDE510}"/>
              </a:ext>
            </a:extLst>
          </p:cNvPr>
          <p:cNvSpPr/>
          <p:nvPr/>
        </p:nvSpPr>
        <p:spPr>
          <a:xfrm>
            <a:off x="5577884" y="3930476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32D867D-252D-8CB2-685A-3AFE0BF5A559}"/>
              </a:ext>
            </a:extLst>
          </p:cNvPr>
          <p:cNvSpPr/>
          <p:nvPr/>
        </p:nvSpPr>
        <p:spPr>
          <a:xfrm>
            <a:off x="5576756" y="4432359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DAFA4C3-5A0E-7258-1401-255D7C9AF847}"/>
              </a:ext>
            </a:extLst>
          </p:cNvPr>
          <p:cNvSpPr/>
          <p:nvPr/>
        </p:nvSpPr>
        <p:spPr>
          <a:xfrm>
            <a:off x="5576756" y="4665442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630B26C-8D43-9187-DD86-C60E4228F1AE}"/>
              </a:ext>
            </a:extLst>
          </p:cNvPr>
          <p:cNvSpPr/>
          <p:nvPr/>
        </p:nvSpPr>
        <p:spPr>
          <a:xfrm>
            <a:off x="5576756" y="4892548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9D2F78D-BEEC-5282-97B7-646585389432}"/>
              </a:ext>
            </a:extLst>
          </p:cNvPr>
          <p:cNvSpPr/>
          <p:nvPr/>
        </p:nvSpPr>
        <p:spPr>
          <a:xfrm>
            <a:off x="5576756" y="5125630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252080E9-972B-9398-C87A-6FF052077AD6}"/>
              </a:ext>
            </a:extLst>
          </p:cNvPr>
          <p:cNvSpPr txBox="1"/>
          <p:nvPr/>
        </p:nvSpPr>
        <p:spPr>
          <a:xfrm>
            <a:off x="8663602" y="6097866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Communication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D32B564-37E8-A0AC-260D-1DE543C566D1}"/>
              </a:ext>
            </a:extLst>
          </p:cNvPr>
          <p:cNvSpPr/>
          <p:nvPr/>
        </p:nvSpPr>
        <p:spPr>
          <a:xfrm>
            <a:off x="8416847" y="3420093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AD1229C-CC51-F736-B100-48227DD41A7F}"/>
              </a:ext>
            </a:extLst>
          </p:cNvPr>
          <p:cNvSpPr/>
          <p:nvPr/>
        </p:nvSpPr>
        <p:spPr>
          <a:xfrm>
            <a:off x="8415580" y="3780924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1184334-4F75-8E7D-A9F6-822AADA0CDA8}"/>
              </a:ext>
            </a:extLst>
          </p:cNvPr>
          <p:cNvSpPr/>
          <p:nvPr/>
        </p:nvSpPr>
        <p:spPr>
          <a:xfrm>
            <a:off x="8416847" y="3981881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BB8E812-3867-C3BA-434C-8EF05D864B2C}"/>
              </a:ext>
            </a:extLst>
          </p:cNvPr>
          <p:cNvSpPr/>
          <p:nvPr/>
        </p:nvSpPr>
        <p:spPr>
          <a:xfrm>
            <a:off x="8422824" y="4191057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2E2A8D3-6D29-203E-F674-F40566350EA7}"/>
              </a:ext>
            </a:extLst>
          </p:cNvPr>
          <p:cNvSpPr/>
          <p:nvPr/>
        </p:nvSpPr>
        <p:spPr>
          <a:xfrm>
            <a:off x="8422824" y="4400233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D12F5E4-541F-0C12-AEF7-68C4DB1FE71E}"/>
              </a:ext>
            </a:extLst>
          </p:cNvPr>
          <p:cNvSpPr/>
          <p:nvPr/>
        </p:nvSpPr>
        <p:spPr>
          <a:xfrm>
            <a:off x="8421557" y="4593724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1EDCD8-6AC5-CABD-0FD0-C4162C67A243}"/>
              </a:ext>
            </a:extLst>
          </p:cNvPr>
          <p:cNvSpPr/>
          <p:nvPr/>
        </p:nvSpPr>
        <p:spPr>
          <a:xfrm>
            <a:off x="8422823" y="4814313"/>
            <a:ext cx="132154" cy="9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0D91DBE-D6AC-B9DD-E287-6B2E066947B4}"/>
              </a:ext>
            </a:extLst>
          </p:cNvPr>
          <p:cNvSpPr/>
          <p:nvPr/>
        </p:nvSpPr>
        <p:spPr>
          <a:xfrm>
            <a:off x="8422824" y="5045692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FD9D49A-91BD-E544-025F-0E76C524D05C}"/>
              </a:ext>
            </a:extLst>
          </p:cNvPr>
          <p:cNvSpPr/>
          <p:nvPr/>
        </p:nvSpPr>
        <p:spPr>
          <a:xfrm>
            <a:off x="8422824" y="5290728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A9FF2C6-AE97-A872-A6A3-CA7A831EBB17}"/>
              </a:ext>
            </a:extLst>
          </p:cNvPr>
          <p:cNvSpPr/>
          <p:nvPr/>
        </p:nvSpPr>
        <p:spPr>
          <a:xfrm>
            <a:off x="8421557" y="5472265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4E3F8FA-9DB3-D496-0D2F-0F81771E0E96}"/>
              </a:ext>
            </a:extLst>
          </p:cNvPr>
          <p:cNvSpPr/>
          <p:nvPr/>
        </p:nvSpPr>
        <p:spPr>
          <a:xfrm>
            <a:off x="8421557" y="5693394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FBA50F2-BDD8-26CD-1F6D-4D768826FAEF}"/>
              </a:ext>
            </a:extLst>
          </p:cNvPr>
          <p:cNvSpPr/>
          <p:nvPr/>
        </p:nvSpPr>
        <p:spPr>
          <a:xfrm>
            <a:off x="8452703" y="6117363"/>
            <a:ext cx="132154" cy="97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1A86BC0-C603-6966-8600-5597FC7ADEBA}"/>
              </a:ext>
            </a:extLst>
          </p:cNvPr>
          <p:cNvSpPr/>
          <p:nvPr/>
        </p:nvSpPr>
        <p:spPr>
          <a:xfrm>
            <a:off x="8428800" y="5906305"/>
            <a:ext cx="132154" cy="975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A7B61FC-A736-D096-7913-904178237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33E7BF0-2935-9A61-27B0-D2019D462E9A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62988F-97D5-012F-4ED1-3D59F4FFE564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8DBC77-8DAE-FAB1-BE36-E38F4DC48DE0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47F24C-0C15-7F16-A425-754B20B8CC18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1E8A114-971B-FC1B-7171-FFA1F6A03D6A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5" name="Graphique 104">
            <a:extLst>
              <a:ext uri="{FF2B5EF4-FFF2-40B4-BE49-F238E27FC236}">
                <a16:creationId xmlns:a16="http://schemas.microsoft.com/office/drawing/2014/main" id="{968026FA-215E-6AE7-2032-405785A1D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79" name="Rectangle 178">
            <a:extLst>
              <a:ext uri="{FF2B5EF4-FFF2-40B4-BE49-F238E27FC236}">
                <a16:creationId xmlns:a16="http://schemas.microsoft.com/office/drawing/2014/main" id="{F694D9DB-87D6-219F-DA78-3F283D55C3ED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46B73AB-2DC0-4DDB-430A-5A42D7114042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6376E9F-697A-175E-69E8-819208D418D7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C3DE138-8078-7149-2EFE-3912CD29BD89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CE8B173-8FC9-0CCA-4414-A0A22EE3D5F9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73AC1EE-B2FC-6D33-7552-3B817EB56270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2DA86193-39A9-1B51-109B-551E234512C2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849CF63-9161-C789-3B66-B87C9C213FF7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A4CA75F-E8E3-3952-FB32-3820D0D96695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2C12ADB5-8ED1-828A-B0D3-4ABA51CB52BD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33EB108-067B-5513-493A-D720DB4CE009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6136EC5-FFEA-93C1-0DFA-59AEAEDFF127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DA550A79-ED14-3902-2A63-8B151838FFCD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004C1DA5-E595-68E1-13E0-C52F9DAF8077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B98E737-F8E9-9165-FA0F-9925AB25EF96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10" name="Image 209">
            <a:extLst>
              <a:ext uri="{FF2B5EF4-FFF2-40B4-BE49-F238E27FC236}">
                <a16:creationId xmlns:a16="http://schemas.microsoft.com/office/drawing/2014/main" id="{038D080E-29C0-7EC3-B20F-72B72C83D1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3F8DD5-4E73-4114-D1C1-C96CACB6B9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2428" y="1835393"/>
            <a:ext cx="222863" cy="2785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F4564E9-6E2C-D071-F010-6FF7E88BD1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798" y="1809365"/>
            <a:ext cx="296513" cy="298061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BC8FB9D9-9C2F-4C11-E108-ED547B47D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20CDB50-C5D0-2A91-748B-1A1CB834F21F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</p:spTree>
    <p:extLst>
      <p:ext uri="{BB962C8B-B14F-4D97-AF65-F5344CB8AC3E}">
        <p14:creationId xmlns:p14="http://schemas.microsoft.com/office/powerpoint/2010/main" val="485070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1BDC37-0A12-4692-8E79-A5BA517166F9}"/>
</file>

<file path=customXml/itemProps3.xml><?xml version="1.0" encoding="utf-8"?>
<ds:datastoreItem xmlns:ds="http://schemas.openxmlformats.org/officeDocument/2006/customXml" ds:itemID="{8E9B66EE-43D2-49FF-898E-DCD517785142}">
  <ds:schemaRefs>
    <ds:schemaRef ds:uri="http://schemas.microsoft.com/office/2006/metadata/properties"/>
    <ds:schemaRef ds:uri="http://schemas.microsoft.com/office/infopath/2007/PartnerControls"/>
    <ds:schemaRef ds:uri="2d8829ac-d7a6-47bf-913f-17470f5814bd"/>
    <ds:schemaRef ds:uri="d2aa4942-3767-4fb4-b828-61a76fcbf9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5</TotalTime>
  <Words>183</Words>
  <Application>Microsoft Macintosh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2026-08-04T16:01:38Z</dcterms:created>
  <dcterms:modified xsi:type="dcterms:W3CDTF">2026-08-05T07:46:58Z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</Properties>
</file>