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261" r:id="rId6"/>
  </p:sldIdLst>
  <p:sldSz cx="12192000" cy="6858000"/>
  <p:notesSz cx="6858000" cy="9144000"/>
  <p:embeddedFontLst>
    <p:embeddedFont>
      <p:font typeface="OM Marseille Light" pitchFamily="2" charset="77"/>
      <p:regular r:id="rId9"/>
    </p:embeddedFont>
    <p:embeddedFont>
      <p:font typeface="OM Marseille Medium" pitchFamily="2" charset="77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58"/>
  </p:normalViewPr>
  <p:slideViewPr>
    <p:cSldViewPr snapToGrid="0" showGuides="1">
      <p:cViewPr varScale="1">
        <p:scale>
          <a:sx n="105" d="100"/>
          <a:sy n="105" d="100"/>
        </p:scale>
        <p:origin x="472" y="5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Genty" userId="0ff89410-5e71-4be0-bd77-4c071ba329e4" providerId="ADAL" clId="{299A151C-5B74-5660-9229-42BC38DFE690}"/>
    <pc:docChg chg="modSld">
      <pc:chgData name="Lucas Genty" userId="0ff89410-5e71-4be0-bd77-4c071ba329e4" providerId="ADAL" clId="{299A151C-5B74-5660-9229-42BC38DFE690}" dt="2026-08-06T07:40:52.857" v="12" actId="1076"/>
      <pc:docMkLst>
        <pc:docMk/>
      </pc:docMkLst>
      <pc:sldChg chg="modSp mod">
        <pc:chgData name="Lucas Genty" userId="0ff89410-5e71-4be0-bd77-4c071ba329e4" providerId="ADAL" clId="{299A151C-5B74-5660-9229-42BC38DFE690}" dt="2026-08-06T07:40:52.857" v="12" actId="1076"/>
        <pc:sldMkLst>
          <pc:docMk/>
          <pc:sldMk cId="0" sldId="261"/>
        </pc:sldMkLst>
        <pc:spChg chg="mod">
          <ac:chgData name="Lucas Genty" userId="0ff89410-5e71-4be0-bd77-4c071ba329e4" providerId="ADAL" clId="{299A151C-5B74-5660-9229-42BC38DFE690}" dt="2026-08-06T07:40:52.857" v="12" actId="1076"/>
          <ac:spMkLst>
            <pc:docMk/>
            <pc:sldMk cId="0" sldId="261"/>
            <ac:spMk id="640" creationId="{00000000-0000-0000-0000-000000000000}"/>
          </ac:spMkLst>
        </pc:spChg>
        <pc:spChg chg="mod">
          <ac:chgData name="Lucas Genty" userId="0ff89410-5e71-4be0-bd77-4c071ba329e4" providerId="ADAL" clId="{299A151C-5B74-5660-9229-42BC38DFE690}" dt="2026-08-06T07:40:49.930" v="11" actId="1076"/>
          <ac:spMkLst>
            <pc:docMk/>
            <pc:sldMk cId="0" sldId="261"/>
            <ac:spMk id="64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E1CF-0447-B6DC-DA089FC74A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hapt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re du chapitre"/>
          <p:cNvSpPr txBox="1">
            <a:spLocks noGrp="1"/>
          </p:cNvSpPr>
          <p:nvPr>
            <p:ph type="title" hasCustomPrompt="1"/>
          </p:nvPr>
        </p:nvSpPr>
        <p:spPr>
          <a:xfrm>
            <a:off x="352425" y="1866900"/>
            <a:ext cx="6734175" cy="2677798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Titre du chapitre</a:t>
            </a:r>
          </a:p>
        </p:txBody>
      </p:sp>
      <p:sp>
        <p:nvSpPr>
          <p:cNvPr id="27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  <p:sp>
        <p:nvSpPr>
          <p:cNvPr id="28" name="Grafik 4"/>
          <p:cNvSpPr/>
          <p:nvPr/>
        </p:nvSpPr>
        <p:spPr>
          <a:xfrm>
            <a:off x="342902" y="6284595"/>
            <a:ext cx="2765426" cy="380328"/>
          </a:xfrm>
          <a:prstGeom prst="rect">
            <a:avLst/>
          </a:prstGeom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" name="Texte niveau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52425" y="304800"/>
            <a:ext cx="1981200" cy="820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600">
                <a:solidFill>
                  <a:srgbClr val="FFFFFF"/>
                </a:solidFill>
              </a:defRPr>
            </a:lvl1pPr>
            <a:lvl2pPr marL="711201" indent="-704851">
              <a:defRPr sz="5600">
                <a:solidFill>
                  <a:srgbClr val="FFFFFF"/>
                </a:solidFill>
              </a:defRPr>
            </a:lvl2pPr>
            <a:lvl3pPr marL="903288" indent="-730251">
              <a:defRPr sz="5600">
                <a:solidFill>
                  <a:srgbClr val="FFFFFF"/>
                </a:solidFill>
              </a:defRPr>
            </a:lvl3pPr>
            <a:lvl4pPr marL="1062037" indent="-698500">
              <a:defRPr sz="5600">
                <a:solidFill>
                  <a:srgbClr val="FFFFFF"/>
                </a:solidFill>
              </a:defRPr>
            </a:lvl4pPr>
            <a:lvl5pPr marL="1268413" indent="-730251">
              <a:defRPr sz="5600">
                <a:solidFill>
                  <a:srgbClr val="FFFFFF"/>
                </a:solidFill>
              </a:defRPr>
            </a:lvl5pPr>
          </a:lstStyle>
          <a:p>
            <a:r>
              <a:t>0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0" name="Textplatzhalter 6"/>
          <p:cNvSpPr>
            <a:spLocks noGrp="1"/>
          </p:cNvSpPr>
          <p:nvPr>
            <p:ph type="body" sz="half" idx="21" hasCustomPrompt="1"/>
          </p:nvPr>
        </p:nvSpPr>
        <p:spPr>
          <a:xfrm>
            <a:off x="7696200" y="152399"/>
            <a:ext cx="4381500" cy="60785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621791">
              <a:defRPr sz="39440">
                <a:solidFill>
                  <a:schemeClr val="accent1"/>
                </a:solidFill>
                <a:latin typeface="OM Marseille Medium"/>
                <a:ea typeface="OM Marseille Medium"/>
                <a:cs typeface="OM Marseille Medium"/>
                <a:sym typeface="OM Marseille Medium"/>
              </a:defRPr>
            </a:lvl1pPr>
          </a:lstStyle>
          <a:p>
            <a: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04810263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  <p:sldLayoutId id="214748366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MOCTAR GUIRASSY – 2008</a:t>
            </a:r>
          </a:p>
          <a:p>
            <a:r>
              <a:rPr lang="fr-FR" dirty="0"/>
              <a:t>SAISON 2026/2027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aphique 1">
            <a:extLst>
              <a:ext uri="{FF2B5EF4-FFF2-40B4-BE49-F238E27FC236}">
                <a16:creationId xmlns:a16="http://schemas.microsoft.com/office/drawing/2014/main" id="{D7E54C60-7E7E-6105-D186-F45D7E14732B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52" name="Textfeld 3"/>
          <p:cNvSpPr txBox="1">
            <a:spLocks noGrp="1"/>
          </p:cNvSpPr>
          <p:nvPr>
            <p:ph type="sldNum" sz="quarter" idx="2"/>
          </p:nvPr>
        </p:nvSpPr>
        <p:spPr>
          <a:xfrm>
            <a:off x="11712575" y="6318605"/>
            <a:ext cx="127001" cy="18288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pic>
        <p:nvPicPr>
          <p:cNvPr id="554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20" y="112546"/>
            <a:ext cx="2162756" cy="2162756"/>
          </a:xfrm>
          <a:prstGeom prst="rect">
            <a:avLst/>
          </a:prstGeom>
          <a:ln w="12700">
            <a:miter lim="400000"/>
          </a:ln>
        </p:spPr>
      </p:pic>
      <p:sp>
        <p:nvSpPr>
          <p:cNvPr id="555" name="Connecteur droit 14"/>
          <p:cNvSpPr/>
          <p:nvPr/>
        </p:nvSpPr>
        <p:spPr>
          <a:xfrm flipH="1">
            <a:off x="2409244" y="206733"/>
            <a:ext cx="1" cy="5653378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56" name="ZoneTexte 15"/>
          <p:cNvSpPr txBox="1"/>
          <p:nvPr/>
        </p:nvSpPr>
        <p:spPr>
          <a:xfrm>
            <a:off x="552554" y="48962"/>
            <a:ext cx="1315264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FICHE JOUEUR</a:t>
            </a:r>
          </a:p>
        </p:txBody>
      </p:sp>
      <p:sp>
        <p:nvSpPr>
          <p:cNvPr id="557" name="Connecteur droit 16"/>
          <p:cNvSpPr/>
          <p:nvPr/>
        </p:nvSpPr>
        <p:spPr>
          <a:xfrm flipH="1" flipV="1">
            <a:off x="2593436" y="3033421"/>
            <a:ext cx="8977023" cy="1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58" name="ZoneTexte 19"/>
          <p:cNvSpPr txBox="1"/>
          <p:nvPr/>
        </p:nvSpPr>
        <p:spPr>
          <a:xfrm>
            <a:off x="2593437" y="49647"/>
            <a:ext cx="108392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FICHE SAISON</a:t>
            </a:r>
          </a:p>
        </p:txBody>
      </p:sp>
      <p:sp>
        <p:nvSpPr>
          <p:cNvPr id="559" name="Connecteur droit 20"/>
          <p:cNvSpPr/>
          <p:nvPr/>
        </p:nvSpPr>
        <p:spPr>
          <a:xfrm>
            <a:off x="7187978" y="206733"/>
            <a:ext cx="24663" cy="2779292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2" name="ZoneTexte 23"/>
          <p:cNvSpPr txBox="1"/>
          <p:nvPr/>
        </p:nvSpPr>
        <p:spPr>
          <a:xfrm>
            <a:off x="7311224" y="74050"/>
            <a:ext cx="1829918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PROJECTION CARRIÈRE </a:t>
            </a:r>
          </a:p>
        </p:txBody>
      </p:sp>
      <p:pic>
        <p:nvPicPr>
          <p:cNvPr id="563" name="Image 31" descr="Imag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3"/>
            <a:ext cx="1130868" cy="1718918"/>
          </a:xfrm>
          <a:prstGeom prst="rect">
            <a:avLst/>
          </a:prstGeom>
          <a:ln w="12700">
            <a:miter lim="400000"/>
          </a:ln>
        </p:spPr>
      </p:pic>
      <p:sp>
        <p:nvSpPr>
          <p:cNvPr id="564" name="Ellipse 33"/>
          <p:cNvSpPr/>
          <p:nvPr/>
        </p:nvSpPr>
        <p:spPr>
          <a:xfrm>
            <a:off x="1599741" y="686648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5" name="Ellipse 34"/>
          <p:cNvSpPr/>
          <p:nvPr/>
        </p:nvSpPr>
        <p:spPr>
          <a:xfrm>
            <a:off x="1599741" y="1020603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6" name="Ellipse 37"/>
          <p:cNvSpPr/>
          <p:nvPr/>
        </p:nvSpPr>
        <p:spPr>
          <a:xfrm>
            <a:off x="1213192" y="909285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7" name="Ellipse 38"/>
          <p:cNvSpPr/>
          <p:nvPr/>
        </p:nvSpPr>
        <p:spPr>
          <a:xfrm>
            <a:off x="1216895" y="1720319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8" name="Ellipse 39"/>
          <p:cNvSpPr/>
          <p:nvPr/>
        </p:nvSpPr>
        <p:spPr>
          <a:xfrm>
            <a:off x="1451462" y="1753851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9" name="Ellipse 41"/>
          <p:cNvSpPr/>
          <p:nvPr/>
        </p:nvSpPr>
        <p:spPr>
          <a:xfrm>
            <a:off x="1594267" y="2004389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70" name="Ellipse 42"/>
          <p:cNvSpPr/>
          <p:nvPr/>
        </p:nvSpPr>
        <p:spPr>
          <a:xfrm>
            <a:off x="1722162" y="1755947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76" name="ZoneTexte 56"/>
          <p:cNvSpPr txBox="1"/>
          <p:nvPr/>
        </p:nvSpPr>
        <p:spPr>
          <a:xfrm>
            <a:off x="3930517" y="297593"/>
            <a:ext cx="398704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MIN’</a:t>
            </a:r>
          </a:p>
        </p:txBody>
      </p:sp>
      <p:sp>
        <p:nvSpPr>
          <p:cNvPr id="577" name="ZoneTexte 57"/>
          <p:cNvSpPr txBox="1"/>
          <p:nvPr/>
        </p:nvSpPr>
        <p:spPr>
          <a:xfrm>
            <a:off x="4657857" y="296991"/>
            <a:ext cx="398527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T / R</a:t>
            </a:r>
          </a:p>
        </p:txBody>
      </p:sp>
      <p:sp>
        <p:nvSpPr>
          <p:cNvPr id="578" name="ZoneTexte 59"/>
          <p:cNvSpPr txBox="1"/>
          <p:nvPr/>
        </p:nvSpPr>
        <p:spPr>
          <a:xfrm>
            <a:off x="329063" y="4656249"/>
            <a:ext cx="1744296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 u="sng">
                <a:solidFill>
                  <a:srgbClr val="FFFFFF"/>
                </a:solidFill>
              </a:defRPr>
            </a:lvl1pPr>
          </a:lstStyle>
          <a:p>
            <a:r>
              <a:t>PROJECTION CLUB </a:t>
            </a:r>
          </a:p>
        </p:txBody>
      </p:sp>
      <p:sp>
        <p:nvSpPr>
          <p:cNvPr id="579" name="ZoneTexte 60"/>
          <p:cNvSpPr txBox="1"/>
          <p:nvPr/>
        </p:nvSpPr>
        <p:spPr>
          <a:xfrm>
            <a:off x="126293" y="5143939"/>
            <a:ext cx="522275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L1 OM</a:t>
            </a:r>
          </a:p>
        </p:txBody>
      </p:sp>
      <p:sp>
        <p:nvSpPr>
          <p:cNvPr id="580" name="ZoneTexte 61"/>
          <p:cNvSpPr txBox="1"/>
          <p:nvPr/>
        </p:nvSpPr>
        <p:spPr>
          <a:xfrm>
            <a:off x="105316" y="5523907"/>
            <a:ext cx="457379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PRÊT</a:t>
            </a:r>
          </a:p>
        </p:txBody>
      </p:sp>
      <p:sp>
        <p:nvSpPr>
          <p:cNvPr id="581" name="ZoneTexte 62"/>
          <p:cNvSpPr txBox="1"/>
          <p:nvPr/>
        </p:nvSpPr>
        <p:spPr>
          <a:xfrm>
            <a:off x="120147" y="5903874"/>
            <a:ext cx="796977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VENTE %</a:t>
            </a:r>
          </a:p>
        </p:txBody>
      </p:sp>
      <p:sp>
        <p:nvSpPr>
          <p:cNvPr id="583" name="ZoneTexte 1"/>
          <p:cNvSpPr txBox="1"/>
          <p:nvPr/>
        </p:nvSpPr>
        <p:spPr>
          <a:xfrm>
            <a:off x="5377784" y="290429"/>
            <a:ext cx="417196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B / A</a:t>
            </a:r>
          </a:p>
        </p:txBody>
      </p:sp>
      <p:sp>
        <p:nvSpPr>
          <p:cNvPr id="584" name="ZoneTexte 4"/>
          <p:cNvSpPr txBox="1"/>
          <p:nvPr/>
        </p:nvSpPr>
        <p:spPr>
          <a:xfrm>
            <a:off x="3298900" y="290429"/>
            <a:ext cx="149251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G</a:t>
            </a:r>
          </a:p>
        </p:txBody>
      </p:sp>
      <p:sp>
        <p:nvSpPr>
          <p:cNvPr id="590" name="ZoneTexte 29"/>
          <p:cNvSpPr txBox="1"/>
          <p:nvPr/>
        </p:nvSpPr>
        <p:spPr>
          <a:xfrm>
            <a:off x="5984009" y="304527"/>
            <a:ext cx="666827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CJ / CR</a:t>
            </a:r>
          </a:p>
        </p:txBody>
      </p:sp>
      <p:sp>
        <p:nvSpPr>
          <p:cNvPr id="591" name="Graphique 32"/>
          <p:cNvSpPr/>
          <p:nvPr/>
        </p:nvSpPr>
        <p:spPr>
          <a:xfrm>
            <a:off x="2551460" y="546865"/>
            <a:ext cx="307073" cy="307073"/>
          </a:xfrm>
          <a:prstGeom prst="rect">
            <a:avLst/>
          </a:prstGeom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7" name="ZoneTexte 9"/>
          <p:cNvSpPr txBox="1"/>
          <p:nvPr/>
        </p:nvSpPr>
        <p:spPr>
          <a:xfrm>
            <a:off x="444489" y="3818549"/>
            <a:ext cx="33975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TAILLE</a:t>
            </a:r>
          </a:p>
        </p:txBody>
      </p:sp>
      <p:sp>
        <p:nvSpPr>
          <p:cNvPr id="618" name="ZoneTexte 10"/>
          <p:cNvSpPr txBox="1"/>
          <p:nvPr/>
        </p:nvSpPr>
        <p:spPr>
          <a:xfrm>
            <a:off x="454907" y="4208495"/>
            <a:ext cx="3266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POIDS</a:t>
            </a:r>
          </a:p>
        </p:txBody>
      </p:sp>
      <p:sp>
        <p:nvSpPr>
          <p:cNvPr id="619" name="ZoneTexte 11"/>
          <p:cNvSpPr txBox="1"/>
          <p:nvPr/>
        </p:nvSpPr>
        <p:spPr>
          <a:xfrm>
            <a:off x="83011" y="3068168"/>
            <a:ext cx="10548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DATE DE NAISSANCE</a:t>
            </a:r>
          </a:p>
        </p:txBody>
      </p:sp>
      <p:sp>
        <p:nvSpPr>
          <p:cNvPr id="620" name="ZoneTexte 13"/>
          <p:cNvSpPr txBox="1"/>
          <p:nvPr/>
        </p:nvSpPr>
        <p:spPr>
          <a:xfrm>
            <a:off x="350967" y="3440174"/>
            <a:ext cx="5415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PIED FORT</a:t>
            </a:r>
          </a:p>
        </p:txBody>
      </p:sp>
      <p:sp>
        <p:nvSpPr>
          <p:cNvPr id="621" name="ZoneTexte 30"/>
          <p:cNvSpPr txBox="1"/>
          <p:nvPr/>
        </p:nvSpPr>
        <p:spPr>
          <a:xfrm>
            <a:off x="296773" y="2391492"/>
            <a:ext cx="5802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SÉLÉCTION</a:t>
            </a:r>
          </a:p>
        </p:txBody>
      </p:sp>
      <p:sp>
        <p:nvSpPr>
          <p:cNvPr id="624" name="Ellipse 65"/>
          <p:cNvSpPr/>
          <p:nvPr/>
        </p:nvSpPr>
        <p:spPr>
          <a:xfrm>
            <a:off x="1437716" y="1379406"/>
            <a:ext cx="156551" cy="147479"/>
          </a:xfrm>
          <a:prstGeom prst="ellipse">
            <a:avLst/>
          </a:prstGeom>
          <a:solidFill>
            <a:srgbClr val="B6954D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5" name="Ellipse 66"/>
          <p:cNvSpPr/>
          <p:nvPr/>
        </p:nvSpPr>
        <p:spPr>
          <a:xfrm>
            <a:off x="1997306" y="909285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6" name="Ellipse 67"/>
          <p:cNvSpPr/>
          <p:nvPr/>
        </p:nvSpPr>
        <p:spPr>
          <a:xfrm>
            <a:off x="1991897" y="1720319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7" name="Ellipse 69"/>
          <p:cNvSpPr/>
          <p:nvPr/>
        </p:nvSpPr>
        <p:spPr>
          <a:xfrm>
            <a:off x="1750816" y="1379406"/>
            <a:ext cx="156551" cy="147479"/>
          </a:xfrm>
          <a:prstGeom prst="ellipse">
            <a:avLst/>
          </a:prstGeom>
          <a:solidFill>
            <a:srgbClr val="B6954D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9" name="ZoneTexte 22"/>
          <p:cNvSpPr txBox="1"/>
          <p:nvPr/>
        </p:nvSpPr>
        <p:spPr>
          <a:xfrm>
            <a:off x="1322041" y="3030961"/>
            <a:ext cx="709321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12/7/2008</a:t>
            </a:r>
          </a:p>
        </p:txBody>
      </p:sp>
      <p:sp>
        <p:nvSpPr>
          <p:cNvPr id="630" name="ZoneTexte 22"/>
          <p:cNvSpPr txBox="1"/>
          <p:nvPr/>
        </p:nvSpPr>
        <p:spPr>
          <a:xfrm>
            <a:off x="1376066" y="3374335"/>
            <a:ext cx="573076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Gauche</a:t>
            </a:r>
          </a:p>
        </p:txBody>
      </p:sp>
      <p:sp>
        <p:nvSpPr>
          <p:cNvPr id="640" name="ZoneTexte 22"/>
          <p:cNvSpPr txBox="1"/>
          <p:nvPr/>
        </p:nvSpPr>
        <p:spPr>
          <a:xfrm>
            <a:off x="1419029" y="3780177"/>
            <a:ext cx="442429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181CM</a:t>
            </a:r>
            <a:endParaRPr dirty="0"/>
          </a:p>
        </p:txBody>
      </p:sp>
      <p:sp>
        <p:nvSpPr>
          <p:cNvPr id="641" name="ZoneTexte 22"/>
          <p:cNvSpPr txBox="1"/>
          <p:nvPr/>
        </p:nvSpPr>
        <p:spPr>
          <a:xfrm>
            <a:off x="1395464" y="4166660"/>
            <a:ext cx="520976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67.6KG</a:t>
            </a:r>
            <a:endParaRPr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E7C7E001-F196-C797-D0B1-CC95F4E13945}"/>
              </a:ext>
            </a:extLst>
          </p:cNvPr>
          <p:cNvSpPr/>
          <p:nvPr/>
        </p:nvSpPr>
        <p:spPr>
          <a:xfrm>
            <a:off x="2610029" y="3145019"/>
            <a:ext cx="2719447" cy="3045336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ZoneTexte 11">
            <a:extLst>
              <a:ext uri="{FF2B5EF4-FFF2-40B4-BE49-F238E27FC236}">
                <a16:creationId xmlns:a16="http://schemas.microsoft.com/office/drawing/2014/main" id="{6E514949-2124-1588-0FB3-9FE7D1B71D8D}"/>
              </a:ext>
            </a:extLst>
          </p:cNvPr>
          <p:cNvSpPr txBox="1"/>
          <p:nvPr/>
        </p:nvSpPr>
        <p:spPr>
          <a:xfrm>
            <a:off x="2646244" y="3164230"/>
            <a:ext cx="1258113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TECHNIQUE OFF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49E8A468-7C4D-8F15-89AF-3050EB288F38}"/>
              </a:ext>
            </a:extLst>
          </p:cNvPr>
          <p:cNvSpPr/>
          <p:nvPr/>
        </p:nvSpPr>
        <p:spPr>
          <a:xfrm>
            <a:off x="5435526" y="3141046"/>
            <a:ext cx="2719447" cy="3045336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2015E886-F6D3-3533-6870-89ED0133DEDA}"/>
              </a:ext>
            </a:extLst>
          </p:cNvPr>
          <p:cNvSpPr/>
          <p:nvPr/>
        </p:nvSpPr>
        <p:spPr>
          <a:xfrm>
            <a:off x="8261021" y="3145019"/>
            <a:ext cx="2719447" cy="3045336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ZoneTexte 13">
            <a:extLst>
              <a:ext uri="{FF2B5EF4-FFF2-40B4-BE49-F238E27FC236}">
                <a16:creationId xmlns:a16="http://schemas.microsoft.com/office/drawing/2014/main" id="{C3F3C00D-FAF2-C5FD-B56E-EF157E110295}"/>
              </a:ext>
            </a:extLst>
          </p:cNvPr>
          <p:cNvSpPr txBox="1"/>
          <p:nvPr/>
        </p:nvSpPr>
        <p:spPr>
          <a:xfrm>
            <a:off x="5473623" y="3176423"/>
            <a:ext cx="1255218" cy="182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TECHNIQUE DEF</a:t>
            </a:r>
          </a:p>
        </p:txBody>
      </p:sp>
      <p:sp>
        <p:nvSpPr>
          <p:cNvPr id="8" name="ZoneTexte 24">
            <a:extLst>
              <a:ext uri="{FF2B5EF4-FFF2-40B4-BE49-F238E27FC236}">
                <a16:creationId xmlns:a16="http://schemas.microsoft.com/office/drawing/2014/main" id="{2FB9A011-3ED9-9F8E-7940-6617B58EEFB4}"/>
              </a:ext>
            </a:extLst>
          </p:cNvPr>
          <p:cNvSpPr txBox="1"/>
          <p:nvPr/>
        </p:nvSpPr>
        <p:spPr>
          <a:xfrm>
            <a:off x="8297235" y="3176423"/>
            <a:ext cx="765557" cy="182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TACTIQUE</a:t>
            </a:r>
          </a:p>
        </p:txBody>
      </p:sp>
      <p:sp>
        <p:nvSpPr>
          <p:cNvPr id="9" name="ZoneTexte 25">
            <a:extLst>
              <a:ext uri="{FF2B5EF4-FFF2-40B4-BE49-F238E27FC236}">
                <a16:creationId xmlns:a16="http://schemas.microsoft.com/office/drawing/2014/main" id="{16655F33-C3A8-E634-5D26-6DD12953072C}"/>
              </a:ext>
            </a:extLst>
          </p:cNvPr>
          <p:cNvSpPr txBox="1"/>
          <p:nvPr/>
        </p:nvSpPr>
        <p:spPr>
          <a:xfrm>
            <a:off x="2845308" y="3505748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Prise de balle et enchainement </a:t>
            </a:r>
          </a:p>
        </p:txBody>
      </p:sp>
      <p:sp>
        <p:nvSpPr>
          <p:cNvPr id="10" name="Rectangle 93">
            <a:extLst>
              <a:ext uri="{FF2B5EF4-FFF2-40B4-BE49-F238E27FC236}">
                <a16:creationId xmlns:a16="http://schemas.microsoft.com/office/drawing/2014/main" id="{506E2728-5E71-113E-616C-99E6917B638D}"/>
              </a:ext>
            </a:extLst>
          </p:cNvPr>
          <p:cNvSpPr/>
          <p:nvPr/>
        </p:nvSpPr>
        <p:spPr>
          <a:xfrm>
            <a:off x="2646244" y="5593070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94">
            <a:extLst>
              <a:ext uri="{FF2B5EF4-FFF2-40B4-BE49-F238E27FC236}">
                <a16:creationId xmlns:a16="http://schemas.microsoft.com/office/drawing/2014/main" id="{2F0B336D-6271-98F0-F745-1A9EF27B4E50}"/>
              </a:ext>
            </a:extLst>
          </p:cNvPr>
          <p:cNvSpPr/>
          <p:nvPr/>
        </p:nvSpPr>
        <p:spPr>
          <a:xfrm>
            <a:off x="2646244" y="3520231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ZoneTexte 96">
            <a:extLst>
              <a:ext uri="{FF2B5EF4-FFF2-40B4-BE49-F238E27FC236}">
                <a16:creationId xmlns:a16="http://schemas.microsoft.com/office/drawing/2014/main" id="{9D52D093-08A9-2BDE-21D9-D4BC140E3F2C}"/>
              </a:ext>
            </a:extLst>
          </p:cNvPr>
          <p:cNvSpPr txBox="1"/>
          <p:nvPr/>
        </p:nvSpPr>
        <p:spPr>
          <a:xfrm>
            <a:off x="8530813" y="3444029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S’associer avec les autres</a:t>
            </a:r>
          </a:p>
        </p:txBody>
      </p:sp>
      <p:sp>
        <p:nvSpPr>
          <p:cNvPr id="13" name="ZoneTexte 97">
            <a:extLst>
              <a:ext uri="{FF2B5EF4-FFF2-40B4-BE49-F238E27FC236}">
                <a16:creationId xmlns:a16="http://schemas.microsoft.com/office/drawing/2014/main" id="{6FCE657B-492E-0FD5-00E3-D32ADA7F9FE1}"/>
              </a:ext>
            </a:extLst>
          </p:cNvPr>
          <p:cNvSpPr txBox="1"/>
          <p:nvPr/>
        </p:nvSpPr>
        <p:spPr>
          <a:xfrm>
            <a:off x="2839211" y="3752221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Technique sous pression</a:t>
            </a:r>
          </a:p>
        </p:txBody>
      </p:sp>
      <p:sp>
        <p:nvSpPr>
          <p:cNvPr id="14" name="ZoneTexte 98">
            <a:extLst>
              <a:ext uri="{FF2B5EF4-FFF2-40B4-BE49-F238E27FC236}">
                <a16:creationId xmlns:a16="http://schemas.microsoft.com/office/drawing/2014/main" id="{352FD551-0055-D0D3-4735-4D9896F6F1CE}"/>
              </a:ext>
            </a:extLst>
          </p:cNvPr>
          <p:cNvSpPr txBox="1"/>
          <p:nvPr/>
        </p:nvSpPr>
        <p:spPr>
          <a:xfrm>
            <a:off x="2839211" y="4207348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C4D9EB"/>
                </a:solidFill>
              </a:defRPr>
            </a:pPr>
            <a:r>
              <a:t>Qualité de la 1</a:t>
            </a:r>
            <a:r>
              <a:rPr baseline="30000"/>
              <a:t>ère</a:t>
            </a:r>
            <a:r>
              <a:t> touche</a:t>
            </a:r>
          </a:p>
        </p:txBody>
      </p:sp>
      <p:sp>
        <p:nvSpPr>
          <p:cNvPr id="15" name="ZoneTexte 100">
            <a:extLst>
              <a:ext uri="{FF2B5EF4-FFF2-40B4-BE49-F238E27FC236}">
                <a16:creationId xmlns:a16="http://schemas.microsoft.com/office/drawing/2014/main" id="{5667F6E4-AD7F-4C8F-4AE5-A53C50B941E7}"/>
              </a:ext>
            </a:extLst>
          </p:cNvPr>
          <p:cNvSpPr txBox="1"/>
          <p:nvPr/>
        </p:nvSpPr>
        <p:spPr>
          <a:xfrm>
            <a:off x="5607655" y="3505747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Cadrage porteur / Orientation </a:t>
            </a:r>
          </a:p>
        </p:txBody>
      </p:sp>
      <p:sp>
        <p:nvSpPr>
          <p:cNvPr id="16" name="ZoneTexte 101">
            <a:extLst>
              <a:ext uri="{FF2B5EF4-FFF2-40B4-BE49-F238E27FC236}">
                <a16:creationId xmlns:a16="http://schemas.microsoft.com/office/drawing/2014/main" id="{239CF534-A99E-6A95-2ADD-F13CF0D004F1}"/>
              </a:ext>
            </a:extLst>
          </p:cNvPr>
          <p:cNvSpPr txBox="1"/>
          <p:nvPr/>
        </p:nvSpPr>
        <p:spPr>
          <a:xfrm>
            <a:off x="5599266" y="3737955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aérien </a:t>
            </a:r>
          </a:p>
        </p:txBody>
      </p:sp>
      <p:sp>
        <p:nvSpPr>
          <p:cNvPr id="17" name="ZoneTexte 102">
            <a:extLst>
              <a:ext uri="{FF2B5EF4-FFF2-40B4-BE49-F238E27FC236}">
                <a16:creationId xmlns:a16="http://schemas.microsoft.com/office/drawing/2014/main" id="{FB5AC378-AC54-3A35-F1C3-00BF4515B20B}"/>
              </a:ext>
            </a:extLst>
          </p:cNvPr>
          <p:cNvSpPr txBox="1"/>
          <p:nvPr/>
        </p:nvSpPr>
        <p:spPr>
          <a:xfrm>
            <a:off x="5601559" y="3961619"/>
            <a:ext cx="2328792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Distance d’intervention</a:t>
            </a:r>
          </a:p>
        </p:txBody>
      </p:sp>
      <p:sp>
        <p:nvSpPr>
          <p:cNvPr id="18" name="ZoneTexte 103">
            <a:extLst>
              <a:ext uri="{FF2B5EF4-FFF2-40B4-BE49-F238E27FC236}">
                <a16:creationId xmlns:a16="http://schemas.microsoft.com/office/drawing/2014/main" id="{D32A1B69-1E37-6660-DE04-1CAC46BAC9FA}"/>
              </a:ext>
            </a:extLst>
          </p:cNvPr>
          <p:cNvSpPr txBox="1"/>
          <p:nvPr/>
        </p:nvSpPr>
        <p:spPr>
          <a:xfrm>
            <a:off x="8530813" y="3641746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Lecture des situations offensives</a:t>
            </a:r>
          </a:p>
        </p:txBody>
      </p:sp>
      <p:sp>
        <p:nvSpPr>
          <p:cNvPr id="19" name="ZoneTexte 104">
            <a:extLst>
              <a:ext uri="{FF2B5EF4-FFF2-40B4-BE49-F238E27FC236}">
                <a16:creationId xmlns:a16="http://schemas.microsoft.com/office/drawing/2014/main" id="{64D62438-F4F6-86FB-EDBD-6EC3067D87D4}"/>
              </a:ext>
            </a:extLst>
          </p:cNvPr>
          <p:cNvSpPr txBox="1"/>
          <p:nvPr/>
        </p:nvSpPr>
        <p:spPr>
          <a:xfrm>
            <a:off x="8543990" y="5509899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Lecture des situations défensives</a:t>
            </a:r>
          </a:p>
        </p:txBody>
      </p:sp>
      <p:sp>
        <p:nvSpPr>
          <p:cNvPr id="20" name="ZoneTexte 106">
            <a:extLst>
              <a:ext uri="{FF2B5EF4-FFF2-40B4-BE49-F238E27FC236}">
                <a16:creationId xmlns:a16="http://schemas.microsoft.com/office/drawing/2014/main" id="{7DE43A53-5AFF-E5AC-8601-B6CF12A6FC0C}"/>
              </a:ext>
            </a:extLst>
          </p:cNvPr>
          <p:cNvSpPr txBox="1"/>
          <p:nvPr/>
        </p:nvSpPr>
        <p:spPr>
          <a:xfrm>
            <a:off x="8533105" y="3813785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Capacité à reconnaitre son rôle</a:t>
            </a:r>
          </a:p>
        </p:txBody>
      </p:sp>
      <p:sp>
        <p:nvSpPr>
          <p:cNvPr id="21" name="ZoneTexte 108">
            <a:extLst>
              <a:ext uri="{FF2B5EF4-FFF2-40B4-BE49-F238E27FC236}">
                <a16:creationId xmlns:a16="http://schemas.microsoft.com/office/drawing/2014/main" id="{2C841D23-F8EA-A1CE-11AA-A7243E5E03F8}"/>
              </a:ext>
            </a:extLst>
          </p:cNvPr>
          <p:cNvSpPr txBox="1"/>
          <p:nvPr/>
        </p:nvSpPr>
        <p:spPr>
          <a:xfrm>
            <a:off x="8533105" y="4016669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Prise d’informations</a:t>
            </a:r>
          </a:p>
        </p:txBody>
      </p:sp>
      <p:sp>
        <p:nvSpPr>
          <p:cNvPr id="22" name="ZoneTexte 109">
            <a:extLst>
              <a:ext uri="{FF2B5EF4-FFF2-40B4-BE49-F238E27FC236}">
                <a16:creationId xmlns:a16="http://schemas.microsoft.com/office/drawing/2014/main" id="{81A26E5D-7BC4-9038-5D98-57F2CFDD1FC3}"/>
              </a:ext>
            </a:extLst>
          </p:cNvPr>
          <p:cNvSpPr txBox="1"/>
          <p:nvPr/>
        </p:nvSpPr>
        <p:spPr>
          <a:xfrm>
            <a:off x="2839211" y="4445586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Qualité de la conduite de balle</a:t>
            </a:r>
          </a:p>
        </p:txBody>
      </p:sp>
      <p:sp>
        <p:nvSpPr>
          <p:cNvPr id="23" name="ZoneTexte 110">
            <a:extLst>
              <a:ext uri="{FF2B5EF4-FFF2-40B4-BE49-F238E27FC236}">
                <a16:creationId xmlns:a16="http://schemas.microsoft.com/office/drawing/2014/main" id="{1C6DF810-DAD6-865F-F51B-2B4E8299A673}"/>
              </a:ext>
            </a:extLst>
          </p:cNvPr>
          <p:cNvSpPr txBox="1"/>
          <p:nvPr/>
        </p:nvSpPr>
        <p:spPr>
          <a:xfrm>
            <a:off x="2845308" y="4671139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Orientation du corps</a:t>
            </a:r>
          </a:p>
        </p:txBody>
      </p:sp>
      <p:sp>
        <p:nvSpPr>
          <p:cNvPr id="24" name="ZoneTexte 111">
            <a:extLst>
              <a:ext uri="{FF2B5EF4-FFF2-40B4-BE49-F238E27FC236}">
                <a16:creationId xmlns:a16="http://schemas.microsoft.com/office/drawing/2014/main" id="{F8E39097-526A-D101-3F1D-94525FE17332}"/>
              </a:ext>
            </a:extLst>
          </p:cNvPr>
          <p:cNvSpPr txBox="1"/>
          <p:nvPr/>
        </p:nvSpPr>
        <p:spPr>
          <a:xfrm>
            <a:off x="8533105" y="4232640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Volonté de jouer vers l’avant</a:t>
            </a:r>
          </a:p>
        </p:txBody>
      </p:sp>
      <p:sp>
        <p:nvSpPr>
          <p:cNvPr id="25" name="ZoneTexte 112">
            <a:extLst>
              <a:ext uri="{FF2B5EF4-FFF2-40B4-BE49-F238E27FC236}">
                <a16:creationId xmlns:a16="http://schemas.microsoft.com/office/drawing/2014/main" id="{D2DE4195-2AA1-6664-2789-CAD2D507098F}"/>
              </a:ext>
            </a:extLst>
          </p:cNvPr>
          <p:cNvSpPr txBox="1"/>
          <p:nvPr/>
        </p:nvSpPr>
        <p:spPr>
          <a:xfrm>
            <a:off x="8533105" y="4440701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Détacher son regard du ballon</a:t>
            </a:r>
          </a:p>
        </p:txBody>
      </p:sp>
      <p:sp>
        <p:nvSpPr>
          <p:cNvPr id="26" name="ZoneTexte 12">
            <a:extLst>
              <a:ext uri="{FF2B5EF4-FFF2-40B4-BE49-F238E27FC236}">
                <a16:creationId xmlns:a16="http://schemas.microsoft.com/office/drawing/2014/main" id="{2584B3E9-F6EF-EC37-1C1E-AF8DB3FB8B3C}"/>
              </a:ext>
            </a:extLst>
          </p:cNvPr>
          <p:cNvSpPr txBox="1"/>
          <p:nvPr/>
        </p:nvSpPr>
        <p:spPr>
          <a:xfrm>
            <a:off x="5601559" y="4212194"/>
            <a:ext cx="2328792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C4D9EB"/>
                </a:solidFill>
              </a:defRPr>
            </a:pPr>
            <a:r>
              <a:t>Présence 2</a:t>
            </a:r>
            <a:r>
              <a:rPr baseline="30000"/>
              <a:t>nd</a:t>
            </a:r>
            <a:r>
              <a:t> ballon</a:t>
            </a:r>
          </a:p>
        </p:txBody>
      </p:sp>
      <p:sp>
        <p:nvSpPr>
          <p:cNvPr id="27" name="ZoneTexte 20">
            <a:extLst>
              <a:ext uri="{FF2B5EF4-FFF2-40B4-BE49-F238E27FC236}">
                <a16:creationId xmlns:a16="http://schemas.microsoft.com/office/drawing/2014/main" id="{F0A52D46-9597-9D85-E68B-F403EB1AB1AC}"/>
              </a:ext>
            </a:extLst>
          </p:cNvPr>
          <p:cNvSpPr txBox="1"/>
          <p:nvPr/>
        </p:nvSpPr>
        <p:spPr>
          <a:xfrm>
            <a:off x="8533105" y="4651858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Changement de statut rapide </a:t>
            </a:r>
          </a:p>
        </p:txBody>
      </p:sp>
      <p:sp>
        <p:nvSpPr>
          <p:cNvPr id="28" name="ZoneTexte 21">
            <a:extLst>
              <a:ext uri="{FF2B5EF4-FFF2-40B4-BE49-F238E27FC236}">
                <a16:creationId xmlns:a16="http://schemas.microsoft.com/office/drawing/2014/main" id="{52F3185E-9DF3-C0B6-FB85-4066291D3BC8}"/>
              </a:ext>
            </a:extLst>
          </p:cNvPr>
          <p:cNvSpPr txBox="1"/>
          <p:nvPr/>
        </p:nvSpPr>
        <p:spPr>
          <a:xfrm>
            <a:off x="5601559" y="4466986"/>
            <a:ext cx="23287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Défendre les lignes de passes</a:t>
            </a:r>
          </a:p>
        </p:txBody>
      </p:sp>
      <p:sp>
        <p:nvSpPr>
          <p:cNvPr id="29" name="ZoneTexte 22">
            <a:extLst>
              <a:ext uri="{FF2B5EF4-FFF2-40B4-BE49-F238E27FC236}">
                <a16:creationId xmlns:a16="http://schemas.microsoft.com/office/drawing/2014/main" id="{1500B7C8-C167-95A6-4D2C-FB88DB731610}"/>
              </a:ext>
            </a:extLst>
          </p:cNvPr>
          <p:cNvSpPr txBox="1"/>
          <p:nvPr/>
        </p:nvSpPr>
        <p:spPr>
          <a:xfrm>
            <a:off x="5601559" y="4706472"/>
            <a:ext cx="23287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Défendre en avançant</a:t>
            </a:r>
          </a:p>
        </p:txBody>
      </p:sp>
      <p:sp>
        <p:nvSpPr>
          <p:cNvPr id="30" name="ZoneTexte 23">
            <a:extLst>
              <a:ext uri="{FF2B5EF4-FFF2-40B4-BE49-F238E27FC236}">
                <a16:creationId xmlns:a16="http://schemas.microsoft.com/office/drawing/2014/main" id="{F730493B-BAAA-5623-7832-6D753E1A4D49}"/>
              </a:ext>
            </a:extLst>
          </p:cNvPr>
          <p:cNvSpPr txBox="1"/>
          <p:nvPr/>
        </p:nvSpPr>
        <p:spPr>
          <a:xfrm>
            <a:off x="8543990" y="4868751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de position</a:t>
            </a:r>
          </a:p>
        </p:txBody>
      </p:sp>
      <p:sp>
        <p:nvSpPr>
          <p:cNvPr id="31" name="ZoneTexte 26">
            <a:extLst>
              <a:ext uri="{FF2B5EF4-FFF2-40B4-BE49-F238E27FC236}">
                <a16:creationId xmlns:a16="http://schemas.microsoft.com/office/drawing/2014/main" id="{7556067B-6A8D-3630-4827-C98C4E61D443}"/>
              </a:ext>
            </a:extLst>
          </p:cNvPr>
          <p:cNvSpPr txBox="1"/>
          <p:nvPr/>
        </p:nvSpPr>
        <p:spPr>
          <a:xfrm>
            <a:off x="8543990" y="5086112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Gestion du rythme</a:t>
            </a:r>
          </a:p>
        </p:txBody>
      </p:sp>
      <p:sp>
        <p:nvSpPr>
          <p:cNvPr id="32" name="ZoneTexte 27">
            <a:extLst>
              <a:ext uri="{FF2B5EF4-FFF2-40B4-BE49-F238E27FC236}">
                <a16:creationId xmlns:a16="http://schemas.microsoft.com/office/drawing/2014/main" id="{A10773CF-A43C-5D5C-0768-177436335A91}"/>
              </a:ext>
            </a:extLst>
          </p:cNvPr>
          <p:cNvSpPr txBox="1"/>
          <p:nvPr/>
        </p:nvSpPr>
        <p:spPr>
          <a:xfrm>
            <a:off x="2839211" y="4903672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Avant dernière et dernière passe</a:t>
            </a:r>
          </a:p>
        </p:txBody>
      </p:sp>
      <p:sp>
        <p:nvSpPr>
          <p:cNvPr id="33" name="ZoneTexte 28">
            <a:extLst>
              <a:ext uri="{FF2B5EF4-FFF2-40B4-BE49-F238E27FC236}">
                <a16:creationId xmlns:a16="http://schemas.microsoft.com/office/drawing/2014/main" id="{28BF8642-96DE-7A90-548C-46A6F65AF5F9}"/>
              </a:ext>
            </a:extLst>
          </p:cNvPr>
          <p:cNvSpPr txBox="1"/>
          <p:nvPr/>
        </p:nvSpPr>
        <p:spPr>
          <a:xfrm>
            <a:off x="2839211" y="5121387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Finition</a:t>
            </a:r>
          </a:p>
        </p:txBody>
      </p:sp>
      <p:sp>
        <p:nvSpPr>
          <p:cNvPr id="34" name="ZoneTexte 29">
            <a:extLst>
              <a:ext uri="{FF2B5EF4-FFF2-40B4-BE49-F238E27FC236}">
                <a16:creationId xmlns:a16="http://schemas.microsoft.com/office/drawing/2014/main" id="{A131943F-7C3D-6A51-DD98-23ED8487D461}"/>
              </a:ext>
            </a:extLst>
          </p:cNvPr>
          <p:cNvSpPr txBox="1"/>
          <p:nvPr/>
        </p:nvSpPr>
        <p:spPr>
          <a:xfrm>
            <a:off x="2828325" y="3989632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Capacité à s’orienter sur une touche </a:t>
            </a:r>
          </a:p>
        </p:txBody>
      </p:sp>
      <p:sp>
        <p:nvSpPr>
          <p:cNvPr id="35" name="ZoneTexte 32">
            <a:extLst>
              <a:ext uri="{FF2B5EF4-FFF2-40B4-BE49-F238E27FC236}">
                <a16:creationId xmlns:a16="http://schemas.microsoft.com/office/drawing/2014/main" id="{980B2CBB-A93D-A6E9-2A3F-CED62D6BC124}"/>
              </a:ext>
            </a:extLst>
          </p:cNvPr>
          <p:cNvSpPr txBox="1"/>
          <p:nvPr/>
        </p:nvSpPr>
        <p:spPr>
          <a:xfrm>
            <a:off x="2828325" y="5339102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en une touche de balle</a:t>
            </a:r>
          </a:p>
        </p:txBody>
      </p:sp>
      <p:sp>
        <p:nvSpPr>
          <p:cNvPr id="36" name="ZoneTexte 44">
            <a:extLst>
              <a:ext uri="{FF2B5EF4-FFF2-40B4-BE49-F238E27FC236}">
                <a16:creationId xmlns:a16="http://schemas.microsoft.com/office/drawing/2014/main" id="{50620985-A0D6-F028-EF7A-DA6CAB5A6987}"/>
              </a:ext>
            </a:extLst>
          </p:cNvPr>
          <p:cNvSpPr txBox="1"/>
          <p:nvPr/>
        </p:nvSpPr>
        <p:spPr>
          <a:xfrm>
            <a:off x="8543990" y="5314399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Capacité à orienter le jeu </a:t>
            </a:r>
          </a:p>
        </p:txBody>
      </p:sp>
      <p:sp>
        <p:nvSpPr>
          <p:cNvPr id="37" name="ZoneTexte 45">
            <a:extLst>
              <a:ext uri="{FF2B5EF4-FFF2-40B4-BE49-F238E27FC236}">
                <a16:creationId xmlns:a16="http://schemas.microsoft.com/office/drawing/2014/main" id="{844A8EE4-07CE-7692-9F58-2E0C89A97D59}"/>
              </a:ext>
            </a:extLst>
          </p:cNvPr>
          <p:cNvSpPr txBox="1"/>
          <p:nvPr/>
        </p:nvSpPr>
        <p:spPr>
          <a:xfrm>
            <a:off x="8543990" y="5734912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Gestion des situations de crise</a:t>
            </a:r>
          </a:p>
        </p:txBody>
      </p:sp>
      <p:sp>
        <p:nvSpPr>
          <p:cNvPr id="38" name="ZoneTexte 46">
            <a:extLst>
              <a:ext uri="{FF2B5EF4-FFF2-40B4-BE49-F238E27FC236}">
                <a16:creationId xmlns:a16="http://schemas.microsoft.com/office/drawing/2014/main" id="{82C5EAB1-FE3E-C66C-50A7-93CFD322C61A}"/>
              </a:ext>
            </a:extLst>
          </p:cNvPr>
          <p:cNvSpPr txBox="1"/>
          <p:nvPr/>
        </p:nvSpPr>
        <p:spPr>
          <a:xfrm>
            <a:off x="8543990" y="5955547"/>
            <a:ext cx="247142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Préventif et accompagnement du bloc</a:t>
            </a:r>
          </a:p>
        </p:txBody>
      </p:sp>
      <p:sp>
        <p:nvSpPr>
          <p:cNvPr id="39" name="ZoneTexte 47">
            <a:extLst>
              <a:ext uri="{FF2B5EF4-FFF2-40B4-BE49-F238E27FC236}">
                <a16:creationId xmlns:a16="http://schemas.microsoft.com/office/drawing/2014/main" id="{E3BF0EBE-9CCC-BB97-57DF-E82FCAB94A5E}"/>
              </a:ext>
            </a:extLst>
          </p:cNvPr>
          <p:cNvSpPr txBox="1"/>
          <p:nvPr/>
        </p:nvSpPr>
        <p:spPr>
          <a:xfrm>
            <a:off x="2817440" y="5578587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court</a:t>
            </a:r>
          </a:p>
        </p:txBody>
      </p:sp>
      <p:sp>
        <p:nvSpPr>
          <p:cNvPr id="40" name="ZoneTexte 48">
            <a:extLst>
              <a:ext uri="{FF2B5EF4-FFF2-40B4-BE49-F238E27FC236}">
                <a16:creationId xmlns:a16="http://schemas.microsoft.com/office/drawing/2014/main" id="{2612F6E8-2665-3A02-646B-AD4BB4CF5B9E}"/>
              </a:ext>
            </a:extLst>
          </p:cNvPr>
          <p:cNvSpPr txBox="1"/>
          <p:nvPr/>
        </p:nvSpPr>
        <p:spPr>
          <a:xfrm>
            <a:off x="2817440" y="5796302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long</a:t>
            </a:r>
          </a:p>
        </p:txBody>
      </p:sp>
      <p:sp>
        <p:nvSpPr>
          <p:cNvPr id="41" name="ZoneTexte 49">
            <a:extLst>
              <a:ext uri="{FF2B5EF4-FFF2-40B4-BE49-F238E27FC236}">
                <a16:creationId xmlns:a16="http://schemas.microsoft.com/office/drawing/2014/main" id="{04F1944D-5D87-33A1-B6EF-57DEAB876710}"/>
              </a:ext>
            </a:extLst>
          </p:cNvPr>
          <p:cNvSpPr txBox="1"/>
          <p:nvPr/>
        </p:nvSpPr>
        <p:spPr>
          <a:xfrm>
            <a:off x="2839211" y="6013333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Utilisation des deux pieds</a:t>
            </a:r>
          </a:p>
        </p:txBody>
      </p:sp>
      <p:sp>
        <p:nvSpPr>
          <p:cNvPr id="42" name="ZoneTexte 50">
            <a:extLst>
              <a:ext uri="{FF2B5EF4-FFF2-40B4-BE49-F238E27FC236}">
                <a16:creationId xmlns:a16="http://schemas.microsoft.com/office/drawing/2014/main" id="{6B8923C8-813C-EA93-C028-58A4A5AC661E}"/>
              </a:ext>
            </a:extLst>
          </p:cNvPr>
          <p:cNvSpPr txBox="1"/>
          <p:nvPr/>
        </p:nvSpPr>
        <p:spPr>
          <a:xfrm>
            <a:off x="5599266" y="4937386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Engagement dans le duel </a:t>
            </a:r>
          </a:p>
        </p:txBody>
      </p:sp>
      <p:sp>
        <p:nvSpPr>
          <p:cNvPr id="43" name="ZoneTexte 30">
            <a:extLst>
              <a:ext uri="{FF2B5EF4-FFF2-40B4-BE49-F238E27FC236}">
                <a16:creationId xmlns:a16="http://schemas.microsoft.com/office/drawing/2014/main" id="{512FCA82-B7FA-15BF-B6B2-A78694BBA36B}"/>
              </a:ext>
            </a:extLst>
          </p:cNvPr>
          <p:cNvSpPr txBox="1"/>
          <p:nvPr/>
        </p:nvSpPr>
        <p:spPr>
          <a:xfrm>
            <a:off x="5593290" y="5158515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Anticipation / interception</a:t>
            </a:r>
          </a:p>
        </p:txBody>
      </p:sp>
      <p:sp>
        <p:nvSpPr>
          <p:cNvPr id="44" name="Rectangle 94">
            <a:extLst>
              <a:ext uri="{FF2B5EF4-FFF2-40B4-BE49-F238E27FC236}">
                <a16:creationId xmlns:a16="http://schemas.microsoft.com/office/drawing/2014/main" id="{35D5A5B7-E061-9D96-2586-1C96480A3EA7}"/>
              </a:ext>
            </a:extLst>
          </p:cNvPr>
          <p:cNvSpPr/>
          <p:nvPr/>
        </p:nvSpPr>
        <p:spPr>
          <a:xfrm>
            <a:off x="2646244" y="3766704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" name="Rectangle 94">
            <a:extLst>
              <a:ext uri="{FF2B5EF4-FFF2-40B4-BE49-F238E27FC236}">
                <a16:creationId xmlns:a16="http://schemas.microsoft.com/office/drawing/2014/main" id="{CC88BC01-B2A2-9A70-7A10-B6F3FA85C35E}"/>
              </a:ext>
            </a:extLst>
          </p:cNvPr>
          <p:cNvSpPr/>
          <p:nvPr/>
        </p:nvSpPr>
        <p:spPr>
          <a:xfrm>
            <a:off x="2646244" y="3991427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" name="Rectangle 94">
            <a:extLst>
              <a:ext uri="{FF2B5EF4-FFF2-40B4-BE49-F238E27FC236}">
                <a16:creationId xmlns:a16="http://schemas.microsoft.com/office/drawing/2014/main" id="{0D1C4503-C98F-4636-E881-C3331C2C2CDF}"/>
              </a:ext>
            </a:extLst>
          </p:cNvPr>
          <p:cNvSpPr/>
          <p:nvPr/>
        </p:nvSpPr>
        <p:spPr>
          <a:xfrm>
            <a:off x="2646244" y="4221830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" name="Rectangle 94">
            <a:extLst>
              <a:ext uri="{FF2B5EF4-FFF2-40B4-BE49-F238E27FC236}">
                <a16:creationId xmlns:a16="http://schemas.microsoft.com/office/drawing/2014/main" id="{63C8154F-65D0-5298-FA93-69FCD5041149}"/>
              </a:ext>
            </a:extLst>
          </p:cNvPr>
          <p:cNvSpPr/>
          <p:nvPr/>
        </p:nvSpPr>
        <p:spPr>
          <a:xfrm>
            <a:off x="2646244" y="4467249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" name="Rectangle 94">
            <a:extLst>
              <a:ext uri="{FF2B5EF4-FFF2-40B4-BE49-F238E27FC236}">
                <a16:creationId xmlns:a16="http://schemas.microsoft.com/office/drawing/2014/main" id="{756F6635-AD33-257A-FFA8-FD481FB9A239}"/>
              </a:ext>
            </a:extLst>
          </p:cNvPr>
          <p:cNvSpPr/>
          <p:nvPr/>
        </p:nvSpPr>
        <p:spPr>
          <a:xfrm>
            <a:off x="2646244" y="4685621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" name="Rectangle 94">
            <a:extLst>
              <a:ext uri="{FF2B5EF4-FFF2-40B4-BE49-F238E27FC236}">
                <a16:creationId xmlns:a16="http://schemas.microsoft.com/office/drawing/2014/main" id="{8F34B636-267F-B3B8-3740-37240785CCD3}"/>
              </a:ext>
            </a:extLst>
          </p:cNvPr>
          <p:cNvSpPr/>
          <p:nvPr/>
        </p:nvSpPr>
        <p:spPr>
          <a:xfrm>
            <a:off x="2646244" y="4918155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" name="Rectangle 95">
            <a:extLst>
              <a:ext uri="{FF2B5EF4-FFF2-40B4-BE49-F238E27FC236}">
                <a16:creationId xmlns:a16="http://schemas.microsoft.com/office/drawing/2014/main" id="{7E6AD8FB-89BF-4D59-58CB-1B77FCD3DF92}"/>
              </a:ext>
            </a:extLst>
          </p:cNvPr>
          <p:cNvSpPr/>
          <p:nvPr/>
        </p:nvSpPr>
        <p:spPr>
          <a:xfrm>
            <a:off x="2646244" y="5156854"/>
            <a:ext cx="132155" cy="93239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" name="Rectangle 94">
            <a:extLst>
              <a:ext uri="{FF2B5EF4-FFF2-40B4-BE49-F238E27FC236}">
                <a16:creationId xmlns:a16="http://schemas.microsoft.com/office/drawing/2014/main" id="{92A2FABD-2CCB-C009-972C-DB5E6824143B}"/>
              </a:ext>
            </a:extLst>
          </p:cNvPr>
          <p:cNvSpPr/>
          <p:nvPr/>
        </p:nvSpPr>
        <p:spPr>
          <a:xfrm>
            <a:off x="2646244" y="5374205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" name="Rectangle 94">
            <a:extLst>
              <a:ext uri="{FF2B5EF4-FFF2-40B4-BE49-F238E27FC236}">
                <a16:creationId xmlns:a16="http://schemas.microsoft.com/office/drawing/2014/main" id="{C6478BA9-E821-528A-2141-CB040A13B8F4}"/>
              </a:ext>
            </a:extLst>
          </p:cNvPr>
          <p:cNvSpPr/>
          <p:nvPr/>
        </p:nvSpPr>
        <p:spPr>
          <a:xfrm>
            <a:off x="2646244" y="5826374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" name="Rectangle 94">
            <a:extLst>
              <a:ext uri="{FF2B5EF4-FFF2-40B4-BE49-F238E27FC236}">
                <a16:creationId xmlns:a16="http://schemas.microsoft.com/office/drawing/2014/main" id="{D8497FD0-30D6-A0D7-A28E-97C86873F22D}"/>
              </a:ext>
            </a:extLst>
          </p:cNvPr>
          <p:cNvSpPr/>
          <p:nvPr/>
        </p:nvSpPr>
        <p:spPr>
          <a:xfrm>
            <a:off x="2646244" y="6027815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" name="Rectangle 94">
            <a:extLst>
              <a:ext uri="{FF2B5EF4-FFF2-40B4-BE49-F238E27FC236}">
                <a16:creationId xmlns:a16="http://schemas.microsoft.com/office/drawing/2014/main" id="{106E4D17-D2E4-7760-539C-D99504B8B910}"/>
              </a:ext>
            </a:extLst>
          </p:cNvPr>
          <p:cNvSpPr/>
          <p:nvPr/>
        </p:nvSpPr>
        <p:spPr>
          <a:xfrm>
            <a:off x="5469426" y="3520231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5" name="Rectangle 94">
            <a:extLst>
              <a:ext uri="{FF2B5EF4-FFF2-40B4-BE49-F238E27FC236}">
                <a16:creationId xmlns:a16="http://schemas.microsoft.com/office/drawing/2014/main" id="{A97B98E0-A1CF-5DAB-E285-D30C58E29E55}"/>
              </a:ext>
            </a:extLst>
          </p:cNvPr>
          <p:cNvSpPr/>
          <p:nvPr/>
        </p:nvSpPr>
        <p:spPr>
          <a:xfrm>
            <a:off x="5469133" y="3756286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" name="Rectangle 94">
            <a:extLst>
              <a:ext uri="{FF2B5EF4-FFF2-40B4-BE49-F238E27FC236}">
                <a16:creationId xmlns:a16="http://schemas.microsoft.com/office/drawing/2014/main" id="{507A648C-A2FF-938A-6D5D-BB8AE8768384}"/>
              </a:ext>
            </a:extLst>
          </p:cNvPr>
          <p:cNvSpPr/>
          <p:nvPr/>
        </p:nvSpPr>
        <p:spPr>
          <a:xfrm>
            <a:off x="5469134" y="3976101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7" name="Rectangle 94">
            <a:extLst>
              <a:ext uri="{FF2B5EF4-FFF2-40B4-BE49-F238E27FC236}">
                <a16:creationId xmlns:a16="http://schemas.microsoft.com/office/drawing/2014/main" id="{81127010-71F0-CAE2-844C-6E6ECB0C4AC2}"/>
              </a:ext>
            </a:extLst>
          </p:cNvPr>
          <p:cNvSpPr/>
          <p:nvPr/>
        </p:nvSpPr>
        <p:spPr>
          <a:xfrm>
            <a:off x="5469133" y="4221830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8" name="Rectangle 94">
            <a:extLst>
              <a:ext uri="{FF2B5EF4-FFF2-40B4-BE49-F238E27FC236}">
                <a16:creationId xmlns:a16="http://schemas.microsoft.com/office/drawing/2014/main" id="{21DD51C9-EB1A-6291-7989-C75BD7FA6081}"/>
              </a:ext>
            </a:extLst>
          </p:cNvPr>
          <p:cNvSpPr/>
          <p:nvPr/>
        </p:nvSpPr>
        <p:spPr>
          <a:xfrm>
            <a:off x="5469134" y="4481469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" name="Rectangle 94">
            <a:extLst>
              <a:ext uri="{FF2B5EF4-FFF2-40B4-BE49-F238E27FC236}">
                <a16:creationId xmlns:a16="http://schemas.microsoft.com/office/drawing/2014/main" id="{5D1A461B-B0E3-63A7-D362-FDAC82079AFA}"/>
              </a:ext>
            </a:extLst>
          </p:cNvPr>
          <p:cNvSpPr/>
          <p:nvPr/>
        </p:nvSpPr>
        <p:spPr>
          <a:xfrm>
            <a:off x="5469133" y="4727225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" name="Rectangle 94">
            <a:extLst>
              <a:ext uri="{FF2B5EF4-FFF2-40B4-BE49-F238E27FC236}">
                <a16:creationId xmlns:a16="http://schemas.microsoft.com/office/drawing/2014/main" id="{56617BA3-0A9E-3917-A877-7AF50B05A688}"/>
              </a:ext>
            </a:extLst>
          </p:cNvPr>
          <p:cNvSpPr/>
          <p:nvPr/>
        </p:nvSpPr>
        <p:spPr>
          <a:xfrm>
            <a:off x="5469134" y="4979872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" name="Rectangle 93">
            <a:extLst>
              <a:ext uri="{FF2B5EF4-FFF2-40B4-BE49-F238E27FC236}">
                <a16:creationId xmlns:a16="http://schemas.microsoft.com/office/drawing/2014/main" id="{B61D6654-CDAE-F37B-6E5D-94E58008B1A1}"/>
              </a:ext>
            </a:extLst>
          </p:cNvPr>
          <p:cNvSpPr/>
          <p:nvPr/>
        </p:nvSpPr>
        <p:spPr>
          <a:xfrm>
            <a:off x="5448870" y="5197587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" name="Rectangle 93">
            <a:extLst>
              <a:ext uri="{FF2B5EF4-FFF2-40B4-BE49-F238E27FC236}">
                <a16:creationId xmlns:a16="http://schemas.microsoft.com/office/drawing/2014/main" id="{327C570A-DAFF-1EDB-7184-CD69CF4A32C4}"/>
              </a:ext>
            </a:extLst>
          </p:cNvPr>
          <p:cNvSpPr/>
          <p:nvPr/>
        </p:nvSpPr>
        <p:spPr>
          <a:xfrm>
            <a:off x="8297235" y="3458512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3" name="Rectangle 94">
            <a:extLst>
              <a:ext uri="{FF2B5EF4-FFF2-40B4-BE49-F238E27FC236}">
                <a16:creationId xmlns:a16="http://schemas.microsoft.com/office/drawing/2014/main" id="{EE877C8F-1403-9B4A-D6E6-6C7E3B3CBA67}"/>
              </a:ext>
            </a:extLst>
          </p:cNvPr>
          <p:cNvSpPr/>
          <p:nvPr/>
        </p:nvSpPr>
        <p:spPr>
          <a:xfrm>
            <a:off x="8297235" y="3656228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2" name="Rectangle 93">
            <a:extLst>
              <a:ext uri="{FF2B5EF4-FFF2-40B4-BE49-F238E27FC236}">
                <a16:creationId xmlns:a16="http://schemas.microsoft.com/office/drawing/2014/main" id="{95D9A2D4-272C-97D4-08CC-6EF571B599C4}"/>
              </a:ext>
            </a:extLst>
          </p:cNvPr>
          <p:cNvSpPr/>
          <p:nvPr/>
        </p:nvSpPr>
        <p:spPr>
          <a:xfrm>
            <a:off x="8297235" y="3828268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3" name="Rectangle 94">
            <a:extLst>
              <a:ext uri="{FF2B5EF4-FFF2-40B4-BE49-F238E27FC236}">
                <a16:creationId xmlns:a16="http://schemas.microsoft.com/office/drawing/2014/main" id="{6AB223BD-EA48-9087-4E3A-0CA4045AC2FF}"/>
              </a:ext>
            </a:extLst>
          </p:cNvPr>
          <p:cNvSpPr/>
          <p:nvPr/>
        </p:nvSpPr>
        <p:spPr>
          <a:xfrm>
            <a:off x="8297235" y="4037819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4" name="Rectangle 94">
            <a:extLst>
              <a:ext uri="{FF2B5EF4-FFF2-40B4-BE49-F238E27FC236}">
                <a16:creationId xmlns:a16="http://schemas.microsoft.com/office/drawing/2014/main" id="{E29E7F46-A4B0-56C6-4436-4E4F55A14EA5}"/>
              </a:ext>
            </a:extLst>
          </p:cNvPr>
          <p:cNvSpPr/>
          <p:nvPr/>
        </p:nvSpPr>
        <p:spPr>
          <a:xfrm>
            <a:off x="8297235" y="4244167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5" name="Rectangle 94">
            <a:extLst>
              <a:ext uri="{FF2B5EF4-FFF2-40B4-BE49-F238E27FC236}">
                <a16:creationId xmlns:a16="http://schemas.microsoft.com/office/drawing/2014/main" id="{F041C8F3-0FC7-71DA-BAB4-FFDCBF3B655F}"/>
              </a:ext>
            </a:extLst>
          </p:cNvPr>
          <p:cNvSpPr/>
          <p:nvPr/>
        </p:nvSpPr>
        <p:spPr>
          <a:xfrm>
            <a:off x="8292609" y="4442307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6" name="Rectangle 94">
            <a:extLst>
              <a:ext uri="{FF2B5EF4-FFF2-40B4-BE49-F238E27FC236}">
                <a16:creationId xmlns:a16="http://schemas.microsoft.com/office/drawing/2014/main" id="{A4145B1D-D82D-BF23-1538-E894CFA56618}"/>
              </a:ext>
            </a:extLst>
          </p:cNvPr>
          <p:cNvSpPr/>
          <p:nvPr/>
        </p:nvSpPr>
        <p:spPr>
          <a:xfrm>
            <a:off x="8295190" y="4666340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7" name="Rectangle 93">
            <a:extLst>
              <a:ext uri="{FF2B5EF4-FFF2-40B4-BE49-F238E27FC236}">
                <a16:creationId xmlns:a16="http://schemas.microsoft.com/office/drawing/2014/main" id="{EBE2F4EC-9312-96B0-AD03-785F73E291D1}"/>
              </a:ext>
            </a:extLst>
          </p:cNvPr>
          <p:cNvSpPr/>
          <p:nvPr/>
        </p:nvSpPr>
        <p:spPr>
          <a:xfrm>
            <a:off x="8297235" y="4883233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8" name="Rectangle 94">
            <a:extLst>
              <a:ext uri="{FF2B5EF4-FFF2-40B4-BE49-F238E27FC236}">
                <a16:creationId xmlns:a16="http://schemas.microsoft.com/office/drawing/2014/main" id="{4D0A96F9-8D08-DC59-DEE5-3EDDEF1E3EA1}"/>
              </a:ext>
            </a:extLst>
          </p:cNvPr>
          <p:cNvSpPr/>
          <p:nvPr/>
        </p:nvSpPr>
        <p:spPr>
          <a:xfrm>
            <a:off x="8292609" y="5099222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9" name="Rectangle 94">
            <a:extLst>
              <a:ext uri="{FF2B5EF4-FFF2-40B4-BE49-F238E27FC236}">
                <a16:creationId xmlns:a16="http://schemas.microsoft.com/office/drawing/2014/main" id="{40CDE70B-766C-F492-EF40-C3AE5A93023C}"/>
              </a:ext>
            </a:extLst>
          </p:cNvPr>
          <p:cNvSpPr/>
          <p:nvPr/>
        </p:nvSpPr>
        <p:spPr>
          <a:xfrm>
            <a:off x="8295190" y="5342717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0" name="Rectangle 94">
            <a:extLst>
              <a:ext uri="{FF2B5EF4-FFF2-40B4-BE49-F238E27FC236}">
                <a16:creationId xmlns:a16="http://schemas.microsoft.com/office/drawing/2014/main" id="{C97AAD83-39B4-A23B-E7A8-169E9AE769B3}"/>
              </a:ext>
            </a:extLst>
          </p:cNvPr>
          <p:cNvSpPr/>
          <p:nvPr/>
        </p:nvSpPr>
        <p:spPr>
          <a:xfrm>
            <a:off x="8295190" y="5534703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1" name="Rectangle 94">
            <a:extLst>
              <a:ext uri="{FF2B5EF4-FFF2-40B4-BE49-F238E27FC236}">
                <a16:creationId xmlns:a16="http://schemas.microsoft.com/office/drawing/2014/main" id="{68FC1842-C17D-E37C-5E05-33D2D1F5B682}"/>
              </a:ext>
            </a:extLst>
          </p:cNvPr>
          <p:cNvSpPr/>
          <p:nvPr/>
        </p:nvSpPr>
        <p:spPr>
          <a:xfrm>
            <a:off x="8295190" y="5750497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2" name="Rectangle 93">
            <a:extLst>
              <a:ext uri="{FF2B5EF4-FFF2-40B4-BE49-F238E27FC236}">
                <a16:creationId xmlns:a16="http://schemas.microsoft.com/office/drawing/2014/main" id="{3910B97C-C97F-5B68-950E-1850D6081120}"/>
              </a:ext>
            </a:extLst>
          </p:cNvPr>
          <p:cNvSpPr/>
          <p:nvPr/>
        </p:nvSpPr>
        <p:spPr>
          <a:xfrm>
            <a:off x="8295190" y="5981017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71" name="Image 570">
            <a:extLst>
              <a:ext uri="{FF2B5EF4-FFF2-40B4-BE49-F238E27FC236}">
                <a16:creationId xmlns:a16="http://schemas.microsoft.com/office/drawing/2014/main" id="{94A40D69-161F-35E8-7B25-BF9F2EFC04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572" name="Rectangle 571">
            <a:extLst>
              <a:ext uri="{FF2B5EF4-FFF2-40B4-BE49-F238E27FC236}">
                <a16:creationId xmlns:a16="http://schemas.microsoft.com/office/drawing/2014/main" id="{DD2E0B6A-9FDF-577B-AF6F-036DC180364C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6040B299-C90F-3273-2181-FCB0F102C14B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74" name="Rectangle 573">
            <a:extLst>
              <a:ext uri="{FF2B5EF4-FFF2-40B4-BE49-F238E27FC236}">
                <a16:creationId xmlns:a16="http://schemas.microsoft.com/office/drawing/2014/main" id="{0CF2723F-0713-BACF-1E09-0602E1A9629F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75" name="Rectangle 574">
            <a:extLst>
              <a:ext uri="{FF2B5EF4-FFF2-40B4-BE49-F238E27FC236}">
                <a16:creationId xmlns:a16="http://schemas.microsoft.com/office/drawing/2014/main" id="{D9AB9F0E-EE12-6287-B155-3AA7DC881AE0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3F22925D-3693-CF4D-E392-C5A4E007AA2C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586" name="Graphique 585">
            <a:extLst>
              <a:ext uri="{FF2B5EF4-FFF2-40B4-BE49-F238E27FC236}">
                <a16:creationId xmlns:a16="http://schemas.microsoft.com/office/drawing/2014/main" id="{13D8C27F-1D40-F120-BCD6-6F667E6AFF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587" name="Rectangle 586">
            <a:extLst>
              <a:ext uri="{FF2B5EF4-FFF2-40B4-BE49-F238E27FC236}">
                <a16:creationId xmlns:a16="http://schemas.microsoft.com/office/drawing/2014/main" id="{ECF66EB4-5C08-F474-E132-A3428C2FEA1F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A3E2F151-2233-4AC2-F331-816B817196CB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18C7FD09-2455-6DB2-7C29-66D62297A0E0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22DC1D16-C98D-1BCD-4F95-35C5A92703A0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B5DC40B7-DC02-FF3E-D530-FD9BC7E29110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78910069-DFFF-0E21-097A-9237C2EB1CD6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31C6643E-2B9C-F42C-81BF-AA8DA5181186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1DED16E7-20EE-9882-E4A2-C6BD43587287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AE02E4DE-2C0B-76F3-A5E0-27DE6EFAC3ED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98" name="Rectangle 597">
            <a:extLst>
              <a:ext uri="{FF2B5EF4-FFF2-40B4-BE49-F238E27FC236}">
                <a16:creationId xmlns:a16="http://schemas.microsoft.com/office/drawing/2014/main" id="{A812AE68-DEFB-92D4-6676-CF47015124DE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C3EF6944-65C9-6C34-F054-2C4F8B0A8628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3923BE7F-C4C6-3AE6-9589-D34770B5F29F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C2A41CE1-4DE0-4A56-4FF5-5177581255B8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C6AD57BE-1A46-0376-8D27-1C7369428CC3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51EAB5FF-DDD7-9CBE-3AEE-381927F90D76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608" name="Image 607">
            <a:extLst>
              <a:ext uri="{FF2B5EF4-FFF2-40B4-BE49-F238E27FC236}">
                <a16:creationId xmlns:a16="http://schemas.microsoft.com/office/drawing/2014/main" id="{B60D8E5D-7B12-2BC8-A77B-986330D5B7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pic>
        <p:nvPicPr>
          <p:cNvPr id="609" name="Image 608">
            <a:extLst>
              <a:ext uri="{FF2B5EF4-FFF2-40B4-BE49-F238E27FC236}">
                <a16:creationId xmlns:a16="http://schemas.microsoft.com/office/drawing/2014/main" id="{E3C236F8-EAFF-6BAE-3E3E-7576BE6353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424" y="1729743"/>
            <a:ext cx="464634" cy="448955"/>
          </a:xfrm>
          <a:prstGeom prst="rect">
            <a:avLst/>
          </a:prstGeom>
        </p:spPr>
      </p:pic>
      <p:sp>
        <p:nvSpPr>
          <p:cNvPr id="610" name="Rectangle 609">
            <a:extLst>
              <a:ext uri="{FF2B5EF4-FFF2-40B4-BE49-F238E27FC236}">
                <a16:creationId xmlns:a16="http://schemas.microsoft.com/office/drawing/2014/main" id="{4D6B2194-3332-4FCD-8F80-BEF29F9E2603}"/>
              </a:ext>
            </a:extLst>
          </p:cNvPr>
          <p:cNvSpPr/>
          <p:nvPr/>
        </p:nvSpPr>
        <p:spPr>
          <a:xfrm>
            <a:off x="3139227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80282C08-3AE2-BBF7-7CE2-4E62CEDCCA71}"/>
              </a:ext>
            </a:extLst>
          </p:cNvPr>
          <p:cNvSpPr/>
          <p:nvPr/>
        </p:nvSpPr>
        <p:spPr>
          <a:xfrm>
            <a:off x="3868772" y="222839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9BD566B6-213F-C63C-4B70-887F5AD4287A}"/>
              </a:ext>
            </a:extLst>
          </p:cNvPr>
          <p:cNvSpPr/>
          <p:nvPr/>
        </p:nvSpPr>
        <p:spPr>
          <a:xfrm>
            <a:off x="4603327" y="2222298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794BAEA1-EF72-D38F-8D8C-24CD2E77AF17}"/>
              </a:ext>
            </a:extLst>
          </p:cNvPr>
          <p:cNvSpPr/>
          <p:nvPr/>
        </p:nvSpPr>
        <p:spPr>
          <a:xfrm>
            <a:off x="5332872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817CB07B-6A21-366D-249D-637067987491}"/>
              </a:ext>
            </a:extLst>
          </p:cNvPr>
          <p:cNvSpPr/>
          <p:nvPr/>
        </p:nvSpPr>
        <p:spPr>
          <a:xfrm>
            <a:off x="6061726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615" name="Image 614">
            <a:extLst>
              <a:ext uri="{FF2B5EF4-FFF2-40B4-BE49-F238E27FC236}">
                <a16:creationId xmlns:a16="http://schemas.microsoft.com/office/drawing/2014/main" id="{D1C87363-3D92-42B2-2F91-C91E997C681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6656" y="2228005"/>
            <a:ext cx="222863" cy="278579"/>
          </a:xfrm>
          <a:prstGeom prst="rect">
            <a:avLst/>
          </a:prstGeom>
        </p:spPr>
      </p:pic>
      <p:pic>
        <p:nvPicPr>
          <p:cNvPr id="616" name="Image 615">
            <a:extLst>
              <a:ext uri="{FF2B5EF4-FFF2-40B4-BE49-F238E27FC236}">
                <a16:creationId xmlns:a16="http://schemas.microsoft.com/office/drawing/2014/main" id="{B268E152-4DD1-F802-AB4F-1BF23A1F63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026" y="2201977"/>
            <a:ext cx="296513" cy="298061"/>
          </a:xfrm>
          <a:prstGeom prst="rect">
            <a:avLst/>
          </a:prstGeom>
        </p:spPr>
      </p:pic>
      <p:pic>
        <p:nvPicPr>
          <p:cNvPr id="628" name="Graphique 627">
            <a:extLst>
              <a:ext uri="{FF2B5EF4-FFF2-40B4-BE49-F238E27FC236}">
                <a16:creationId xmlns:a16="http://schemas.microsoft.com/office/drawing/2014/main" id="{2A7A2403-60B3-471D-216C-E34C297229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631" name="ZoneTexte 630">
            <a:extLst>
              <a:ext uri="{FF2B5EF4-FFF2-40B4-BE49-F238E27FC236}">
                <a16:creationId xmlns:a16="http://schemas.microsoft.com/office/drawing/2014/main" id="{C0267D73-F57E-7E12-9A8B-12A44A28A3AC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9B66EE-43D2-49FF-898E-DCD517785142}">
  <ds:schemaRefs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1d40e6f8-d294-4e0a-a4ec-60755aee44ca"/>
    <ds:schemaRef ds:uri="d2aa4942-3767-4fb4-b828-61a76fcbf9df"/>
    <ds:schemaRef ds:uri="http://purl.org/dc/dcmitype/"/>
    <ds:schemaRef ds:uri="http://purl.org/dc/elements/1.1/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347E51-BD99-4F36-917A-F599AB1032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40e6f8-d294-4e0a-a4ec-60755aee44ca"/>
    <ds:schemaRef ds:uri="d2aa4942-3767-4fb4-b828-61a76fcbf9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2</TotalTime>
  <Words>183</Words>
  <Application>Microsoft Macintosh PowerPoint</Application>
  <PresentationFormat>Grand écran</PresentationFormat>
  <Paragraphs>62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OM Marseille Medium</vt:lpstr>
      <vt:lpstr>OM Marseille Light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Lucas Genty</cp:lastModifiedBy>
  <cp:revision>4</cp:revision>
  <dcterms:created xsi:type="dcterms:W3CDTF">2026-08-04T15:45:11Z</dcterms:created>
  <dcterms:modified xsi:type="dcterms:W3CDTF">2026-08-06T07:40:55Z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