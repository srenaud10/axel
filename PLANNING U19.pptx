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310" r:id="rId5"/>
  </p:sldIdLst>
  <p:sldSz cx="12192000" cy="6858000"/>
  <p:notesSz cx="6858000" cy="9144000"/>
  <p:embeddedFontLst>
    <p:embeddedFont>
      <p:font typeface="OM Marseille Light" pitchFamily="50" charset="0"/>
      <p:regular r:id="rId8"/>
    </p:embeddedFont>
    <p:embeddedFont>
      <p:font typeface="OM Marseille Medium" pitchFamily="50" charset="0"/>
      <p:regular r:id="rId9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4A89"/>
    <a:srgbClr val="0B61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575302-670F-4E08-BE55-2E49F6D6167B}" v="3" dt="2026-06-30T07:12:02.3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120" d="100"/>
          <a:sy n="120" d="100"/>
        </p:scale>
        <p:origin x="234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389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2.fntdata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ébastien Renaud" userId="5e596eca-c704-4701-9deb-91e2038d048e" providerId="ADAL" clId="{34329023-3EC5-4071-89E2-665FADB32EB6}"/>
    <pc:docChg chg="undo custSel addSld delSld modSld sldOrd">
      <pc:chgData name="Sébastien Renaud" userId="5e596eca-c704-4701-9deb-91e2038d048e" providerId="ADAL" clId="{34329023-3EC5-4071-89E2-665FADB32EB6}" dt="2026-06-30T07:13:33.966" v="2067" actId="20577"/>
      <pc:docMkLst>
        <pc:docMk/>
      </pc:docMkLst>
      <pc:sldChg chg="addSp delSp modSp add del mod setBg">
        <pc:chgData name="Sébastien Renaud" userId="5e596eca-c704-4701-9deb-91e2038d048e" providerId="ADAL" clId="{34329023-3EC5-4071-89E2-665FADB32EB6}" dt="2026-06-30T07:13:33.966" v="2067" actId="20577"/>
        <pc:sldMkLst>
          <pc:docMk/>
          <pc:sldMk cId="0" sldId="256"/>
        </pc:sldMkLst>
        <pc:spChg chg="mod">
          <ac:chgData name="Sébastien Renaud" userId="5e596eca-c704-4701-9deb-91e2038d048e" providerId="ADAL" clId="{34329023-3EC5-4071-89E2-665FADB32EB6}" dt="2026-06-27T20:27:13.616" v="544" actId="14100"/>
          <ac:spMkLst>
            <pc:docMk/>
            <pc:sldMk cId="0" sldId="256"/>
            <ac:spMk id="2" creationId="{00000000-0000-0000-0000-000000000000}"/>
          </ac:spMkLst>
        </pc:spChg>
        <pc:spChg chg="add mod">
          <ac:chgData name="Sébastien Renaud" userId="5e596eca-c704-4701-9deb-91e2038d048e" providerId="ADAL" clId="{34329023-3EC5-4071-89E2-665FADB32EB6}" dt="2026-06-28T15:49:26.882" v="1561" actId="555"/>
          <ac:spMkLst>
            <pc:docMk/>
            <pc:sldMk cId="0" sldId="256"/>
            <ac:spMk id="3" creationId="{708FD697-0032-C4FF-5073-9BB04FDB09CC}"/>
          </ac:spMkLst>
        </pc:spChg>
        <pc:spChg chg="add mod">
          <ac:chgData name="Sébastien Renaud" userId="5e596eca-c704-4701-9deb-91e2038d048e" providerId="ADAL" clId="{34329023-3EC5-4071-89E2-665FADB32EB6}" dt="2026-06-30T07:11:48.287" v="2002" actId="20577"/>
          <ac:spMkLst>
            <pc:docMk/>
            <pc:sldMk cId="0" sldId="256"/>
            <ac:spMk id="4" creationId="{66FE29F8-5630-87CE-6698-17129588A57A}"/>
          </ac:spMkLst>
        </pc:spChg>
        <pc:spChg chg="add mod">
          <ac:chgData name="Sébastien Renaud" userId="5e596eca-c704-4701-9deb-91e2038d048e" providerId="ADAL" clId="{34329023-3EC5-4071-89E2-665FADB32EB6}" dt="2026-06-28T14:45:04.185" v="1206" actId="1037"/>
          <ac:spMkLst>
            <pc:docMk/>
            <pc:sldMk cId="0" sldId="256"/>
            <ac:spMk id="5" creationId="{E1FC14C0-0487-0212-AF05-242ECBDBB79A}"/>
          </ac:spMkLst>
        </pc:spChg>
        <pc:spChg chg="add mod">
          <ac:chgData name="Sébastien Renaud" userId="5e596eca-c704-4701-9deb-91e2038d048e" providerId="ADAL" clId="{34329023-3EC5-4071-89E2-665FADB32EB6}" dt="2026-06-28T14:45:04.185" v="1206" actId="1037"/>
          <ac:spMkLst>
            <pc:docMk/>
            <pc:sldMk cId="0" sldId="256"/>
            <ac:spMk id="6" creationId="{B2F53460-55E2-2B21-4536-F4327BEE563D}"/>
          </ac:spMkLst>
        </pc:spChg>
        <pc:spChg chg="add mod">
          <ac:chgData name="Sébastien Renaud" userId="5e596eca-c704-4701-9deb-91e2038d048e" providerId="ADAL" clId="{34329023-3EC5-4071-89E2-665FADB32EB6}" dt="2026-06-28T14:45:04.185" v="1206" actId="1037"/>
          <ac:spMkLst>
            <pc:docMk/>
            <pc:sldMk cId="0" sldId="256"/>
            <ac:spMk id="7" creationId="{2ADB8F21-0A0F-842A-E159-7D69A580216E}"/>
          </ac:spMkLst>
        </pc:spChg>
        <pc:spChg chg="mod">
          <ac:chgData name="Sébastien Renaud" userId="5e596eca-c704-4701-9deb-91e2038d048e" providerId="ADAL" clId="{34329023-3EC5-4071-89E2-665FADB32EB6}" dt="2026-06-27T20:27:07.289" v="543" actId="403"/>
          <ac:spMkLst>
            <pc:docMk/>
            <pc:sldMk cId="0" sldId="256"/>
            <ac:spMk id="8" creationId="{00000000-0000-0000-0000-000000000000}"/>
          </ac:spMkLst>
        </pc:spChg>
        <pc:spChg chg="add mod">
          <ac:chgData name="Sébastien Renaud" userId="5e596eca-c704-4701-9deb-91e2038d048e" providerId="ADAL" clId="{34329023-3EC5-4071-89E2-665FADB32EB6}" dt="2026-06-28T14:45:04.185" v="1206" actId="1037"/>
          <ac:spMkLst>
            <pc:docMk/>
            <pc:sldMk cId="0" sldId="256"/>
            <ac:spMk id="9" creationId="{AFA0A710-364F-5377-5120-A437A505D05A}"/>
          </ac:spMkLst>
        </pc:spChg>
        <pc:spChg chg="add mod">
          <ac:chgData name="Sébastien Renaud" userId="5e596eca-c704-4701-9deb-91e2038d048e" providerId="ADAL" clId="{34329023-3EC5-4071-89E2-665FADB32EB6}" dt="2026-06-28T14:45:04.185" v="1206" actId="1037"/>
          <ac:spMkLst>
            <pc:docMk/>
            <pc:sldMk cId="0" sldId="256"/>
            <ac:spMk id="10" creationId="{475507EA-C487-9CE9-4C1E-414C09186341}"/>
          </ac:spMkLst>
        </pc:spChg>
        <pc:spChg chg="mod">
          <ac:chgData name="Sébastien Renaud" userId="5e596eca-c704-4701-9deb-91e2038d048e" providerId="ADAL" clId="{34329023-3EC5-4071-89E2-665FADB32EB6}" dt="2026-06-27T20:26:42.487" v="538" actId="554"/>
          <ac:spMkLst>
            <pc:docMk/>
            <pc:sldMk cId="0" sldId="256"/>
            <ac:spMk id="11" creationId="{00000000-0000-0000-0000-000000000000}"/>
          </ac:spMkLst>
        </pc:spChg>
        <pc:spChg chg="add mod">
          <ac:chgData name="Sébastien Renaud" userId="5e596eca-c704-4701-9deb-91e2038d048e" providerId="ADAL" clId="{34329023-3EC5-4071-89E2-665FADB32EB6}" dt="2026-06-28T14:45:04.185" v="1206" actId="1037"/>
          <ac:spMkLst>
            <pc:docMk/>
            <pc:sldMk cId="0" sldId="256"/>
            <ac:spMk id="12" creationId="{A5026B91-94C2-B899-6E6A-D58ECA2EA4A0}"/>
          </ac:spMkLst>
        </pc:spChg>
        <pc:spChg chg="mod">
          <ac:chgData name="Sébastien Renaud" userId="5e596eca-c704-4701-9deb-91e2038d048e" providerId="ADAL" clId="{34329023-3EC5-4071-89E2-665FADB32EB6}" dt="2026-06-27T20:26:42.487" v="538" actId="554"/>
          <ac:spMkLst>
            <pc:docMk/>
            <pc:sldMk cId="0" sldId="256"/>
            <ac:spMk id="13" creationId="{00000000-0000-0000-0000-000000000000}"/>
          </ac:spMkLst>
        </pc:spChg>
        <pc:spChg chg="add mod">
          <ac:chgData name="Sébastien Renaud" userId="5e596eca-c704-4701-9deb-91e2038d048e" providerId="ADAL" clId="{34329023-3EC5-4071-89E2-665FADB32EB6}" dt="2026-06-28T14:45:04.185" v="1206" actId="1037"/>
          <ac:spMkLst>
            <pc:docMk/>
            <pc:sldMk cId="0" sldId="256"/>
            <ac:spMk id="14" creationId="{10BCFC0F-C173-DE50-CACD-946CB9BE4B2D}"/>
          </ac:spMkLst>
        </pc:spChg>
        <pc:spChg chg="add mod">
          <ac:chgData name="Sébastien Renaud" userId="5e596eca-c704-4701-9deb-91e2038d048e" providerId="ADAL" clId="{34329023-3EC5-4071-89E2-665FADB32EB6}" dt="2026-06-30T07:12:49.816" v="2062" actId="552"/>
          <ac:spMkLst>
            <pc:docMk/>
            <pc:sldMk cId="0" sldId="256"/>
            <ac:spMk id="15" creationId="{6B737596-02C1-60E0-07FC-CC6AB3DF139C}"/>
          </ac:spMkLst>
        </pc:spChg>
        <pc:spChg chg="mod">
          <ac:chgData name="Sébastien Renaud" userId="5e596eca-c704-4701-9deb-91e2038d048e" providerId="ADAL" clId="{34329023-3EC5-4071-89E2-665FADB32EB6}" dt="2026-06-28T15:54:46.444" v="1697" actId="1037"/>
          <ac:spMkLst>
            <pc:docMk/>
            <pc:sldMk cId="0" sldId="256"/>
            <ac:spMk id="17" creationId="{00000000-0000-0000-0000-000000000000}"/>
          </ac:spMkLst>
        </pc:spChg>
        <pc:spChg chg="mod">
          <ac:chgData name="Sébastien Renaud" userId="5e596eca-c704-4701-9deb-91e2038d048e" providerId="ADAL" clId="{34329023-3EC5-4071-89E2-665FADB32EB6}" dt="2026-06-27T20:27:29.858" v="565" actId="1035"/>
          <ac:spMkLst>
            <pc:docMk/>
            <pc:sldMk cId="0" sldId="256"/>
            <ac:spMk id="18" creationId="{00000000-0000-0000-0000-000000000000}"/>
          </ac:spMkLst>
        </pc:spChg>
        <pc:spChg chg="mod">
          <ac:chgData name="Sébastien Renaud" userId="5e596eca-c704-4701-9deb-91e2038d048e" providerId="ADAL" clId="{34329023-3EC5-4071-89E2-665FADB32EB6}" dt="2026-06-27T20:27:29.858" v="565" actId="1035"/>
          <ac:spMkLst>
            <pc:docMk/>
            <pc:sldMk cId="0" sldId="256"/>
            <ac:spMk id="19" creationId="{00000000-0000-0000-0000-000000000000}"/>
          </ac:spMkLst>
        </pc:spChg>
        <pc:spChg chg="mod">
          <ac:chgData name="Sébastien Renaud" userId="5e596eca-c704-4701-9deb-91e2038d048e" providerId="ADAL" clId="{34329023-3EC5-4071-89E2-665FADB32EB6}" dt="2026-06-27T20:27:49.082" v="603" actId="1035"/>
          <ac:spMkLst>
            <pc:docMk/>
            <pc:sldMk cId="0" sldId="256"/>
            <ac:spMk id="20" creationId="{00000000-0000-0000-0000-000000000000}"/>
          </ac:spMkLst>
        </pc:spChg>
        <pc:spChg chg="mod">
          <ac:chgData name="Sébastien Renaud" userId="5e596eca-c704-4701-9deb-91e2038d048e" providerId="ADAL" clId="{34329023-3EC5-4071-89E2-665FADB32EB6}" dt="2026-06-27T20:27:49.082" v="603" actId="1035"/>
          <ac:spMkLst>
            <pc:docMk/>
            <pc:sldMk cId="0" sldId="256"/>
            <ac:spMk id="21" creationId="{00000000-0000-0000-0000-000000000000}"/>
          </ac:spMkLst>
        </pc:spChg>
        <pc:spChg chg="add mod">
          <ac:chgData name="Sébastien Renaud" userId="5e596eca-c704-4701-9deb-91e2038d048e" providerId="ADAL" clId="{34329023-3EC5-4071-89E2-665FADB32EB6}" dt="2026-06-30T07:09:22.331" v="1911" actId="1036"/>
          <ac:spMkLst>
            <pc:docMk/>
            <pc:sldMk cId="0" sldId="256"/>
            <ac:spMk id="22" creationId="{5081D21A-9837-CE00-B796-B67EE55E0224}"/>
          </ac:spMkLst>
        </pc:spChg>
        <pc:spChg chg="del mod">
          <ac:chgData name="Sébastien Renaud" userId="5e596eca-c704-4701-9deb-91e2038d048e" providerId="ADAL" clId="{34329023-3EC5-4071-89E2-665FADB32EB6}" dt="2026-06-30T07:08:50.837" v="1777" actId="478"/>
          <ac:spMkLst>
            <pc:docMk/>
            <pc:sldMk cId="0" sldId="256"/>
            <ac:spMk id="23" creationId="{00000000-0000-0000-0000-000000000000}"/>
          </ac:spMkLst>
        </pc:spChg>
        <pc:spChg chg="del mod">
          <ac:chgData name="Sébastien Renaud" userId="5e596eca-c704-4701-9deb-91e2038d048e" providerId="ADAL" clId="{34329023-3EC5-4071-89E2-665FADB32EB6}" dt="2026-06-30T07:08:51.853" v="1778" actId="478"/>
          <ac:spMkLst>
            <pc:docMk/>
            <pc:sldMk cId="0" sldId="256"/>
            <ac:spMk id="24" creationId="{00000000-0000-0000-0000-000000000000}"/>
          </ac:spMkLst>
        </pc:spChg>
        <pc:spChg chg="del mod">
          <ac:chgData name="Sébastien Renaud" userId="5e596eca-c704-4701-9deb-91e2038d048e" providerId="ADAL" clId="{34329023-3EC5-4071-89E2-665FADB32EB6}" dt="2026-06-30T07:08:50.837" v="1777" actId="478"/>
          <ac:spMkLst>
            <pc:docMk/>
            <pc:sldMk cId="0" sldId="256"/>
            <ac:spMk id="25" creationId="{00000000-0000-0000-0000-000000000000}"/>
          </ac:spMkLst>
        </pc:spChg>
        <pc:spChg chg="del mod">
          <ac:chgData name="Sébastien Renaud" userId="5e596eca-c704-4701-9deb-91e2038d048e" providerId="ADAL" clId="{34329023-3EC5-4071-89E2-665FADB32EB6}" dt="2026-06-30T07:08:50.837" v="1777" actId="478"/>
          <ac:spMkLst>
            <pc:docMk/>
            <pc:sldMk cId="0" sldId="256"/>
            <ac:spMk id="26" creationId="{00000000-0000-0000-0000-000000000000}"/>
          </ac:spMkLst>
        </pc:spChg>
        <pc:spChg chg="add mod">
          <ac:chgData name="Sébastien Renaud" userId="5e596eca-c704-4701-9deb-91e2038d048e" providerId="ADAL" clId="{34329023-3EC5-4071-89E2-665FADB32EB6}" dt="2026-06-30T07:13:20.806" v="2065" actId="552"/>
          <ac:spMkLst>
            <pc:docMk/>
            <pc:sldMk cId="0" sldId="256"/>
            <ac:spMk id="27" creationId="{7BA4FAB0-6209-C8B0-5488-975F35F7133C}"/>
          </ac:spMkLst>
        </pc:spChg>
        <pc:spChg chg="del mod">
          <ac:chgData name="Sébastien Renaud" userId="5e596eca-c704-4701-9deb-91e2038d048e" providerId="ADAL" clId="{34329023-3EC5-4071-89E2-665FADB32EB6}" dt="2026-06-30T07:09:55.893" v="1912" actId="478"/>
          <ac:spMkLst>
            <pc:docMk/>
            <pc:sldMk cId="0" sldId="256"/>
            <ac:spMk id="28" creationId="{00000000-0000-0000-0000-000000000000}"/>
          </ac:spMkLst>
        </pc:spChg>
        <pc:spChg chg="mod">
          <ac:chgData name="Sébastien Renaud" userId="5e596eca-c704-4701-9deb-91e2038d048e" providerId="ADAL" clId="{34329023-3EC5-4071-89E2-665FADB32EB6}" dt="2026-06-28T15:53:39.435" v="1690" actId="12788"/>
          <ac:spMkLst>
            <pc:docMk/>
            <pc:sldMk cId="0" sldId="256"/>
            <ac:spMk id="29" creationId="{00000000-0000-0000-0000-000000000000}"/>
          </ac:spMkLst>
        </pc:spChg>
        <pc:spChg chg="del mod">
          <ac:chgData name="Sébastien Renaud" userId="5e596eca-c704-4701-9deb-91e2038d048e" providerId="ADAL" clId="{34329023-3EC5-4071-89E2-665FADB32EB6}" dt="2026-06-30T07:09:55.893" v="1912" actId="478"/>
          <ac:spMkLst>
            <pc:docMk/>
            <pc:sldMk cId="0" sldId="256"/>
            <ac:spMk id="30" creationId="{00000000-0000-0000-0000-000000000000}"/>
          </ac:spMkLst>
        </pc:spChg>
        <pc:spChg chg="del mod">
          <ac:chgData name="Sébastien Renaud" userId="5e596eca-c704-4701-9deb-91e2038d048e" providerId="ADAL" clId="{34329023-3EC5-4071-89E2-665FADB32EB6}" dt="2026-06-30T07:09:55.893" v="1912" actId="478"/>
          <ac:spMkLst>
            <pc:docMk/>
            <pc:sldMk cId="0" sldId="256"/>
            <ac:spMk id="31" creationId="{00000000-0000-0000-0000-000000000000}"/>
          </ac:spMkLst>
        </pc:spChg>
        <pc:spChg chg="add mod">
          <ac:chgData name="Sébastien Renaud" userId="5e596eca-c704-4701-9deb-91e2038d048e" providerId="ADAL" clId="{34329023-3EC5-4071-89E2-665FADB32EB6}" dt="2026-06-30T07:13:00.783" v="2063" actId="552"/>
          <ac:spMkLst>
            <pc:docMk/>
            <pc:sldMk cId="0" sldId="256"/>
            <ac:spMk id="32" creationId="{F8972F5D-2925-BF7A-577A-7CCC3DED9735}"/>
          </ac:spMkLst>
        </pc:spChg>
        <pc:spChg chg="del mod">
          <ac:chgData name="Sébastien Renaud" userId="5e596eca-c704-4701-9deb-91e2038d048e" providerId="ADAL" clId="{34329023-3EC5-4071-89E2-665FADB32EB6}" dt="2026-06-30T07:09:55.893" v="1912" actId="478"/>
          <ac:spMkLst>
            <pc:docMk/>
            <pc:sldMk cId="0" sldId="256"/>
            <ac:spMk id="33" creationId="{00000000-0000-0000-0000-000000000000}"/>
          </ac:spMkLst>
        </pc:spChg>
        <pc:spChg chg="del mod">
          <ac:chgData name="Sébastien Renaud" userId="5e596eca-c704-4701-9deb-91e2038d048e" providerId="ADAL" clId="{34329023-3EC5-4071-89E2-665FADB32EB6}" dt="2026-06-30T07:09:55.893" v="1912" actId="478"/>
          <ac:spMkLst>
            <pc:docMk/>
            <pc:sldMk cId="0" sldId="256"/>
            <ac:spMk id="34" creationId="{00000000-0000-0000-0000-000000000000}"/>
          </ac:spMkLst>
        </pc:spChg>
        <pc:spChg chg="del mod">
          <ac:chgData name="Sébastien Renaud" userId="5e596eca-c704-4701-9deb-91e2038d048e" providerId="ADAL" clId="{34329023-3EC5-4071-89E2-665FADB32EB6}" dt="2026-06-30T07:09:55.893" v="1912" actId="478"/>
          <ac:spMkLst>
            <pc:docMk/>
            <pc:sldMk cId="0" sldId="256"/>
            <ac:spMk id="35" creationId="{00000000-0000-0000-0000-000000000000}"/>
          </ac:spMkLst>
        </pc:spChg>
        <pc:spChg chg="mod">
          <ac:chgData name="Sébastien Renaud" userId="5e596eca-c704-4701-9deb-91e2038d048e" providerId="ADAL" clId="{34329023-3EC5-4071-89E2-665FADB32EB6}" dt="2026-06-28T15:49:38.872" v="1590" actId="1037"/>
          <ac:spMkLst>
            <pc:docMk/>
            <pc:sldMk cId="0" sldId="256"/>
            <ac:spMk id="36" creationId="{00000000-0000-0000-0000-000000000000}"/>
          </ac:spMkLst>
        </pc:spChg>
        <pc:spChg chg="mod">
          <ac:chgData name="Sébastien Renaud" userId="5e596eca-c704-4701-9deb-91e2038d048e" providerId="ADAL" clId="{34329023-3EC5-4071-89E2-665FADB32EB6}" dt="2026-06-27T20:27:29.858" v="565" actId="1035"/>
          <ac:spMkLst>
            <pc:docMk/>
            <pc:sldMk cId="0" sldId="256"/>
            <ac:spMk id="37" creationId="{00000000-0000-0000-0000-000000000000}"/>
          </ac:spMkLst>
        </pc:spChg>
        <pc:spChg chg="mod">
          <ac:chgData name="Sébastien Renaud" userId="5e596eca-c704-4701-9deb-91e2038d048e" providerId="ADAL" clId="{34329023-3EC5-4071-89E2-665FADB32EB6}" dt="2026-06-27T20:27:29.858" v="565" actId="1035"/>
          <ac:spMkLst>
            <pc:docMk/>
            <pc:sldMk cId="0" sldId="256"/>
            <ac:spMk id="38" creationId="{00000000-0000-0000-0000-000000000000}"/>
          </ac:spMkLst>
        </pc:spChg>
        <pc:spChg chg="mod">
          <ac:chgData name="Sébastien Renaud" userId="5e596eca-c704-4701-9deb-91e2038d048e" providerId="ADAL" clId="{34329023-3EC5-4071-89E2-665FADB32EB6}" dt="2026-06-28T15:52:22.411" v="1637" actId="554"/>
          <ac:spMkLst>
            <pc:docMk/>
            <pc:sldMk cId="0" sldId="256"/>
            <ac:spMk id="39" creationId="{00000000-0000-0000-0000-000000000000}"/>
          </ac:spMkLst>
        </pc:spChg>
        <pc:spChg chg="mod">
          <ac:chgData name="Sébastien Renaud" userId="5e596eca-c704-4701-9deb-91e2038d048e" providerId="ADAL" clId="{34329023-3EC5-4071-89E2-665FADB32EB6}" dt="2026-06-27T20:37:15.163" v="1084" actId="1035"/>
          <ac:spMkLst>
            <pc:docMk/>
            <pc:sldMk cId="0" sldId="256"/>
            <ac:spMk id="41" creationId="{00000000-0000-0000-0000-000000000000}"/>
          </ac:spMkLst>
        </pc:spChg>
        <pc:spChg chg="mod">
          <ac:chgData name="Sébastien Renaud" userId="5e596eca-c704-4701-9deb-91e2038d048e" providerId="ADAL" clId="{34329023-3EC5-4071-89E2-665FADB32EB6}" dt="2026-06-27T20:36:59.459" v="1056" actId="1035"/>
          <ac:spMkLst>
            <pc:docMk/>
            <pc:sldMk cId="0" sldId="256"/>
            <ac:spMk id="42" creationId="{00000000-0000-0000-0000-000000000000}"/>
          </ac:spMkLst>
        </pc:spChg>
        <pc:spChg chg="mod">
          <ac:chgData name="Sébastien Renaud" userId="5e596eca-c704-4701-9deb-91e2038d048e" providerId="ADAL" clId="{34329023-3EC5-4071-89E2-665FADB32EB6}" dt="2026-06-27T20:37:15.163" v="1084" actId="1035"/>
          <ac:spMkLst>
            <pc:docMk/>
            <pc:sldMk cId="0" sldId="256"/>
            <ac:spMk id="43" creationId="{00000000-0000-0000-0000-000000000000}"/>
          </ac:spMkLst>
        </pc:spChg>
        <pc:spChg chg="mod">
          <ac:chgData name="Sébastien Renaud" userId="5e596eca-c704-4701-9deb-91e2038d048e" providerId="ADAL" clId="{34329023-3EC5-4071-89E2-665FADB32EB6}" dt="2026-06-27T20:37:15.163" v="1084" actId="1035"/>
          <ac:spMkLst>
            <pc:docMk/>
            <pc:sldMk cId="0" sldId="256"/>
            <ac:spMk id="44" creationId="{00000000-0000-0000-0000-000000000000}"/>
          </ac:spMkLst>
        </pc:spChg>
        <pc:spChg chg="mod">
          <ac:chgData name="Sébastien Renaud" userId="5e596eca-c704-4701-9deb-91e2038d048e" providerId="ADAL" clId="{34329023-3EC5-4071-89E2-665FADB32EB6}" dt="2026-06-27T20:37:15.163" v="1084" actId="1035"/>
          <ac:spMkLst>
            <pc:docMk/>
            <pc:sldMk cId="0" sldId="256"/>
            <ac:spMk id="46" creationId="{00000000-0000-0000-0000-000000000000}"/>
          </ac:spMkLst>
        </pc:spChg>
        <pc:spChg chg="mod">
          <ac:chgData name="Sébastien Renaud" userId="5e596eca-c704-4701-9deb-91e2038d048e" providerId="ADAL" clId="{34329023-3EC5-4071-89E2-665FADB32EB6}" dt="2026-06-27T20:37:15.163" v="1084" actId="1035"/>
          <ac:spMkLst>
            <pc:docMk/>
            <pc:sldMk cId="0" sldId="256"/>
            <ac:spMk id="47" creationId="{00000000-0000-0000-0000-000000000000}"/>
          </ac:spMkLst>
        </pc:spChg>
        <pc:spChg chg="add del mod">
          <ac:chgData name="Sébastien Renaud" userId="5e596eca-c704-4701-9deb-91e2038d048e" providerId="ADAL" clId="{34329023-3EC5-4071-89E2-665FADB32EB6}" dt="2026-06-30T07:11:25.052" v="1997" actId="554"/>
          <ac:spMkLst>
            <pc:docMk/>
            <pc:sldMk cId="0" sldId="256"/>
            <ac:spMk id="48" creationId="{00000000-0000-0000-0000-000000000000}"/>
          </ac:spMkLst>
        </pc:spChg>
        <pc:spChg chg="mod">
          <ac:chgData name="Sébastien Renaud" userId="5e596eca-c704-4701-9deb-91e2038d048e" providerId="ADAL" clId="{34329023-3EC5-4071-89E2-665FADB32EB6}" dt="2026-06-30T07:10:35.473" v="1992" actId="554"/>
          <ac:spMkLst>
            <pc:docMk/>
            <pc:sldMk cId="0" sldId="256"/>
            <ac:spMk id="49" creationId="{00000000-0000-0000-0000-000000000000}"/>
          </ac:spMkLst>
        </pc:spChg>
        <pc:spChg chg="mod">
          <ac:chgData name="Sébastien Renaud" userId="5e596eca-c704-4701-9deb-91e2038d048e" providerId="ADAL" clId="{34329023-3EC5-4071-89E2-665FADB32EB6}" dt="2026-06-27T20:37:15.163" v="1084" actId="1035"/>
          <ac:spMkLst>
            <pc:docMk/>
            <pc:sldMk cId="0" sldId="256"/>
            <ac:spMk id="50" creationId="{00000000-0000-0000-0000-000000000000}"/>
          </ac:spMkLst>
        </pc:spChg>
        <pc:spChg chg="mod">
          <ac:chgData name="Sébastien Renaud" userId="5e596eca-c704-4701-9deb-91e2038d048e" providerId="ADAL" clId="{34329023-3EC5-4071-89E2-665FADB32EB6}" dt="2026-06-30T07:10:35.473" v="1992" actId="554"/>
          <ac:spMkLst>
            <pc:docMk/>
            <pc:sldMk cId="0" sldId="256"/>
            <ac:spMk id="52" creationId="{00000000-0000-0000-0000-000000000000}"/>
          </ac:spMkLst>
        </pc:spChg>
        <pc:spChg chg="mod">
          <ac:chgData name="Sébastien Renaud" userId="5e596eca-c704-4701-9deb-91e2038d048e" providerId="ADAL" clId="{34329023-3EC5-4071-89E2-665FADB32EB6}" dt="2026-06-30T07:10:35.473" v="1992" actId="554"/>
          <ac:spMkLst>
            <pc:docMk/>
            <pc:sldMk cId="0" sldId="256"/>
            <ac:spMk id="53" creationId="{00000000-0000-0000-0000-000000000000}"/>
          </ac:spMkLst>
        </pc:spChg>
        <pc:spChg chg="mod">
          <ac:chgData name="Sébastien Renaud" userId="5e596eca-c704-4701-9deb-91e2038d048e" providerId="ADAL" clId="{34329023-3EC5-4071-89E2-665FADB32EB6}" dt="2026-06-27T20:36:59.459" v="1056" actId="1035"/>
          <ac:spMkLst>
            <pc:docMk/>
            <pc:sldMk cId="0" sldId="256"/>
            <ac:spMk id="55" creationId="{00000000-0000-0000-0000-000000000000}"/>
          </ac:spMkLst>
        </pc:spChg>
        <pc:spChg chg="mod">
          <ac:chgData name="Sébastien Renaud" userId="5e596eca-c704-4701-9deb-91e2038d048e" providerId="ADAL" clId="{34329023-3EC5-4071-89E2-665FADB32EB6}" dt="2026-06-27T20:37:15.163" v="1084" actId="1035"/>
          <ac:spMkLst>
            <pc:docMk/>
            <pc:sldMk cId="0" sldId="256"/>
            <ac:spMk id="56" creationId="{00000000-0000-0000-0000-000000000000}"/>
          </ac:spMkLst>
        </pc:spChg>
        <pc:spChg chg="mod">
          <ac:chgData name="Sébastien Renaud" userId="5e596eca-c704-4701-9deb-91e2038d048e" providerId="ADAL" clId="{34329023-3EC5-4071-89E2-665FADB32EB6}" dt="2026-06-28T15:47:26.644" v="1559" actId="554"/>
          <ac:spMkLst>
            <pc:docMk/>
            <pc:sldMk cId="0" sldId="256"/>
            <ac:spMk id="57" creationId="{00000000-0000-0000-0000-000000000000}"/>
          </ac:spMkLst>
        </pc:spChg>
        <pc:spChg chg="add mod">
          <ac:chgData name="Sébastien Renaud" userId="5e596eca-c704-4701-9deb-91e2038d048e" providerId="ADAL" clId="{34329023-3EC5-4071-89E2-665FADB32EB6}" dt="2026-06-30T07:13:10.329" v="2064" actId="552"/>
          <ac:spMkLst>
            <pc:docMk/>
            <pc:sldMk cId="0" sldId="256"/>
            <ac:spMk id="58" creationId="{0B156722-C043-DA28-CFCC-04A8C95BBD84}"/>
          </ac:spMkLst>
        </pc:spChg>
        <pc:spChg chg="add mod">
          <ac:chgData name="Sébastien Renaud" userId="5e596eca-c704-4701-9deb-91e2038d048e" providerId="ADAL" clId="{34329023-3EC5-4071-89E2-665FADB32EB6}" dt="2026-06-30T07:13:00.783" v="2063" actId="552"/>
          <ac:spMkLst>
            <pc:docMk/>
            <pc:sldMk cId="0" sldId="256"/>
            <ac:spMk id="59" creationId="{D346899E-3B55-95C5-A06D-E854FD577221}"/>
          </ac:spMkLst>
        </pc:spChg>
        <pc:spChg chg="mod">
          <ac:chgData name="Sébastien Renaud" userId="5e596eca-c704-4701-9deb-91e2038d048e" providerId="ADAL" clId="{34329023-3EC5-4071-89E2-665FADB32EB6}" dt="2026-06-28T15:46:33.394" v="1538" actId="1036"/>
          <ac:spMkLst>
            <pc:docMk/>
            <pc:sldMk cId="0" sldId="256"/>
            <ac:spMk id="60" creationId="{00000000-0000-0000-0000-000000000000}"/>
          </ac:spMkLst>
        </pc:spChg>
        <pc:spChg chg="mod">
          <ac:chgData name="Sébastien Renaud" userId="5e596eca-c704-4701-9deb-91e2038d048e" providerId="ADAL" clId="{34329023-3EC5-4071-89E2-665FADB32EB6}" dt="2026-06-28T15:46:33.394" v="1538" actId="1036"/>
          <ac:spMkLst>
            <pc:docMk/>
            <pc:sldMk cId="0" sldId="256"/>
            <ac:spMk id="61" creationId="{00000000-0000-0000-0000-000000000000}"/>
          </ac:spMkLst>
        </pc:spChg>
        <pc:spChg chg="mod">
          <ac:chgData name="Sébastien Renaud" userId="5e596eca-c704-4701-9deb-91e2038d048e" providerId="ADAL" clId="{34329023-3EC5-4071-89E2-665FADB32EB6}" dt="2026-06-28T15:46:33.394" v="1538" actId="1036"/>
          <ac:spMkLst>
            <pc:docMk/>
            <pc:sldMk cId="0" sldId="256"/>
            <ac:spMk id="62" creationId="{00000000-0000-0000-0000-000000000000}"/>
          </ac:spMkLst>
        </pc:spChg>
        <pc:spChg chg="mod">
          <ac:chgData name="Sébastien Renaud" userId="5e596eca-c704-4701-9deb-91e2038d048e" providerId="ADAL" clId="{34329023-3EC5-4071-89E2-665FADB32EB6}" dt="2026-06-28T15:47:36.777" v="1560" actId="14100"/>
          <ac:spMkLst>
            <pc:docMk/>
            <pc:sldMk cId="0" sldId="256"/>
            <ac:spMk id="63" creationId="{00000000-0000-0000-0000-000000000000}"/>
          </ac:spMkLst>
        </pc:spChg>
        <pc:spChg chg="mod">
          <ac:chgData name="Sébastien Renaud" userId="5e596eca-c704-4701-9deb-91e2038d048e" providerId="ADAL" clId="{34329023-3EC5-4071-89E2-665FADB32EB6}" dt="2026-06-28T15:46:42.688" v="1558" actId="1036"/>
          <ac:spMkLst>
            <pc:docMk/>
            <pc:sldMk cId="0" sldId="256"/>
            <ac:spMk id="64" creationId="{00000000-0000-0000-0000-000000000000}"/>
          </ac:spMkLst>
        </pc:spChg>
        <pc:spChg chg="mod">
          <ac:chgData name="Sébastien Renaud" userId="5e596eca-c704-4701-9deb-91e2038d048e" providerId="ADAL" clId="{34329023-3EC5-4071-89E2-665FADB32EB6}" dt="2026-06-28T15:46:42.688" v="1558" actId="1036"/>
          <ac:spMkLst>
            <pc:docMk/>
            <pc:sldMk cId="0" sldId="256"/>
            <ac:spMk id="65" creationId="{00000000-0000-0000-0000-000000000000}"/>
          </ac:spMkLst>
        </pc:spChg>
        <pc:spChg chg="mod">
          <ac:chgData name="Sébastien Renaud" userId="5e596eca-c704-4701-9deb-91e2038d048e" providerId="ADAL" clId="{34329023-3EC5-4071-89E2-665FADB32EB6}" dt="2026-06-28T15:46:42.688" v="1558" actId="1036"/>
          <ac:spMkLst>
            <pc:docMk/>
            <pc:sldMk cId="0" sldId="256"/>
            <ac:spMk id="66" creationId="{00000000-0000-0000-0000-000000000000}"/>
          </ac:spMkLst>
        </pc:spChg>
        <pc:spChg chg="add mod">
          <ac:chgData name="Sébastien Renaud" userId="5e596eca-c704-4701-9deb-91e2038d048e" providerId="ADAL" clId="{34329023-3EC5-4071-89E2-665FADB32EB6}" dt="2026-06-30T07:13:10.329" v="2064" actId="552"/>
          <ac:spMkLst>
            <pc:docMk/>
            <pc:sldMk cId="0" sldId="256"/>
            <ac:spMk id="67" creationId="{025D4EC3-DBA1-A8D8-F29E-DB6CC96C056A}"/>
          </ac:spMkLst>
        </pc:spChg>
        <pc:spChg chg="add mod">
          <ac:chgData name="Sébastien Renaud" userId="5e596eca-c704-4701-9deb-91e2038d048e" providerId="ADAL" clId="{34329023-3EC5-4071-89E2-665FADB32EB6}" dt="2026-06-30T07:11:25.052" v="1997" actId="554"/>
          <ac:spMkLst>
            <pc:docMk/>
            <pc:sldMk cId="0" sldId="256"/>
            <ac:spMk id="68" creationId="{58327C7E-6C4C-5AB7-69BF-9C89FEA9A206}"/>
          </ac:spMkLst>
        </pc:spChg>
        <pc:spChg chg="add mod">
          <ac:chgData name="Sébastien Renaud" userId="5e596eca-c704-4701-9deb-91e2038d048e" providerId="ADAL" clId="{34329023-3EC5-4071-89E2-665FADB32EB6}" dt="2026-06-30T07:12:42.093" v="2061" actId="552"/>
          <ac:spMkLst>
            <pc:docMk/>
            <pc:sldMk cId="0" sldId="256"/>
            <ac:spMk id="69" creationId="{B32A587C-158D-B962-ADC3-0B5356595A80}"/>
          </ac:spMkLst>
        </pc:spChg>
        <pc:spChg chg="mod">
          <ac:chgData name="Sébastien Renaud" userId="5e596eca-c704-4701-9deb-91e2038d048e" providerId="ADAL" clId="{34329023-3EC5-4071-89E2-665FADB32EB6}" dt="2026-06-28T15:55:26.236" v="1701" actId="553"/>
          <ac:spMkLst>
            <pc:docMk/>
            <pc:sldMk cId="0" sldId="256"/>
            <ac:spMk id="70" creationId="{00000000-0000-0000-0000-000000000000}"/>
          </ac:spMkLst>
        </pc:spChg>
        <pc:spChg chg="mod ord">
          <ac:chgData name="Sébastien Renaud" userId="5e596eca-c704-4701-9deb-91e2038d048e" providerId="ADAL" clId="{34329023-3EC5-4071-89E2-665FADB32EB6}" dt="2026-06-28T15:56:23.965" v="1726" actId="171"/>
          <ac:spMkLst>
            <pc:docMk/>
            <pc:sldMk cId="0" sldId="256"/>
            <ac:spMk id="71" creationId="{00000000-0000-0000-0000-000000000000}"/>
          </ac:spMkLst>
        </pc:spChg>
        <pc:spChg chg="add mod">
          <ac:chgData name="Sébastien Renaud" userId="5e596eca-c704-4701-9deb-91e2038d048e" providerId="ADAL" clId="{34329023-3EC5-4071-89E2-665FADB32EB6}" dt="2026-06-30T07:12:49.816" v="2062" actId="552"/>
          <ac:spMkLst>
            <pc:docMk/>
            <pc:sldMk cId="0" sldId="256"/>
            <ac:spMk id="72" creationId="{F2EC884A-074A-6CA6-C0B8-8ABB43D1E10E}"/>
          </ac:spMkLst>
        </pc:spChg>
        <pc:spChg chg="mod ord">
          <ac:chgData name="Sébastien Renaud" userId="5e596eca-c704-4701-9deb-91e2038d048e" providerId="ADAL" clId="{34329023-3EC5-4071-89E2-665FADB32EB6}" dt="2026-06-28T15:56:34.120" v="1756" actId="1036"/>
          <ac:spMkLst>
            <pc:docMk/>
            <pc:sldMk cId="0" sldId="256"/>
            <ac:spMk id="73" creationId="{00000000-0000-0000-0000-000000000000}"/>
          </ac:spMkLst>
        </pc:spChg>
        <pc:spChg chg="add mod">
          <ac:chgData name="Sébastien Renaud" userId="5e596eca-c704-4701-9deb-91e2038d048e" providerId="ADAL" clId="{34329023-3EC5-4071-89E2-665FADB32EB6}" dt="2026-06-27T20:26:42.487" v="538" actId="554"/>
          <ac:spMkLst>
            <pc:docMk/>
            <pc:sldMk cId="0" sldId="256"/>
            <ac:spMk id="74" creationId="{E29A9793-6931-C295-30F6-A387E3367FF4}"/>
          </ac:spMkLst>
        </pc:spChg>
        <pc:spChg chg="add mod">
          <ac:chgData name="Sébastien Renaud" userId="5e596eca-c704-4701-9deb-91e2038d048e" providerId="ADAL" clId="{34329023-3EC5-4071-89E2-665FADB32EB6}" dt="2026-06-28T15:55:26.236" v="1701" actId="553"/>
          <ac:spMkLst>
            <pc:docMk/>
            <pc:sldMk cId="0" sldId="256"/>
            <ac:spMk id="76" creationId="{F546A0C5-6EB6-5192-F78F-6E9DF8C5CB89}"/>
          </ac:spMkLst>
        </pc:spChg>
        <pc:spChg chg="add mod">
          <ac:chgData name="Sébastien Renaud" userId="5e596eca-c704-4701-9deb-91e2038d048e" providerId="ADAL" clId="{34329023-3EC5-4071-89E2-665FADB32EB6}" dt="2026-06-30T07:10:35.473" v="1992" actId="554"/>
          <ac:spMkLst>
            <pc:docMk/>
            <pc:sldMk cId="0" sldId="256"/>
            <ac:spMk id="77" creationId="{1A8BBDE0-7589-7396-9282-7CB1B2DA47D8}"/>
          </ac:spMkLst>
        </pc:spChg>
        <pc:spChg chg="add mod">
          <ac:chgData name="Sébastien Renaud" userId="5e596eca-c704-4701-9deb-91e2038d048e" providerId="ADAL" clId="{34329023-3EC5-4071-89E2-665FADB32EB6}" dt="2026-06-30T07:13:20.806" v="2065" actId="552"/>
          <ac:spMkLst>
            <pc:docMk/>
            <pc:sldMk cId="0" sldId="256"/>
            <ac:spMk id="78" creationId="{00D82A62-F38F-12A3-8B84-74DCA807C624}"/>
          </ac:spMkLst>
        </pc:spChg>
        <pc:spChg chg="add mod">
          <ac:chgData name="Sébastien Renaud" userId="5e596eca-c704-4701-9deb-91e2038d048e" providerId="ADAL" clId="{34329023-3EC5-4071-89E2-665FADB32EB6}" dt="2026-06-30T07:13:00.783" v="2063" actId="552"/>
          <ac:spMkLst>
            <pc:docMk/>
            <pc:sldMk cId="0" sldId="256"/>
            <ac:spMk id="79" creationId="{8C878A65-97BA-6C70-81D6-3CD5C93CC332}"/>
          </ac:spMkLst>
        </pc:spChg>
        <pc:spChg chg="add mod">
          <ac:chgData name="Sébastien Renaud" userId="5e596eca-c704-4701-9deb-91e2038d048e" providerId="ADAL" clId="{34329023-3EC5-4071-89E2-665FADB32EB6}" dt="2026-06-30T07:13:10.329" v="2064" actId="552"/>
          <ac:spMkLst>
            <pc:docMk/>
            <pc:sldMk cId="0" sldId="256"/>
            <ac:spMk id="80" creationId="{877AD5EB-4AFB-0004-AB54-1632E7AF58F8}"/>
          </ac:spMkLst>
        </pc:spChg>
        <pc:spChg chg="add mod">
          <ac:chgData name="Sébastien Renaud" userId="5e596eca-c704-4701-9deb-91e2038d048e" providerId="ADAL" clId="{34329023-3EC5-4071-89E2-665FADB32EB6}" dt="2026-06-30T07:13:00.783" v="2063" actId="552"/>
          <ac:spMkLst>
            <pc:docMk/>
            <pc:sldMk cId="0" sldId="256"/>
            <ac:spMk id="81" creationId="{A028F68C-AED7-276A-5824-D824C2832ECA}"/>
          </ac:spMkLst>
        </pc:spChg>
        <pc:spChg chg="add mod">
          <ac:chgData name="Sébastien Renaud" userId="5e596eca-c704-4701-9deb-91e2038d048e" providerId="ADAL" clId="{34329023-3EC5-4071-89E2-665FADB32EB6}" dt="2026-06-30T07:13:10.329" v="2064" actId="552"/>
          <ac:spMkLst>
            <pc:docMk/>
            <pc:sldMk cId="0" sldId="256"/>
            <ac:spMk id="82" creationId="{14797367-2EAC-AC10-6C57-5775E0420A8A}"/>
          </ac:spMkLst>
        </pc:spChg>
        <pc:spChg chg="add mod">
          <ac:chgData name="Sébastien Renaud" userId="5e596eca-c704-4701-9deb-91e2038d048e" providerId="ADAL" clId="{34329023-3EC5-4071-89E2-665FADB32EB6}" dt="2026-06-30T07:12:25.853" v="2060" actId="1038"/>
          <ac:spMkLst>
            <pc:docMk/>
            <pc:sldMk cId="0" sldId="256"/>
            <ac:spMk id="83" creationId="{DD32375A-CF86-865D-B71C-9FDCD2C70416}"/>
          </ac:spMkLst>
        </pc:spChg>
        <pc:spChg chg="add mod">
          <ac:chgData name="Sébastien Renaud" userId="5e596eca-c704-4701-9deb-91e2038d048e" providerId="ADAL" clId="{34329023-3EC5-4071-89E2-665FADB32EB6}" dt="2026-06-30T07:13:33.966" v="2067" actId="20577"/>
          <ac:spMkLst>
            <pc:docMk/>
            <pc:sldMk cId="0" sldId="256"/>
            <ac:spMk id="84" creationId="{12D33092-676D-6440-72E1-8CD7908DB312}"/>
          </ac:spMkLst>
        </pc:spChg>
        <pc:spChg chg="add mod ord">
          <ac:chgData name="Sébastien Renaud" userId="5e596eca-c704-4701-9deb-91e2038d048e" providerId="ADAL" clId="{34329023-3EC5-4071-89E2-665FADB32EB6}" dt="2026-06-28T15:52:22.411" v="1637" actId="554"/>
          <ac:spMkLst>
            <pc:docMk/>
            <pc:sldMk cId="0" sldId="256"/>
            <ac:spMk id="85" creationId="{6F9F49D1-1830-E366-1EA8-506E2E09A818}"/>
          </ac:spMkLst>
        </pc:spChg>
        <pc:spChg chg="add mod">
          <ac:chgData name="Sébastien Renaud" userId="5e596eca-c704-4701-9deb-91e2038d048e" providerId="ADAL" clId="{34329023-3EC5-4071-89E2-665FADB32EB6}" dt="2026-06-30T07:12:42.093" v="2061" actId="552"/>
          <ac:spMkLst>
            <pc:docMk/>
            <pc:sldMk cId="0" sldId="256"/>
            <ac:spMk id="86" creationId="{0539739A-0650-5768-52F9-786735A65188}"/>
          </ac:spMkLst>
        </pc:spChg>
        <pc:spChg chg="add del mod ord">
          <ac:chgData name="Sébastien Renaud" userId="5e596eca-c704-4701-9deb-91e2038d048e" providerId="ADAL" clId="{34329023-3EC5-4071-89E2-665FADB32EB6}" dt="2026-06-30T07:09:55.893" v="1912" actId="478"/>
          <ac:spMkLst>
            <pc:docMk/>
            <pc:sldMk cId="0" sldId="256"/>
            <ac:spMk id="87" creationId="{47134F30-0AA6-C62C-4030-8B76455FC142}"/>
          </ac:spMkLst>
        </pc:spChg>
        <pc:spChg chg="add mod">
          <ac:chgData name="Sébastien Renaud" userId="5e596eca-c704-4701-9deb-91e2038d048e" providerId="ADAL" clId="{34329023-3EC5-4071-89E2-665FADB32EB6}" dt="2026-06-30T07:12:49.816" v="2062" actId="552"/>
          <ac:spMkLst>
            <pc:docMk/>
            <pc:sldMk cId="0" sldId="256"/>
            <ac:spMk id="88" creationId="{0EB966B1-52B3-3B4C-3250-34F24F0478D5}"/>
          </ac:spMkLst>
        </pc:spChg>
        <pc:spChg chg="add del mod">
          <ac:chgData name="Sébastien Renaud" userId="5e596eca-c704-4701-9deb-91e2038d048e" providerId="ADAL" clId="{34329023-3EC5-4071-89E2-665FADB32EB6}" dt="2026-06-30T07:09:55.893" v="1912" actId="478"/>
          <ac:spMkLst>
            <pc:docMk/>
            <pc:sldMk cId="0" sldId="256"/>
            <ac:spMk id="89" creationId="{27C4E97F-D638-5BD9-5A00-1274EA03B2F3}"/>
          </ac:spMkLst>
        </pc:spChg>
        <pc:spChg chg="add del mod ord">
          <ac:chgData name="Sébastien Renaud" userId="5e596eca-c704-4701-9deb-91e2038d048e" providerId="ADAL" clId="{34329023-3EC5-4071-89E2-665FADB32EB6}" dt="2026-06-30T07:09:55.893" v="1912" actId="478"/>
          <ac:spMkLst>
            <pc:docMk/>
            <pc:sldMk cId="0" sldId="256"/>
            <ac:spMk id="90" creationId="{6515D72B-6AFE-ADD3-9E55-4B0735D29F0B}"/>
          </ac:spMkLst>
        </pc:spChg>
        <pc:spChg chg="add del mod">
          <ac:chgData name="Sébastien Renaud" userId="5e596eca-c704-4701-9deb-91e2038d048e" providerId="ADAL" clId="{34329023-3EC5-4071-89E2-665FADB32EB6}" dt="2026-06-30T07:09:55.893" v="1912" actId="478"/>
          <ac:spMkLst>
            <pc:docMk/>
            <pc:sldMk cId="0" sldId="256"/>
            <ac:spMk id="91" creationId="{D441232B-E5D0-E63D-C418-0626A54E01A7}"/>
          </ac:spMkLst>
        </pc:spChg>
        <pc:spChg chg="add mod">
          <ac:chgData name="Sébastien Renaud" userId="5e596eca-c704-4701-9deb-91e2038d048e" providerId="ADAL" clId="{34329023-3EC5-4071-89E2-665FADB32EB6}" dt="2026-06-30T07:12:25.853" v="2060" actId="1038"/>
          <ac:spMkLst>
            <pc:docMk/>
            <pc:sldMk cId="0" sldId="256"/>
            <ac:spMk id="93" creationId="{613C75EA-8944-3FFD-AA9E-72EFD4187BA8}"/>
          </ac:spMkLst>
        </pc:spChg>
        <pc:spChg chg="add mod">
          <ac:chgData name="Sébastien Renaud" userId="5e596eca-c704-4701-9deb-91e2038d048e" providerId="ADAL" clId="{34329023-3EC5-4071-89E2-665FADB32EB6}" dt="2026-06-30T07:13:20.806" v="2065" actId="552"/>
          <ac:spMkLst>
            <pc:docMk/>
            <pc:sldMk cId="0" sldId="256"/>
            <ac:spMk id="94" creationId="{BF751DA2-6A5D-FCA1-E8FF-5F9C81AE7082}"/>
          </ac:spMkLst>
        </pc:spChg>
        <pc:spChg chg="add mod">
          <ac:chgData name="Sébastien Renaud" userId="5e596eca-c704-4701-9deb-91e2038d048e" providerId="ADAL" clId="{34329023-3EC5-4071-89E2-665FADB32EB6}" dt="2026-06-30T07:13:00.783" v="2063" actId="552"/>
          <ac:spMkLst>
            <pc:docMk/>
            <pc:sldMk cId="0" sldId="256"/>
            <ac:spMk id="95" creationId="{9069CBB9-2623-5690-574E-823087C0E0D0}"/>
          </ac:spMkLst>
        </pc:spChg>
        <pc:spChg chg="add mod">
          <ac:chgData name="Sébastien Renaud" userId="5e596eca-c704-4701-9deb-91e2038d048e" providerId="ADAL" clId="{34329023-3EC5-4071-89E2-665FADB32EB6}" dt="2026-06-30T07:13:10.329" v="2064" actId="552"/>
          <ac:spMkLst>
            <pc:docMk/>
            <pc:sldMk cId="0" sldId="256"/>
            <ac:spMk id="96" creationId="{DB199D4D-68BD-CFAD-126F-0BDD6D10BE2E}"/>
          </ac:spMkLst>
        </pc:spChg>
        <pc:spChg chg="add mod">
          <ac:chgData name="Sébastien Renaud" userId="5e596eca-c704-4701-9deb-91e2038d048e" providerId="ADAL" clId="{34329023-3EC5-4071-89E2-665FADB32EB6}" dt="2026-06-30T07:13:00.783" v="2063" actId="552"/>
          <ac:spMkLst>
            <pc:docMk/>
            <pc:sldMk cId="0" sldId="256"/>
            <ac:spMk id="97" creationId="{341937E3-5BFB-5630-B8AE-6E7CEF7E7F5F}"/>
          </ac:spMkLst>
        </pc:spChg>
        <pc:spChg chg="add mod">
          <ac:chgData name="Sébastien Renaud" userId="5e596eca-c704-4701-9deb-91e2038d048e" providerId="ADAL" clId="{34329023-3EC5-4071-89E2-665FADB32EB6}" dt="2026-06-30T07:13:10.329" v="2064" actId="552"/>
          <ac:spMkLst>
            <pc:docMk/>
            <pc:sldMk cId="0" sldId="256"/>
            <ac:spMk id="98" creationId="{316E784F-0697-F314-A17F-059B28830A80}"/>
          </ac:spMkLst>
        </pc:spChg>
        <pc:picChg chg="add mod">
          <ac:chgData name="Sébastien Renaud" userId="5e596eca-c704-4701-9deb-91e2038d048e" providerId="ADAL" clId="{34329023-3EC5-4071-89E2-665FADB32EB6}" dt="2026-06-28T16:19:29.485" v="1776"/>
          <ac:picMkLst>
            <pc:docMk/>
            <pc:sldMk cId="0" sldId="256"/>
            <ac:picMk id="16" creationId="{62A79F29-E13F-1E1C-C832-44EF5ABCFAE9}"/>
          </ac:picMkLst>
        </pc:picChg>
        <pc:picChg chg="add mod">
          <ac:chgData name="Sébastien Renaud" userId="5e596eca-c704-4701-9deb-91e2038d048e" providerId="ADAL" clId="{34329023-3EC5-4071-89E2-665FADB32EB6}" dt="2026-06-28T15:54:04.034" v="1692" actId="1076"/>
          <ac:picMkLst>
            <pc:docMk/>
            <pc:sldMk cId="0" sldId="256"/>
            <ac:picMk id="75" creationId="{FEC28A9F-5D1A-80B2-2A6C-C91B590747E1}"/>
          </ac:picMkLst>
        </pc:picChg>
        <pc:picChg chg="add mod">
          <ac:chgData name="Sébastien Renaud" userId="5e596eca-c704-4701-9deb-91e2038d048e" providerId="ADAL" clId="{34329023-3EC5-4071-89E2-665FADB32EB6}" dt="2026-06-28T15:46:33.394" v="1538" actId="1036"/>
          <ac:picMkLst>
            <pc:docMk/>
            <pc:sldMk cId="0" sldId="256"/>
            <ac:picMk id="92" creationId="{C666DDD0-1676-BD54-AFFD-831F77532CEA}"/>
          </ac:picMkLst>
        </pc:picChg>
      </pc:sldChg>
      <pc:sldChg chg="addSp delSp modSp add mod setBg">
        <pc:chgData name="Sébastien Renaud" userId="5e596eca-c704-4701-9deb-91e2038d048e" providerId="ADAL" clId="{34329023-3EC5-4071-89E2-665FADB32EB6}" dt="2026-06-27T20:42:27.385" v="1129" actId="478"/>
        <pc:sldMkLst>
          <pc:docMk/>
          <pc:sldMk cId="0" sldId="257"/>
        </pc:sldMkLst>
        <pc:spChg chg="add mod">
          <ac:chgData name="Sébastien Renaud" userId="5e596eca-c704-4701-9deb-91e2038d048e" providerId="ADAL" clId="{34329023-3EC5-4071-89E2-665FADB32EB6}" dt="2026-06-27T20:42:18.374" v="1128"/>
          <ac:spMkLst>
            <pc:docMk/>
            <pc:sldMk cId="0" sldId="257"/>
            <ac:spMk id="61" creationId="{E632B3E1-3C2A-6164-BA39-4045FA160F54}"/>
          </ac:spMkLst>
        </pc:spChg>
      </pc:sldChg>
      <pc:sldChg chg="addSp delSp modSp add mod ord setBg delAnim modAnim">
        <pc:chgData name="Sébastien Renaud" userId="5e596eca-c704-4701-9deb-91e2038d048e" providerId="ADAL" clId="{34329023-3EC5-4071-89E2-665FADB32EB6}" dt="2026-06-28T15:45:45.204" v="1515"/>
        <pc:sldMkLst>
          <pc:docMk/>
          <pc:sldMk cId="0" sldId="261"/>
        </pc:sldMkLst>
        <pc:spChg chg="mod">
          <ac:chgData name="Sébastien Renaud" userId="5e596eca-c704-4701-9deb-91e2038d048e" providerId="ADAL" clId="{34329023-3EC5-4071-89E2-665FADB32EB6}" dt="2026-06-28T15:33:02.556" v="1426" actId="1038"/>
          <ac:spMkLst>
            <pc:docMk/>
            <pc:sldMk cId="0" sldId="261"/>
            <ac:spMk id="9" creationId="{00000000-0000-0000-0000-000000000000}"/>
          </ac:spMkLst>
        </pc:spChg>
        <pc:spChg chg="mod">
          <ac:chgData name="Sébastien Renaud" userId="5e596eca-c704-4701-9deb-91e2038d048e" providerId="ADAL" clId="{34329023-3EC5-4071-89E2-665FADB32EB6}" dt="2026-06-28T15:33:02.556" v="1426" actId="1038"/>
          <ac:spMkLst>
            <pc:docMk/>
            <pc:sldMk cId="0" sldId="261"/>
            <ac:spMk id="10" creationId="{00000000-0000-0000-0000-000000000000}"/>
          </ac:spMkLst>
        </pc:spChg>
        <pc:spChg chg="mod">
          <ac:chgData name="Sébastien Renaud" userId="5e596eca-c704-4701-9deb-91e2038d048e" providerId="ADAL" clId="{34329023-3EC5-4071-89E2-665FADB32EB6}" dt="2026-06-28T15:35:00.678" v="1460" actId="1035"/>
          <ac:spMkLst>
            <pc:docMk/>
            <pc:sldMk cId="0" sldId="261"/>
            <ac:spMk id="13" creationId="{00000000-0000-0000-0000-000000000000}"/>
          </ac:spMkLst>
        </pc:spChg>
        <pc:spChg chg="mod">
          <ac:chgData name="Sébastien Renaud" userId="5e596eca-c704-4701-9deb-91e2038d048e" providerId="ADAL" clId="{34329023-3EC5-4071-89E2-665FADB32EB6}" dt="2026-06-28T15:35:00.678" v="1460" actId="1035"/>
          <ac:spMkLst>
            <pc:docMk/>
            <pc:sldMk cId="0" sldId="261"/>
            <ac:spMk id="14" creationId="{00000000-0000-0000-0000-000000000000}"/>
          </ac:spMkLst>
        </pc:spChg>
        <pc:spChg chg="mod">
          <ac:chgData name="Sébastien Renaud" userId="5e596eca-c704-4701-9deb-91e2038d048e" providerId="ADAL" clId="{34329023-3EC5-4071-89E2-665FADB32EB6}" dt="2026-06-28T15:35:00.678" v="1460" actId="1035"/>
          <ac:spMkLst>
            <pc:docMk/>
            <pc:sldMk cId="0" sldId="261"/>
            <ac:spMk id="16" creationId="{00000000-0000-0000-0000-000000000000}"/>
          </ac:spMkLst>
        </pc:spChg>
        <pc:spChg chg="mod">
          <ac:chgData name="Sébastien Renaud" userId="5e596eca-c704-4701-9deb-91e2038d048e" providerId="ADAL" clId="{34329023-3EC5-4071-89E2-665FADB32EB6}" dt="2026-06-28T15:35:00.678" v="1460" actId="1035"/>
          <ac:spMkLst>
            <pc:docMk/>
            <pc:sldMk cId="0" sldId="261"/>
            <ac:spMk id="19" creationId="{00000000-0000-0000-0000-000000000000}"/>
          </ac:spMkLst>
        </pc:spChg>
        <pc:spChg chg="mod">
          <ac:chgData name="Sébastien Renaud" userId="5e596eca-c704-4701-9deb-91e2038d048e" providerId="ADAL" clId="{34329023-3EC5-4071-89E2-665FADB32EB6}" dt="2026-06-28T15:35:00.678" v="1460" actId="1035"/>
          <ac:spMkLst>
            <pc:docMk/>
            <pc:sldMk cId="0" sldId="261"/>
            <ac:spMk id="21" creationId="{00000000-0000-0000-0000-000000000000}"/>
          </ac:spMkLst>
        </pc:spChg>
        <pc:spChg chg="mod">
          <ac:chgData name="Sébastien Renaud" userId="5e596eca-c704-4701-9deb-91e2038d048e" providerId="ADAL" clId="{34329023-3EC5-4071-89E2-665FADB32EB6}" dt="2026-06-28T15:35:00.678" v="1460" actId="1035"/>
          <ac:spMkLst>
            <pc:docMk/>
            <pc:sldMk cId="0" sldId="261"/>
            <ac:spMk id="22" creationId="{00000000-0000-0000-0000-000000000000}"/>
          </ac:spMkLst>
        </pc:spChg>
        <pc:spChg chg="mod">
          <ac:chgData name="Sébastien Renaud" userId="5e596eca-c704-4701-9deb-91e2038d048e" providerId="ADAL" clId="{34329023-3EC5-4071-89E2-665FADB32EB6}" dt="2026-06-28T15:35:00.678" v="1460" actId="1035"/>
          <ac:spMkLst>
            <pc:docMk/>
            <pc:sldMk cId="0" sldId="261"/>
            <ac:spMk id="23" creationId="{00000000-0000-0000-0000-000000000000}"/>
          </ac:spMkLst>
        </pc:spChg>
        <pc:spChg chg="mod">
          <ac:chgData name="Sébastien Renaud" userId="5e596eca-c704-4701-9deb-91e2038d048e" providerId="ADAL" clId="{34329023-3EC5-4071-89E2-665FADB32EB6}" dt="2026-06-28T15:35:00.678" v="1460" actId="1035"/>
          <ac:spMkLst>
            <pc:docMk/>
            <pc:sldMk cId="0" sldId="261"/>
            <ac:spMk id="24" creationId="{00000000-0000-0000-0000-000000000000}"/>
          </ac:spMkLst>
        </pc:spChg>
        <pc:spChg chg="mod">
          <ac:chgData name="Sébastien Renaud" userId="5e596eca-c704-4701-9deb-91e2038d048e" providerId="ADAL" clId="{34329023-3EC5-4071-89E2-665FADB32EB6}" dt="2026-06-28T15:35:00.678" v="1460" actId="1035"/>
          <ac:spMkLst>
            <pc:docMk/>
            <pc:sldMk cId="0" sldId="261"/>
            <ac:spMk id="25" creationId="{00000000-0000-0000-0000-000000000000}"/>
          </ac:spMkLst>
        </pc:spChg>
        <pc:spChg chg="mod">
          <ac:chgData name="Sébastien Renaud" userId="5e596eca-c704-4701-9deb-91e2038d048e" providerId="ADAL" clId="{34329023-3EC5-4071-89E2-665FADB32EB6}" dt="2026-06-28T15:35:00.678" v="1460" actId="1035"/>
          <ac:spMkLst>
            <pc:docMk/>
            <pc:sldMk cId="0" sldId="261"/>
            <ac:spMk id="26" creationId="{00000000-0000-0000-0000-000000000000}"/>
          </ac:spMkLst>
        </pc:spChg>
        <pc:spChg chg="mod">
          <ac:chgData name="Sébastien Renaud" userId="5e596eca-c704-4701-9deb-91e2038d048e" providerId="ADAL" clId="{34329023-3EC5-4071-89E2-665FADB32EB6}" dt="2026-06-28T15:35:27.879" v="1488" actId="1035"/>
          <ac:spMkLst>
            <pc:docMk/>
            <pc:sldMk cId="0" sldId="261"/>
            <ac:spMk id="31" creationId="{00000000-0000-0000-0000-000000000000}"/>
          </ac:spMkLst>
        </pc:spChg>
        <pc:spChg chg="mod">
          <ac:chgData name="Sébastien Renaud" userId="5e596eca-c704-4701-9deb-91e2038d048e" providerId="ADAL" clId="{34329023-3EC5-4071-89E2-665FADB32EB6}" dt="2026-06-28T15:35:27.879" v="1488" actId="1035"/>
          <ac:spMkLst>
            <pc:docMk/>
            <pc:sldMk cId="0" sldId="261"/>
            <ac:spMk id="32" creationId="{00000000-0000-0000-0000-000000000000}"/>
          </ac:spMkLst>
        </pc:spChg>
        <pc:spChg chg="mod">
          <ac:chgData name="Sébastien Renaud" userId="5e596eca-c704-4701-9deb-91e2038d048e" providerId="ADAL" clId="{34329023-3EC5-4071-89E2-665FADB32EB6}" dt="2026-06-28T15:35:27.879" v="1488" actId="1035"/>
          <ac:spMkLst>
            <pc:docMk/>
            <pc:sldMk cId="0" sldId="261"/>
            <ac:spMk id="33" creationId="{00000000-0000-0000-0000-000000000000}"/>
          </ac:spMkLst>
        </pc:spChg>
        <pc:spChg chg="mod">
          <ac:chgData name="Sébastien Renaud" userId="5e596eca-c704-4701-9deb-91e2038d048e" providerId="ADAL" clId="{34329023-3EC5-4071-89E2-665FADB32EB6}" dt="2026-06-28T15:35:27.879" v="1488" actId="1035"/>
          <ac:spMkLst>
            <pc:docMk/>
            <pc:sldMk cId="0" sldId="261"/>
            <ac:spMk id="34" creationId="{00000000-0000-0000-0000-000000000000}"/>
          </ac:spMkLst>
        </pc:spChg>
        <pc:spChg chg="mod">
          <ac:chgData name="Sébastien Renaud" userId="5e596eca-c704-4701-9deb-91e2038d048e" providerId="ADAL" clId="{34329023-3EC5-4071-89E2-665FADB32EB6}" dt="2026-06-28T15:35:27.879" v="1488" actId="1035"/>
          <ac:spMkLst>
            <pc:docMk/>
            <pc:sldMk cId="0" sldId="261"/>
            <ac:spMk id="35" creationId="{00000000-0000-0000-0000-000000000000}"/>
          </ac:spMkLst>
        </pc:spChg>
        <pc:spChg chg="mod">
          <ac:chgData name="Sébastien Renaud" userId="5e596eca-c704-4701-9deb-91e2038d048e" providerId="ADAL" clId="{34329023-3EC5-4071-89E2-665FADB32EB6}" dt="2026-06-28T15:35:27.879" v="1488" actId="1035"/>
          <ac:spMkLst>
            <pc:docMk/>
            <pc:sldMk cId="0" sldId="261"/>
            <ac:spMk id="36" creationId="{00000000-0000-0000-0000-000000000000}"/>
          </ac:spMkLst>
        </pc:spChg>
        <pc:spChg chg="mod">
          <ac:chgData name="Sébastien Renaud" userId="5e596eca-c704-4701-9deb-91e2038d048e" providerId="ADAL" clId="{34329023-3EC5-4071-89E2-665FADB32EB6}" dt="2026-06-28T15:35:27.879" v="1488" actId="1035"/>
          <ac:spMkLst>
            <pc:docMk/>
            <pc:sldMk cId="0" sldId="261"/>
            <ac:spMk id="37" creationId="{00000000-0000-0000-0000-000000000000}"/>
          </ac:spMkLst>
        </pc:spChg>
        <pc:spChg chg="mod">
          <ac:chgData name="Sébastien Renaud" userId="5e596eca-c704-4701-9deb-91e2038d048e" providerId="ADAL" clId="{34329023-3EC5-4071-89E2-665FADB32EB6}" dt="2026-06-28T15:35:27.879" v="1488" actId="1035"/>
          <ac:spMkLst>
            <pc:docMk/>
            <pc:sldMk cId="0" sldId="261"/>
            <ac:spMk id="38" creationId="{00000000-0000-0000-0000-000000000000}"/>
          </ac:spMkLst>
        </pc:spChg>
        <pc:spChg chg="mod">
          <ac:chgData name="Sébastien Renaud" userId="5e596eca-c704-4701-9deb-91e2038d048e" providerId="ADAL" clId="{34329023-3EC5-4071-89E2-665FADB32EB6}" dt="2026-06-28T15:35:27.879" v="1488" actId="1035"/>
          <ac:spMkLst>
            <pc:docMk/>
            <pc:sldMk cId="0" sldId="261"/>
            <ac:spMk id="39" creationId="{00000000-0000-0000-0000-000000000000}"/>
          </ac:spMkLst>
        </pc:spChg>
        <pc:spChg chg="mod">
          <ac:chgData name="Sébastien Renaud" userId="5e596eca-c704-4701-9deb-91e2038d048e" providerId="ADAL" clId="{34329023-3EC5-4071-89E2-665FADB32EB6}" dt="2026-06-28T15:36:17.178" v="1497" actId="14100"/>
          <ac:spMkLst>
            <pc:docMk/>
            <pc:sldMk cId="0" sldId="261"/>
            <ac:spMk id="40" creationId="{00000000-0000-0000-0000-000000000000}"/>
          </ac:spMkLst>
        </pc:spChg>
        <pc:spChg chg="mod">
          <ac:chgData name="Sébastien Renaud" userId="5e596eca-c704-4701-9deb-91e2038d048e" providerId="ADAL" clId="{34329023-3EC5-4071-89E2-665FADB32EB6}" dt="2026-06-28T15:36:08.560" v="1494" actId="14100"/>
          <ac:spMkLst>
            <pc:docMk/>
            <pc:sldMk cId="0" sldId="261"/>
            <ac:spMk id="42" creationId="{00000000-0000-0000-0000-000000000000}"/>
          </ac:spMkLst>
        </pc:spChg>
        <pc:spChg chg="add mod ord">
          <ac:chgData name="Sébastien Renaud" userId="5e596eca-c704-4701-9deb-91e2038d048e" providerId="ADAL" clId="{34329023-3EC5-4071-89E2-665FADB32EB6}" dt="2026-06-28T15:32:45.547" v="1404" actId="167"/>
          <ac:spMkLst>
            <pc:docMk/>
            <pc:sldMk cId="0" sldId="261"/>
            <ac:spMk id="47" creationId="{11597897-225A-A4AB-B822-234B08690095}"/>
          </ac:spMkLst>
        </pc:spChg>
        <pc:spChg chg="add mod">
          <ac:chgData name="Sébastien Renaud" userId="5e596eca-c704-4701-9deb-91e2038d048e" providerId="ADAL" clId="{34329023-3EC5-4071-89E2-665FADB32EB6}" dt="2026-06-28T15:42:25.277" v="1511" actId="14100"/>
          <ac:spMkLst>
            <pc:docMk/>
            <pc:sldMk cId="0" sldId="261"/>
            <ac:spMk id="50" creationId="{DFB037CE-72AA-7A36-621F-F4951349DED1}"/>
          </ac:spMkLst>
        </pc:spChg>
        <pc:picChg chg="add mod">
          <ac:chgData name="Sébastien Renaud" userId="5e596eca-c704-4701-9deb-91e2038d048e" providerId="ADAL" clId="{34329023-3EC5-4071-89E2-665FADB32EB6}" dt="2026-06-28T15:35:52.112" v="1490" actId="1076"/>
          <ac:picMkLst>
            <pc:docMk/>
            <pc:sldMk cId="0" sldId="261"/>
            <ac:picMk id="46" creationId="{924885C8-B204-4367-D843-E1F14CE2F654}"/>
          </ac:picMkLst>
        </pc:picChg>
        <pc:picChg chg="add mod">
          <ac:chgData name="Sébastien Renaud" userId="5e596eca-c704-4701-9deb-91e2038d048e" providerId="ADAL" clId="{34329023-3EC5-4071-89E2-665FADB32EB6}" dt="2026-06-28T15:36:27.344" v="1499" actId="1076"/>
          <ac:picMkLst>
            <pc:docMk/>
            <pc:sldMk cId="0" sldId="261"/>
            <ac:picMk id="48" creationId="{CAD59685-818A-B88E-79A9-24A3E9BD2BB9}"/>
          </ac:picMkLst>
        </pc:picChg>
        <pc:picChg chg="add mod">
          <ac:chgData name="Sébastien Renaud" userId="5e596eca-c704-4701-9deb-91e2038d048e" providerId="ADAL" clId="{34329023-3EC5-4071-89E2-665FADB32EB6}" dt="2026-06-28T15:42:02.926" v="1508" actId="1076"/>
          <ac:picMkLst>
            <pc:docMk/>
            <pc:sldMk cId="0" sldId="261"/>
            <ac:picMk id="51" creationId="{22041930-135D-E894-1CFD-55DD2730FC36}"/>
          </ac:picMkLst>
        </pc:picChg>
      </pc:sldChg>
      <pc:sldChg chg="modSp mod">
        <pc:chgData name="Sébastien Renaud" userId="5e596eca-c704-4701-9deb-91e2038d048e" providerId="ADAL" clId="{34329023-3EC5-4071-89E2-665FADB32EB6}" dt="2026-06-27T15:24:22.692" v="34" actId="404"/>
        <pc:sldMkLst>
          <pc:docMk/>
          <pc:sldMk cId="1385893038" sldId="270"/>
        </pc:sldMkLst>
        <pc:spChg chg="mod">
          <ac:chgData name="Sébastien Renaud" userId="5e596eca-c704-4701-9deb-91e2038d048e" providerId="ADAL" clId="{34329023-3EC5-4071-89E2-665FADB32EB6}" dt="2026-06-27T15:24:22.692" v="34" actId="404"/>
          <ac:spMkLst>
            <pc:docMk/>
            <pc:sldMk cId="1385893038" sldId="270"/>
            <ac:spMk id="2" creationId="{00F876DB-A14E-B1BA-9DE3-E2270A9A9693}"/>
          </ac:spMkLst>
        </pc:spChg>
      </pc:sldChg>
      <pc:sldChg chg="addSp delSp modSp mod">
        <pc:chgData name="Sébastien Renaud" userId="5e596eca-c704-4701-9deb-91e2038d048e" providerId="ADAL" clId="{34329023-3EC5-4071-89E2-665FADB32EB6}" dt="2026-06-28T16:12:15.768" v="1761" actId="1076"/>
        <pc:sldMkLst>
          <pc:docMk/>
          <pc:sldMk cId="4273313417" sldId="271"/>
        </pc:sldMkLst>
        <pc:spChg chg="add mod">
          <ac:chgData name="Sébastien Renaud" userId="5e596eca-c704-4701-9deb-91e2038d048e" providerId="ADAL" clId="{34329023-3EC5-4071-89E2-665FADB32EB6}" dt="2026-06-28T16:11:53.502" v="1760" actId="552"/>
          <ac:spMkLst>
            <pc:docMk/>
            <pc:sldMk cId="4273313417" sldId="271"/>
            <ac:spMk id="6" creationId="{318E6845-C47F-F898-57FD-288C3C9C67C4}"/>
          </ac:spMkLst>
        </pc:spChg>
        <pc:spChg chg="add mod">
          <ac:chgData name="Sébastien Renaud" userId="5e596eca-c704-4701-9deb-91e2038d048e" providerId="ADAL" clId="{34329023-3EC5-4071-89E2-665FADB32EB6}" dt="2026-06-28T16:11:53.502" v="1760" actId="552"/>
          <ac:spMkLst>
            <pc:docMk/>
            <pc:sldMk cId="4273313417" sldId="271"/>
            <ac:spMk id="9" creationId="{22E094A7-31E5-824E-6A2E-61AE8FD46235}"/>
          </ac:spMkLst>
        </pc:spChg>
        <pc:spChg chg="add mod">
          <ac:chgData name="Sébastien Renaud" userId="5e596eca-c704-4701-9deb-91e2038d048e" providerId="ADAL" clId="{34329023-3EC5-4071-89E2-665FADB32EB6}" dt="2026-06-28T16:11:53.502" v="1760" actId="552"/>
          <ac:spMkLst>
            <pc:docMk/>
            <pc:sldMk cId="4273313417" sldId="271"/>
            <ac:spMk id="10" creationId="{8977958C-FE0D-70AB-9932-8D18E6B54467}"/>
          </ac:spMkLst>
        </pc:spChg>
        <pc:spChg chg="add mod">
          <ac:chgData name="Sébastien Renaud" userId="5e596eca-c704-4701-9deb-91e2038d048e" providerId="ADAL" clId="{34329023-3EC5-4071-89E2-665FADB32EB6}" dt="2026-06-28T16:11:53.502" v="1760" actId="552"/>
          <ac:spMkLst>
            <pc:docMk/>
            <pc:sldMk cId="4273313417" sldId="271"/>
            <ac:spMk id="11" creationId="{30F6A4F1-77AB-7B35-A4A1-64DF8C0BB944}"/>
          </ac:spMkLst>
        </pc:spChg>
        <pc:spChg chg="add mod">
          <ac:chgData name="Sébastien Renaud" userId="5e596eca-c704-4701-9deb-91e2038d048e" providerId="ADAL" clId="{34329023-3EC5-4071-89E2-665FADB32EB6}" dt="2026-06-28T16:11:53.502" v="1760" actId="552"/>
          <ac:spMkLst>
            <pc:docMk/>
            <pc:sldMk cId="4273313417" sldId="271"/>
            <ac:spMk id="12" creationId="{705C8B0C-E291-568F-A08D-F5C88432E8E8}"/>
          </ac:spMkLst>
        </pc:spChg>
        <pc:spChg chg="add mod">
          <ac:chgData name="Sébastien Renaud" userId="5e596eca-c704-4701-9deb-91e2038d048e" providerId="ADAL" clId="{34329023-3EC5-4071-89E2-665FADB32EB6}" dt="2026-06-28T16:11:53.502" v="1760" actId="552"/>
          <ac:spMkLst>
            <pc:docMk/>
            <pc:sldMk cId="4273313417" sldId="271"/>
            <ac:spMk id="13" creationId="{65DA9C79-EED8-DD28-7CDF-468942D663DC}"/>
          </ac:spMkLst>
        </pc:spChg>
        <pc:picChg chg="add mod modCrop">
          <ac:chgData name="Sébastien Renaud" userId="5e596eca-c704-4701-9deb-91e2038d048e" providerId="ADAL" clId="{34329023-3EC5-4071-89E2-665FADB32EB6}" dt="2026-06-28T16:11:53.502" v="1760" actId="552"/>
          <ac:picMkLst>
            <pc:docMk/>
            <pc:sldMk cId="4273313417" sldId="271"/>
            <ac:picMk id="5" creationId="{73DD606F-BDD9-004A-B471-9398659B4ECC}"/>
          </ac:picMkLst>
        </pc:picChg>
        <pc:picChg chg="add mod">
          <ac:chgData name="Sébastien Renaud" userId="5e596eca-c704-4701-9deb-91e2038d048e" providerId="ADAL" clId="{34329023-3EC5-4071-89E2-665FADB32EB6}" dt="2026-06-28T16:12:15.768" v="1761" actId="1076"/>
          <ac:picMkLst>
            <pc:docMk/>
            <pc:sldMk cId="4273313417" sldId="271"/>
            <ac:picMk id="14" creationId="{F3934BF8-F738-AD4E-E78F-52F5ED946D6A}"/>
          </ac:picMkLst>
        </pc:picChg>
      </pc:sldChg>
      <pc:sldMasterChg chg="delSldLayout">
        <pc:chgData name="Sébastien Renaud" userId="5e596eca-c704-4701-9deb-91e2038d048e" providerId="ADAL" clId="{34329023-3EC5-4071-89E2-665FADB32EB6}" dt="2026-06-28T16:18:55.877" v="1762" actId="47"/>
        <pc:sldMasterMkLst>
          <pc:docMk/>
          <pc:sldMasterMk cId="2513824963" sldId="2147483648"/>
        </pc:sldMasterMkLst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252390A9-1F65-D38D-9790-B78C858D3E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225ADC1-26C0-5BD3-C73B-05DBEBDD37A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2F4FD9-6393-40EA-A13C-0717774DD95D}" type="datetimeFigureOut">
              <a:rPr lang="de-DE" smtClean="0"/>
              <a:t>04.08.2026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981E3FD-1717-1B9C-D3FF-CD53D355C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9FD8799-F91C-D6B6-FA49-AE7FA2992B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438E2F-A441-4EFD-9A7B-F6024EC14680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01828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79978-9587-4FFB-8987-67BE67FCF4DF}" type="datetimeFigureOut">
              <a:rPr lang="de-DE" smtClean="0"/>
              <a:t>04.08.2026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E323D-5B79-4A3D-A846-DD2B6281790F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6037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54F1D-283E-FF1B-C5E5-D3A6CC3B4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4EF7D43-70D8-F1B0-8EC5-92ECEABB3C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CA18D26-79B0-21C6-4D5C-3F21055D6E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D278C3A-9EE8-3AC2-CA98-9D5AFF383B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E323D-5B79-4A3D-A846-DD2B6281790F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8686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EFE36F-4D36-01D1-ED9A-4895DC4141D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52425" y="1600200"/>
            <a:ext cx="4752975" cy="1427480"/>
          </a:xfrm>
        </p:spPr>
        <p:txBody>
          <a:bodyPr anchor="b"/>
          <a:lstStyle>
            <a:lvl1pPr algn="l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 noProof="0" dirty="0"/>
              <a:t>Titre de la</a:t>
            </a:r>
            <a:br>
              <a:rPr lang="fr-FR" noProof="0" dirty="0"/>
            </a:br>
            <a:r>
              <a:rPr lang="fr-FR" noProof="0" dirty="0"/>
              <a:t>présentation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B8EA753-9C9D-1ACE-AC93-91469FFC039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52425" y="3429000"/>
            <a:ext cx="4752975" cy="2484438"/>
          </a:xfrm>
        </p:spPr>
        <p:txBody>
          <a:bodyPr/>
          <a:lstStyle>
            <a:lvl1pPr marL="0" indent="0" algn="l">
              <a:buNone/>
              <a:defRPr sz="21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noProof="0" dirty="0"/>
              <a:t>Sous-titre de la présentation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2495D65-0840-AA45-FA3E-BED80617F6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352425" y="382270"/>
            <a:ext cx="1128712" cy="1128712"/>
          </a:xfrm>
          <a:prstGeom prst="rect">
            <a:avLst/>
          </a:prstGeom>
        </p:spPr>
      </p:pic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C79FB73B-18B9-7B4B-4306-1AB0E29D7AC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352425" y="3281125"/>
            <a:ext cx="19812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9D11C76-9ADD-3501-7802-B144E33AB05E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6095445"/>
            <a:ext cx="121920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Grafik 14">
            <a:extLst>
              <a:ext uri="{FF2B5EF4-FFF2-40B4-BE49-F238E27FC236}">
                <a16:creationId xmlns:a16="http://schemas.microsoft.com/office/drawing/2014/main" id="{F5B46B84-2E0E-E721-B84C-A8C1D99259B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534D718-DC94-6708-FBA2-602A99AAB174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2026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CC4D28B-E2E5-06D0-2352-AE54759288A2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57990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">
    <p:bg bwMode="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1866900"/>
            <a:ext cx="6734175" cy="2677798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 noProof="0" dirty="0"/>
              <a:t>Titre du chapitre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51F830D-78E3-5112-0211-3A04BB7767C3}"/>
              </a:ext>
            </a:extLst>
          </p:cNvPr>
          <p:cNvSpPr txBox="1"/>
          <p:nvPr userDrawn="1"/>
        </p:nvSpPr>
        <p:spPr bwMode="gray">
          <a:xfrm>
            <a:off x="11158538" y="6282215"/>
            <a:ext cx="681037" cy="25566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1200" noProof="0" dirty="0">
                <a:solidFill>
                  <a:schemeClr val="bg1"/>
                </a:solidFill>
              </a:rPr>
              <a:t>P.</a:t>
            </a:r>
            <a:fld id="{C31C4A41-7035-40BD-9B07-EB4193BE7FBB}" type="slidenum">
              <a:rPr lang="fr-FR" sz="1200" noProof="0" smtClean="0">
                <a:solidFill>
                  <a:schemeClr val="bg1"/>
                </a:solidFill>
              </a:rPr>
              <a:pPr algn="r"/>
              <a:t>‹N°›</a:t>
            </a:fld>
            <a:endParaRPr lang="fr-FR" sz="1200" noProof="0" dirty="0">
              <a:solidFill>
                <a:schemeClr val="bg1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5122FE4-328B-01FF-9254-76EBD917C0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39ABF71-D4FC-0D5E-6D3F-11FB68BE47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52425" y="304800"/>
            <a:ext cx="1981200" cy="820738"/>
          </a:xfrm>
        </p:spPr>
        <p:txBody>
          <a:bodyPr/>
          <a:lstStyle>
            <a:lvl1pPr>
              <a:defRPr sz="560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fr-FR" noProof="0" dirty="0"/>
              <a:t>0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3E362E56-738D-5EC7-4570-4C2ED6CAA0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7696200" y="152400"/>
            <a:ext cx="4381500" cy="6078542"/>
          </a:xfrm>
        </p:spPr>
        <p:txBody>
          <a:bodyPr anchor="ctr"/>
          <a:lstStyle>
            <a:lvl1pPr algn="r">
              <a:defRPr sz="58000">
                <a:solidFill>
                  <a:schemeClr val="accent1"/>
                </a:solidFill>
                <a:latin typeface="OM Marseille Medium" pitchFamily="2" charset="0"/>
              </a:defRPr>
            </a:lvl1pPr>
            <a:lvl5pPr>
              <a:defRPr/>
            </a:lvl5pPr>
          </a:lstStyle>
          <a:p>
            <a:pPr lvl="0"/>
            <a:r>
              <a:rPr lang="fr-FR" noProof="0" dirty="0"/>
              <a:t>0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DF6FAB5-02B2-0D1D-CE11-56FD8FB770AC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2026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9879162-50CC-A295-CA48-D19D34C15FF4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7095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5178425"/>
            <a:ext cx="11487150" cy="735013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 noProof="0" dirty="0"/>
              <a:t>Titre du sous-chapitre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7B1327E9-7BFB-B90A-8D7E-06DA25EC8C2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2730499" y="368300"/>
            <a:ext cx="9109075" cy="4622800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301887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/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981269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52426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032448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52426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327AA6BF-AD26-9390-8C31-3A3792C4F68E}"/>
              </a:ext>
            </a:extLst>
          </p:cNvPr>
          <p:cNvSpPr>
            <a:spLocks noGrp="1"/>
          </p:cNvSpPr>
          <p:nvPr>
            <p:ph idx="10" hasCustomPrompt="1"/>
          </p:nvPr>
        </p:nvSpPr>
        <p:spPr bwMode="gray">
          <a:xfrm>
            <a:off x="5105400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213106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/>
              <a:t>Titre de la slide</a:t>
            </a:r>
          </a:p>
        </p:txBody>
      </p:sp>
    </p:spTree>
    <p:extLst>
      <p:ext uri="{BB962C8B-B14F-4D97-AF65-F5344CB8AC3E}">
        <p14:creationId xmlns:p14="http://schemas.microsoft.com/office/powerpoint/2010/main" val="4156221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299085"/>
            <a:ext cx="9109075" cy="2586355"/>
          </a:xfrm>
        </p:spPr>
        <p:txBody>
          <a:bodyPr/>
          <a:lstStyle>
            <a:lvl1pPr>
              <a:lnSpc>
                <a:spcPct val="93000"/>
              </a:lnSpc>
              <a:defRPr sz="3500"/>
            </a:lvl1pPr>
          </a:lstStyle>
          <a:p>
            <a:r>
              <a:rPr lang="fr-FR" noProof="0" dirty="0"/>
              <a:t>Titre de la slide</a:t>
            </a:r>
          </a:p>
        </p:txBody>
      </p:sp>
      <p:sp>
        <p:nvSpPr>
          <p:cNvPr id="4" name="Textplatzhalter 7">
            <a:extLst>
              <a:ext uri="{FF2B5EF4-FFF2-40B4-BE49-F238E27FC236}">
                <a16:creationId xmlns:a16="http://schemas.microsoft.com/office/drawing/2014/main" id="{5AC2861C-C409-85BD-A456-8900F5D384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52426" y="3096578"/>
            <a:ext cx="4356100" cy="2816859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725542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6" y="339725"/>
            <a:ext cx="4356100" cy="574675"/>
          </a:xfrm>
        </p:spPr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D383CF44-F0AF-65F5-3433-6A696412D09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5105400" y="368300"/>
            <a:ext cx="6734174" cy="5346700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738266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483475" y="339725"/>
            <a:ext cx="4356100" cy="574675"/>
          </a:xfrm>
        </p:spPr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FCA7126D-0013-7E83-243B-A49D1E5948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52425" y="1125539"/>
            <a:ext cx="6734175" cy="2151062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5C9D441E-41B7-BADA-89AE-C53419624B5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352425" y="3581400"/>
            <a:ext cx="6734175" cy="2151062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D8D2146-CB0B-5A42-B80B-B18B9A5417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7483475" y="1125539"/>
            <a:ext cx="4356100" cy="2151062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7FA7FB43-7777-8A8B-170F-3CF9F84E1C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483475" y="3581400"/>
            <a:ext cx="4356100" cy="2151061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230311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5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1E23B8BC-103F-39F0-2D6B-98F6492921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52426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EE8B42AE-AFED-5DF1-4F4C-9AED8A80A9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52426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082F372B-DEA5-5334-81BD-4DEAA5D75E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52425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AA5E0F6E-96E7-FBD1-FD61-84FD46E0639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2727325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9DE2920-3076-DFFF-A039-7EBA533DD5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2727325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CCF33DD2-C24B-43DB-0034-8C1B8BB41F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2727324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A71A7F2F-7B9C-D17F-5FD2-D2E41924F50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5105400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B80DC451-D05D-16E6-7714-6A737BBC40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105400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A5537B97-3685-B97B-7C12-E1CB3535F96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105399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853957FA-CA48-6196-84FE-6641E2BF987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 bwMode="gray">
          <a:xfrm>
            <a:off x="7483476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47CAE4CD-B6C4-74CB-957E-6044C75304E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7483476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06560E43-E108-1A4D-B0A3-FE7435F430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7483475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7159A958-60C1-16C9-D6D1-6D03B1DD690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 bwMode="gray">
          <a:xfrm>
            <a:off x="9861552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F409A5C0-AEA4-650F-E6DE-5DD458DC01A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9861552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B397BD12-559D-B092-3ED2-FF3C773B620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9861551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943166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85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e niveau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0670" y="5929931"/>
            <a:ext cx="10985502" cy="31849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1800" b="1"/>
            </a:lvl1pPr>
            <a:lvl2pPr marL="533400" indent="-228600" defTabSz="412750">
              <a:lnSpc>
                <a:spcPct val="100000"/>
              </a:lnSpc>
              <a:spcBef>
                <a:spcPts val="0"/>
              </a:spcBef>
              <a:defRPr sz="1800" b="1"/>
            </a:lvl2pPr>
            <a:lvl3pPr marL="838200" indent="-228600" defTabSz="412750">
              <a:lnSpc>
                <a:spcPct val="100000"/>
              </a:lnSpc>
              <a:spcBef>
                <a:spcPts val="0"/>
              </a:spcBef>
              <a:defRPr sz="1800" b="1"/>
            </a:lvl3pPr>
            <a:lvl4pPr marL="1143000" indent="-228600" defTabSz="412750">
              <a:lnSpc>
                <a:spcPct val="100000"/>
              </a:lnSpc>
              <a:spcBef>
                <a:spcPts val="0"/>
              </a:spcBef>
              <a:defRPr sz="1800" b="1"/>
            </a:lvl4pPr>
            <a:lvl5pPr marL="1447800" indent="-228600" defTabSz="41275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r>
              <a:t>Auteur et date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" name="Titre de la présentation"/>
          <p:cNvSpPr txBox="1">
            <a:spLocks noGrp="1"/>
          </p:cNvSpPr>
          <p:nvPr>
            <p:ph type="title" hasCustomPrompt="1"/>
          </p:nvPr>
        </p:nvSpPr>
        <p:spPr>
          <a:xfrm>
            <a:off x="603248" y="1287496"/>
            <a:ext cx="10985503" cy="2324101"/>
          </a:xfrm>
          <a:prstGeom prst="rect">
            <a:avLst/>
          </a:prstGeom>
        </p:spPr>
        <p:txBody>
          <a:bodyPr anchor="b"/>
          <a:lstStyle>
            <a:lvl1pPr>
              <a:defRPr sz="5800" spc="-116"/>
            </a:lvl1pPr>
          </a:lstStyle>
          <a:p>
            <a:r>
              <a:t>Titre de la présentation</a:t>
            </a:r>
          </a:p>
        </p:txBody>
      </p:sp>
      <p:sp>
        <p:nvSpPr>
          <p:cNvPr id="13" name="Texte niveau 1…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0671" y="3611595"/>
            <a:ext cx="10985501" cy="952501"/>
          </a:xfrm>
          <a:prstGeom prst="rect">
            <a:avLst/>
          </a:prstGeom>
        </p:spPr>
        <p:txBody>
          <a:bodyPr numCol="1" spcCol="38100"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1pPr>
          </a:lstStyle>
          <a:p>
            <a:r>
              <a:t>Sous-titre de la présentation</a:t>
            </a:r>
          </a:p>
        </p:txBody>
      </p:sp>
      <p:sp>
        <p:nvSpPr>
          <p:cNvPr id="14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7721821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2A7F085-0943-0DDC-771A-B999207C0BC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52425" y="339725"/>
            <a:ext cx="9109075" cy="574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268ABB7-A16D-8DF8-5E38-7368E430A4FA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52425" y="1125539"/>
            <a:ext cx="9109075" cy="47879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0D98BDE4-60FE-EF19-D052-F2C9AFD05DF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6095445"/>
            <a:ext cx="12192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FA3A8EF0-FFBA-B177-44B0-D1718956129E}"/>
              </a:ext>
            </a:extLst>
          </p:cNvPr>
          <p:cNvSpPr txBox="1"/>
          <p:nvPr userDrawn="1"/>
        </p:nvSpPr>
        <p:spPr bwMode="gray">
          <a:xfrm>
            <a:off x="11158538" y="6282215"/>
            <a:ext cx="681037" cy="25566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1200" noProof="0" dirty="0">
                <a:solidFill>
                  <a:schemeClr val="accent2"/>
                </a:solidFill>
              </a:rPr>
              <a:t>P.</a:t>
            </a:r>
            <a:fld id="{C31C4A41-7035-40BD-9B07-EB4193BE7FBB}" type="slidenum">
              <a:rPr lang="fr-FR" sz="1200" noProof="0" smtClean="0">
                <a:solidFill>
                  <a:schemeClr val="accent2"/>
                </a:solidFill>
              </a:rPr>
              <a:pPr algn="r"/>
              <a:t>‹N°›</a:t>
            </a:fld>
            <a:endParaRPr lang="fr-FR" sz="1200" noProof="0" dirty="0">
              <a:solidFill>
                <a:schemeClr val="accent2"/>
              </a:solidFill>
            </a:endParaRP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746017A4-BE5A-18C3-DCC5-3EB4040AA5E2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4974F32B-204D-8A94-4ED9-6E4819234991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rgbClr val="0B61AC"/>
                </a:solidFill>
              </a:rPr>
              <a:t>2026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E661EB8-DC41-20FC-808A-56B88E3B4C23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rgbClr val="0B61AC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513824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9" r:id="rId3"/>
    <p:sldLayoutId id="2147483650" r:id="rId4"/>
    <p:sldLayoutId id="2147483657" r:id="rId5"/>
    <p:sldLayoutId id="2147483656" r:id="rId6"/>
    <p:sldLayoutId id="2147483654" r:id="rId7"/>
    <p:sldLayoutId id="2147483662" r:id="rId8"/>
    <p:sldLayoutId id="2147483660" r:id="rId9"/>
    <p:sldLayoutId id="2147483661" r:id="rId10"/>
    <p:sldLayoutId id="2147483663" r:id="rId11"/>
    <p:sldLayoutId id="2147483655" r:id="rId12"/>
    <p:sldLayoutId id="214748366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2563" indent="-17621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355600" indent="-18256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4625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720725" indent="-18256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9" userDrawn="1">
          <p15:clr>
            <a:srgbClr val="A4A3A4"/>
          </p15:clr>
        </p15:guide>
        <p15:guide id="2" pos="222" userDrawn="1">
          <p15:clr>
            <a:srgbClr val="A4A3A4"/>
          </p15:clr>
        </p15:guide>
        <p15:guide id="3" pos="7458" userDrawn="1">
          <p15:clr>
            <a:srgbClr val="A4A3A4"/>
          </p15:clr>
        </p15:guide>
        <p15:guide id="4" pos="3216" userDrawn="1">
          <p15:clr>
            <a:srgbClr val="A4A3A4"/>
          </p15:clr>
        </p15:guide>
        <p15:guide id="5" pos="4464" userDrawn="1">
          <p15:clr>
            <a:srgbClr val="A4A3A4"/>
          </p15:clr>
        </p15:guide>
        <p15:guide id="6" pos="2966" userDrawn="1">
          <p15:clr>
            <a:srgbClr val="A4A3A4"/>
          </p15:clr>
        </p15:guide>
        <p15:guide id="7" pos="4714" userDrawn="1">
          <p15:clr>
            <a:srgbClr val="A4A3A4"/>
          </p15:clr>
        </p15:guide>
        <p15:guide id="9" pos="1720" userDrawn="1">
          <p15:clr>
            <a:srgbClr val="A4A3A4"/>
          </p15:clr>
        </p15:guide>
        <p15:guide id="10" pos="5960" userDrawn="1">
          <p15:clr>
            <a:srgbClr val="A4A3A4"/>
          </p15:clr>
        </p15:guide>
        <p15:guide id="11" pos="6210" userDrawn="1">
          <p15:clr>
            <a:srgbClr val="A4A3A4"/>
          </p15:clr>
        </p15:guide>
        <p15:guide id="12" pos="1470" userDrawn="1">
          <p15:clr>
            <a:srgbClr val="A4A3A4"/>
          </p15:clr>
        </p15:guide>
        <p15:guide id="13" orient="horz" pos="3725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jpe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75A66-8B51-2ADB-C178-88C7F1334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FondMac_clean.jpg" descr="FondMac_clean.jpg">
            <a:extLst>
              <a:ext uri="{FF2B5EF4-FFF2-40B4-BE49-F238E27FC236}">
                <a16:creationId xmlns:a16="http://schemas.microsoft.com/office/drawing/2014/main" id="{C0F1625E-C139-640E-1BC5-3C583F5A8F2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325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Rectangle aux angles arrondis">
            <a:extLst>
              <a:ext uri="{FF2B5EF4-FFF2-40B4-BE49-F238E27FC236}">
                <a16:creationId xmlns:a16="http://schemas.microsoft.com/office/drawing/2014/main" id="{F5E37B20-AFA4-DEA4-46CE-B19595D45282}"/>
              </a:ext>
            </a:extLst>
          </p:cNvPr>
          <p:cNvSpPr>
            <a:spLocks/>
          </p:cNvSpPr>
          <p:nvPr/>
        </p:nvSpPr>
        <p:spPr>
          <a:xfrm>
            <a:off x="132925" y="2186616"/>
            <a:ext cx="1669950" cy="2210944"/>
          </a:xfrm>
          <a:prstGeom prst="roundRect">
            <a:avLst>
              <a:gd name="adj" fmla="val 13157"/>
            </a:avLst>
          </a:prstGeom>
          <a:gradFill flip="none" rotWithShape="1">
            <a:gsLst>
              <a:gs pos="0">
                <a:srgbClr val="1D4A96"/>
              </a:gs>
              <a:gs pos="100000">
                <a:srgbClr val="2860AC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pPr algn="ctr" defTabSz="412750">
              <a:defRPr sz="3200">
                <a:solidFill>
                  <a:srgbClr val="2860AC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lang="fr-FR" sz="1100" dirty="0">
                <a:solidFill>
                  <a:schemeClr val="bg1"/>
                </a:solidFill>
              </a:rPr>
              <a:t>SCOLARITE</a:t>
            </a:r>
            <a:endParaRPr sz="1100" dirty="0">
              <a:solidFill>
                <a:schemeClr val="bg1"/>
              </a:solidFill>
            </a:endParaRPr>
          </a:p>
        </p:txBody>
      </p:sp>
      <p:sp>
        <p:nvSpPr>
          <p:cNvPr id="22" name="Rectangle aux angles arrondis">
            <a:extLst>
              <a:ext uri="{FF2B5EF4-FFF2-40B4-BE49-F238E27FC236}">
                <a16:creationId xmlns:a16="http://schemas.microsoft.com/office/drawing/2014/main" id="{7D8139F3-1001-5F1F-7DC8-73343CF81EFF}"/>
              </a:ext>
            </a:extLst>
          </p:cNvPr>
          <p:cNvSpPr>
            <a:spLocks/>
          </p:cNvSpPr>
          <p:nvPr/>
        </p:nvSpPr>
        <p:spPr>
          <a:xfrm>
            <a:off x="218603" y="1465587"/>
            <a:ext cx="1505936" cy="306763"/>
          </a:xfrm>
          <a:prstGeom prst="roundRect">
            <a:avLst>
              <a:gd name="adj" fmla="val 35178"/>
            </a:avLst>
          </a:prstGeom>
          <a:gradFill flip="none" rotWithShape="1">
            <a:gsLst>
              <a:gs pos="0">
                <a:srgbClr val="1D4A96"/>
              </a:gs>
              <a:gs pos="100000">
                <a:srgbClr val="2860AC"/>
              </a:gs>
            </a:gsLst>
            <a:lin ang="5400000" scaled="0"/>
          </a:gradFill>
          <a:ln w="12700" cap="flat">
            <a:solidFill>
              <a:schemeClr val="tx2">
                <a:lumMod val="60000"/>
                <a:lumOff val="40000"/>
              </a:schemeClr>
            </a:solidFill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pPr algn="ctr" defTabSz="412750">
              <a:defRPr sz="3200">
                <a:solidFill>
                  <a:srgbClr val="2860AC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lang="fr-FR" sz="1050" b="1">
                <a:solidFill>
                  <a:schemeClr val="bg1"/>
                </a:solidFill>
                <a:latin typeface="+mj-lt"/>
              </a:rPr>
              <a:t>LUNDI</a:t>
            </a:r>
          </a:p>
          <a:p>
            <a:pPr algn="ctr" defTabSz="412750">
              <a:defRPr sz="3200">
                <a:solidFill>
                  <a:srgbClr val="2860AC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lang="fr-FR" sz="1050" b="1">
                <a:solidFill>
                  <a:schemeClr val="bg1"/>
                </a:solidFill>
                <a:latin typeface="+mj-lt"/>
              </a:rPr>
              <a:t>20/07</a:t>
            </a:r>
            <a:endParaRPr sz="105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4" name="Rectangle aux angles arrondis">
            <a:extLst>
              <a:ext uri="{FF2B5EF4-FFF2-40B4-BE49-F238E27FC236}">
                <a16:creationId xmlns:a16="http://schemas.microsoft.com/office/drawing/2014/main" id="{DE8EAC28-4228-4BEE-407B-76ED49A9C0BF}"/>
              </a:ext>
            </a:extLst>
          </p:cNvPr>
          <p:cNvSpPr>
            <a:spLocks/>
          </p:cNvSpPr>
          <p:nvPr/>
        </p:nvSpPr>
        <p:spPr>
          <a:xfrm>
            <a:off x="1839488" y="2204302"/>
            <a:ext cx="1669950" cy="2210944"/>
          </a:xfrm>
          <a:prstGeom prst="roundRect">
            <a:avLst>
              <a:gd name="adj" fmla="val 13157"/>
            </a:avLst>
          </a:prstGeom>
          <a:gradFill flip="none" rotWithShape="1">
            <a:gsLst>
              <a:gs pos="0">
                <a:srgbClr val="1D4A96"/>
              </a:gs>
              <a:gs pos="100000">
                <a:srgbClr val="2860AC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pPr algn="ctr" defTabSz="412750">
              <a:defRPr sz="3200">
                <a:solidFill>
                  <a:srgbClr val="2860AC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100"/>
          </a:p>
        </p:txBody>
      </p:sp>
      <p:sp>
        <p:nvSpPr>
          <p:cNvPr id="26" name="Rectangle aux angles arrondis">
            <a:extLst>
              <a:ext uri="{FF2B5EF4-FFF2-40B4-BE49-F238E27FC236}">
                <a16:creationId xmlns:a16="http://schemas.microsoft.com/office/drawing/2014/main" id="{A5DF90BF-AC23-8775-E294-30F3F2D6EBBD}"/>
              </a:ext>
            </a:extLst>
          </p:cNvPr>
          <p:cNvSpPr>
            <a:spLocks/>
          </p:cNvSpPr>
          <p:nvPr/>
        </p:nvSpPr>
        <p:spPr>
          <a:xfrm>
            <a:off x="3541097" y="2204302"/>
            <a:ext cx="1669950" cy="2210944"/>
          </a:xfrm>
          <a:prstGeom prst="roundRect">
            <a:avLst>
              <a:gd name="adj" fmla="val 13157"/>
            </a:avLst>
          </a:prstGeom>
          <a:gradFill flip="none" rotWithShape="1">
            <a:gsLst>
              <a:gs pos="0">
                <a:srgbClr val="1D4A96"/>
              </a:gs>
              <a:gs pos="100000">
                <a:srgbClr val="2860AC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pPr algn="ctr" defTabSz="412750">
              <a:defRPr sz="3200">
                <a:solidFill>
                  <a:srgbClr val="2860AC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100"/>
          </a:p>
        </p:txBody>
      </p:sp>
      <p:sp>
        <p:nvSpPr>
          <p:cNvPr id="28" name="Rectangle aux angles arrondis">
            <a:extLst>
              <a:ext uri="{FF2B5EF4-FFF2-40B4-BE49-F238E27FC236}">
                <a16:creationId xmlns:a16="http://schemas.microsoft.com/office/drawing/2014/main" id="{022ABB8B-0909-D5C2-0C56-34DBA38EC541}"/>
              </a:ext>
            </a:extLst>
          </p:cNvPr>
          <p:cNvSpPr>
            <a:spLocks/>
          </p:cNvSpPr>
          <p:nvPr/>
        </p:nvSpPr>
        <p:spPr>
          <a:xfrm>
            <a:off x="5242706" y="2204302"/>
            <a:ext cx="1669950" cy="2210944"/>
          </a:xfrm>
          <a:prstGeom prst="roundRect">
            <a:avLst>
              <a:gd name="adj" fmla="val 13157"/>
            </a:avLst>
          </a:prstGeom>
          <a:gradFill flip="none" rotWithShape="1">
            <a:gsLst>
              <a:gs pos="0">
                <a:srgbClr val="1D4A96"/>
              </a:gs>
              <a:gs pos="100000">
                <a:srgbClr val="2860AC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pPr algn="ctr" defTabSz="412750">
              <a:defRPr sz="3200">
                <a:solidFill>
                  <a:srgbClr val="2860AC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100"/>
          </a:p>
        </p:txBody>
      </p:sp>
      <p:sp>
        <p:nvSpPr>
          <p:cNvPr id="30" name="Rectangle aux angles arrondis">
            <a:extLst>
              <a:ext uri="{FF2B5EF4-FFF2-40B4-BE49-F238E27FC236}">
                <a16:creationId xmlns:a16="http://schemas.microsoft.com/office/drawing/2014/main" id="{09BFFD5D-79EA-EF4F-308C-622B975AC297}"/>
              </a:ext>
            </a:extLst>
          </p:cNvPr>
          <p:cNvSpPr>
            <a:spLocks/>
          </p:cNvSpPr>
          <p:nvPr/>
        </p:nvSpPr>
        <p:spPr>
          <a:xfrm>
            <a:off x="6944315" y="2204302"/>
            <a:ext cx="1669950" cy="2210944"/>
          </a:xfrm>
          <a:prstGeom prst="roundRect">
            <a:avLst>
              <a:gd name="adj" fmla="val 13157"/>
            </a:avLst>
          </a:prstGeom>
          <a:gradFill flip="none" rotWithShape="1">
            <a:gsLst>
              <a:gs pos="0">
                <a:srgbClr val="1D4A96"/>
              </a:gs>
              <a:gs pos="100000">
                <a:srgbClr val="2860AC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pPr algn="ctr" defTabSz="412750">
              <a:defRPr sz="3200">
                <a:solidFill>
                  <a:srgbClr val="2860AC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100"/>
          </a:p>
        </p:txBody>
      </p:sp>
      <p:sp>
        <p:nvSpPr>
          <p:cNvPr id="32" name="Rectangle aux angles arrondis">
            <a:extLst>
              <a:ext uri="{FF2B5EF4-FFF2-40B4-BE49-F238E27FC236}">
                <a16:creationId xmlns:a16="http://schemas.microsoft.com/office/drawing/2014/main" id="{91DDDA74-B9AF-46A0-E638-2E59F1BC6344}"/>
              </a:ext>
            </a:extLst>
          </p:cNvPr>
          <p:cNvSpPr>
            <a:spLocks/>
          </p:cNvSpPr>
          <p:nvPr/>
        </p:nvSpPr>
        <p:spPr>
          <a:xfrm>
            <a:off x="8645924" y="2204302"/>
            <a:ext cx="1669950" cy="2210944"/>
          </a:xfrm>
          <a:prstGeom prst="roundRect">
            <a:avLst>
              <a:gd name="adj" fmla="val 13157"/>
            </a:avLst>
          </a:prstGeom>
          <a:gradFill flip="none" rotWithShape="1">
            <a:gsLst>
              <a:gs pos="0">
                <a:srgbClr val="1D4A96"/>
              </a:gs>
              <a:gs pos="100000">
                <a:srgbClr val="2860AC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pPr algn="ctr" defTabSz="412750">
              <a:defRPr sz="3200">
                <a:solidFill>
                  <a:srgbClr val="2860AC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100"/>
          </a:p>
        </p:txBody>
      </p:sp>
      <p:sp>
        <p:nvSpPr>
          <p:cNvPr id="34" name="Rectangle aux angles arrondis">
            <a:extLst>
              <a:ext uri="{FF2B5EF4-FFF2-40B4-BE49-F238E27FC236}">
                <a16:creationId xmlns:a16="http://schemas.microsoft.com/office/drawing/2014/main" id="{2454D1D1-1995-D695-6D67-E9EEEF4F2665}"/>
              </a:ext>
            </a:extLst>
          </p:cNvPr>
          <p:cNvSpPr>
            <a:spLocks/>
          </p:cNvSpPr>
          <p:nvPr/>
        </p:nvSpPr>
        <p:spPr>
          <a:xfrm>
            <a:off x="10347533" y="2204302"/>
            <a:ext cx="1669950" cy="2210944"/>
          </a:xfrm>
          <a:prstGeom prst="roundRect">
            <a:avLst>
              <a:gd name="adj" fmla="val 13157"/>
            </a:avLst>
          </a:prstGeom>
          <a:gradFill flip="none" rotWithShape="1">
            <a:gsLst>
              <a:gs pos="0">
                <a:srgbClr val="1D4A96"/>
              </a:gs>
              <a:gs pos="100000">
                <a:srgbClr val="2860AC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pPr algn="ctr" defTabSz="412750">
              <a:defRPr sz="3200">
                <a:solidFill>
                  <a:srgbClr val="2860AC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lang="fr-FR" sz="1100" dirty="0">
                <a:solidFill>
                  <a:schemeClr val="bg1"/>
                </a:solidFill>
              </a:rPr>
              <a:t>REPOS</a:t>
            </a:r>
            <a:endParaRPr sz="1100" dirty="0">
              <a:solidFill>
                <a:schemeClr val="bg1"/>
              </a:solidFill>
            </a:endParaRPr>
          </a:p>
        </p:txBody>
      </p:sp>
      <p:sp>
        <p:nvSpPr>
          <p:cNvPr id="36" name="Rectangle aux angles arrondis">
            <a:extLst>
              <a:ext uri="{FF2B5EF4-FFF2-40B4-BE49-F238E27FC236}">
                <a16:creationId xmlns:a16="http://schemas.microsoft.com/office/drawing/2014/main" id="{A5033579-7BD6-9DE0-D04C-CAF6EE7A9C06}"/>
              </a:ext>
            </a:extLst>
          </p:cNvPr>
          <p:cNvSpPr>
            <a:spLocks/>
          </p:cNvSpPr>
          <p:nvPr/>
        </p:nvSpPr>
        <p:spPr>
          <a:xfrm>
            <a:off x="1923920" y="1465587"/>
            <a:ext cx="1505936" cy="306763"/>
          </a:xfrm>
          <a:prstGeom prst="roundRect">
            <a:avLst>
              <a:gd name="adj" fmla="val 35178"/>
            </a:avLst>
          </a:prstGeom>
          <a:gradFill flip="none" rotWithShape="1">
            <a:gsLst>
              <a:gs pos="0">
                <a:srgbClr val="1D4A96"/>
              </a:gs>
              <a:gs pos="100000">
                <a:srgbClr val="2860AC"/>
              </a:gs>
            </a:gsLst>
            <a:lin ang="5400000" scaled="0"/>
          </a:gradFill>
          <a:ln w="12700" cap="flat">
            <a:solidFill>
              <a:schemeClr val="tx2">
                <a:lumMod val="60000"/>
                <a:lumOff val="40000"/>
              </a:schemeClr>
            </a:solidFill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pPr algn="ctr" defTabSz="412750">
              <a:defRPr sz="3200">
                <a:solidFill>
                  <a:srgbClr val="2860AC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lang="fr-FR" sz="1050" b="1">
                <a:solidFill>
                  <a:schemeClr val="bg1"/>
                </a:solidFill>
                <a:latin typeface="+mj-lt"/>
              </a:rPr>
              <a:t>MARDI</a:t>
            </a:r>
          </a:p>
          <a:p>
            <a:pPr algn="ctr" defTabSz="412750">
              <a:defRPr sz="3200">
                <a:solidFill>
                  <a:srgbClr val="2860AC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lang="fr-FR" sz="1050" b="1">
                <a:solidFill>
                  <a:schemeClr val="bg1"/>
                </a:solidFill>
                <a:latin typeface="+mj-lt"/>
              </a:rPr>
              <a:t>21/07</a:t>
            </a:r>
            <a:endParaRPr sz="105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38" name="Rectangle aux angles arrondis">
            <a:extLst>
              <a:ext uri="{FF2B5EF4-FFF2-40B4-BE49-F238E27FC236}">
                <a16:creationId xmlns:a16="http://schemas.microsoft.com/office/drawing/2014/main" id="{CE9D90D7-6B7D-1319-49AF-6F5903B306A5}"/>
              </a:ext>
            </a:extLst>
          </p:cNvPr>
          <p:cNvSpPr>
            <a:spLocks/>
          </p:cNvSpPr>
          <p:nvPr/>
        </p:nvSpPr>
        <p:spPr>
          <a:xfrm>
            <a:off x="3629237" y="1465587"/>
            <a:ext cx="1505936" cy="306763"/>
          </a:xfrm>
          <a:prstGeom prst="roundRect">
            <a:avLst>
              <a:gd name="adj" fmla="val 35178"/>
            </a:avLst>
          </a:prstGeom>
          <a:gradFill flip="none" rotWithShape="1">
            <a:gsLst>
              <a:gs pos="0">
                <a:srgbClr val="1D4A96"/>
              </a:gs>
              <a:gs pos="100000">
                <a:srgbClr val="2860AC"/>
              </a:gs>
            </a:gsLst>
            <a:lin ang="5400000" scaled="0"/>
          </a:gradFill>
          <a:ln w="12700" cap="flat">
            <a:solidFill>
              <a:schemeClr val="tx2">
                <a:lumMod val="60000"/>
                <a:lumOff val="40000"/>
              </a:schemeClr>
            </a:solidFill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pPr algn="ctr" defTabSz="412750">
              <a:defRPr sz="3200">
                <a:solidFill>
                  <a:srgbClr val="2860AC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lang="fr-FR" sz="1050" b="1">
                <a:solidFill>
                  <a:schemeClr val="bg1"/>
                </a:solidFill>
                <a:latin typeface="+mj-lt"/>
              </a:rPr>
              <a:t>MERCREDI</a:t>
            </a:r>
          </a:p>
          <a:p>
            <a:pPr algn="ctr" defTabSz="412750">
              <a:defRPr sz="3200">
                <a:solidFill>
                  <a:srgbClr val="2860AC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lang="fr-FR" sz="1050" b="1">
                <a:solidFill>
                  <a:schemeClr val="bg1"/>
                </a:solidFill>
                <a:latin typeface="+mj-lt"/>
              </a:rPr>
              <a:t>22/07</a:t>
            </a:r>
            <a:endParaRPr sz="105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40" name="Rectangle aux angles arrondis">
            <a:extLst>
              <a:ext uri="{FF2B5EF4-FFF2-40B4-BE49-F238E27FC236}">
                <a16:creationId xmlns:a16="http://schemas.microsoft.com/office/drawing/2014/main" id="{035E57E3-9BB2-33B1-37ED-8F9B54828264}"/>
              </a:ext>
            </a:extLst>
          </p:cNvPr>
          <p:cNvSpPr>
            <a:spLocks/>
          </p:cNvSpPr>
          <p:nvPr/>
        </p:nvSpPr>
        <p:spPr>
          <a:xfrm>
            <a:off x="5323430" y="1465587"/>
            <a:ext cx="1505936" cy="306763"/>
          </a:xfrm>
          <a:prstGeom prst="roundRect">
            <a:avLst>
              <a:gd name="adj" fmla="val 35178"/>
            </a:avLst>
          </a:prstGeom>
          <a:gradFill flip="none" rotWithShape="1">
            <a:gsLst>
              <a:gs pos="0">
                <a:srgbClr val="1D4A96"/>
              </a:gs>
              <a:gs pos="100000">
                <a:srgbClr val="2860AC"/>
              </a:gs>
            </a:gsLst>
            <a:lin ang="5400000" scaled="0"/>
          </a:gradFill>
          <a:ln w="12700" cap="flat">
            <a:solidFill>
              <a:schemeClr val="tx2">
                <a:lumMod val="60000"/>
                <a:lumOff val="40000"/>
              </a:schemeClr>
            </a:solidFill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pPr algn="ctr" defTabSz="412750">
              <a:defRPr sz="3200">
                <a:solidFill>
                  <a:srgbClr val="2860AC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lang="fr-FR" sz="1050" b="1">
                <a:solidFill>
                  <a:schemeClr val="bg1"/>
                </a:solidFill>
                <a:latin typeface="+mj-lt"/>
              </a:rPr>
              <a:t>JEUDI</a:t>
            </a:r>
          </a:p>
          <a:p>
            <a:pPr algn="ctr" defTabSz="412750">
              <a:defRPr sz="3200">
                <a:solidFill>
                  <a:srgbClr val="2860AC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lang="fr-FR" sz="1050" b="1">
                <a:solidFill>
                  <a:schemeClr val="bg1"/>
                </a:solidFill>
                <a:latin typeface="+mj-lt"/>
              </a:rPr>
              <a:t>23/07</a:t>
            </a:r>
            <a:endParaRPr sz="105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42" name="Rectangle aux angles arrondis">
            <a:extLst>
              <a:ext uri="{FF2B5EF4-FFF2-40B4-BE49-F238E27FC236}">
                <a16:creationId xmlns:a16="http://schemas.microsoft.com/office/drawing/2014/main" id="{7122303C-4E5A-405F-079E-587132258943}"/>
              </a:ext>
            </a:extLst>
          </p:cNvPr>
          <p:cNvSpPr>
            <a:spLocks/>
          </p:cNvSpPr>
          <p:nvPr/>
        </p:nvSpPr>
        <p:spPr>
          <a:xfrm>
            <a:off x="7025039" y="1465587"/>
            <a:ext cx="1505936" cy="306763"/>
          </a:xfrm>
          <a:prstGeom prst="roundRect">
            <a:avLst>
              <a:gd name="adj" fmla="val 35178"/>
            </a:avLst>
          </a:prstGeom>
          <a:gradFill flip="none" rotWithShape="1">
            <a:gsLst>
              <a:gs pos="0">
                <a:srgbClr val="1D4A96"/>
              </a:gs>
              <a:gs pos="100000">
                <a:srgbClr val="2860AC"/>
              </a:gs>
            </a:gsLst>
            <a:lin ang="5400000" scaled="0"/>
          </a:gradFill>
          <a:ln w="12700" cap="flat">
            <a:solidFill>
              <a:schemeClr val="tx2">
                <a:lumMod val="60000"/>
                <a:lumOff val="40000"/>
              </a:schemeClr>
            </a:solidFill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pPr algn="ctr" defTabSz="412750">
              <a:defRPr sz="3200">
                <a:solidFill>
                  <a:srgbClr val="2860AC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lang="fr-FR" sz="1050" b="1">
                <a:solidFill>
                  <a:schemeClr val="bg1"/>
                </a:solidFill>
                <a:latin typeface="+mj-lt"/>
              </a:rPr>
              <a:t>VENDREDI</a:t>
            </a:r>
          </a:p>
          <a:p>
            <a:pPr algn="ctr" defTabSz="412750">
              <a:defRPr sz="3200">
                <a:solidFill>
                  <a:srgbClr val="2860AC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lang="fr-FR" sz="1050" b="1">
                <a:solidFill>
                  <a:schemeClr val="bg1"/>
                </a:solidFill>
                <a:latin typeface="+mj-lt"/>
              </a:rPr>
              <a:t>24/07</a:t>
            </a:r>
            <a:endParaRPr sz="105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44" name="Rectangle aux angles arrondis">
            <a:extLst>
              <a:ext uri="{FF2B5EF4-FFF2-40B4-BE49-F238E27FC236}">
                <a16:creationId xmlns:a16="http://schemas.microsoft.com/office/drawing/2014/main" id="{E99DEB10-7A17-DBC7-6B75-D88251B93E84}"/>
              </a:ext>
            </a:extLst>
          </p:cNvPr>
          <p:cNvSpPr>
            <a:spLocks/>
          </p:cNvSpPr>
          <p:nvPr/>
        </p:nvSpPr>
        <p:spPr>
          <a:xfrm>
            <a:off x="8726648" y="1446710"/>
            <a:ext cx="1505936" cy="306763"/>
          </a:xfrm>
          <a:prstGeom prst="roundRect">
            <a:avLst>
              <a:gd name="adj" fmla="val 35178"/>
            </a:avLst>
          </a:prstGeom>
          <a:gradFill flip="none" rotWithShape="1">
            <a:gsLst>
              <a:gs pos="0">
                <a:srgbClr val="1D4A96"/>
              </a:gs>
              <a:gs pos="100000">
                <a:srgbClr val="2860AC"/>
              </a:gs>
            </a:gsLst>
            <a:lin ang="5400000" scaled="0"/>
          </a:gradFill>
          <a:ln w="12700" cap="flat">
            <a:solidFill>
              <a:schemeClr val="tx2">
                <a:lumMod val="60000"/>
                <a:lumOff val="40000"/>
              </a:schemeClr>
            </a:solidFill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pPr algn="ctr" defTabSz="412750">
              <a:defRPr sz="3200">
                <a:solidFill>
                  <a:srgbClr val="2860AC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lang="fr-FR" sz="1050" b="1">
                <a:solidFill>
                  <a:schemeClr val="bg1"/>
                </a:solidFill>
                <a:latin typeface="+mj-lt"/>
              </a:rPr>
              <a:t>SAMEDI</a:t>
            </a:r>
          </a:p>
          <a:p>
            <a:pPr algn="ctr" defTabSz="412750">
              <a:defRPr sz="3200">
                <a:solidFill>
                  <a:srgbClr val="2860AC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lang="fr-FR" sz="1050" b="1">
                <a:solidFill>
                  <a:schemeClr val="bg1"/>
                </a:solidFill>
                <a:latin typeface="+mj-lt"/>
              </a:rPr>
              <a:t>25/07</a:t>
            </a:r>
            <a:endParaRPr sz="105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46" name="Rectangle aux angles arrondis">
            <a:extLst>
              <a:ext uri="{FF2B5EF4-FFF2-40B4-BE49-F238E27FC236}">
                <a16:creationId xmlns:a16="http://schemas.microsoft.com/office/drawing/2014/main" id="{AE33206A-F7E2-AEC7-AA2D-6B06FC52BBE2}"/>
              </a:ext>
            </a:extLst>
          </p:cNvPr>
          <p:cNvSpPr>
            <a:spLocks/>
          </p:cNvSpPr>
          <p:nvPr/>
        </p:nvSpPr>
        <p:spPr>
          <a:xfrm>
            <a:off x="10428257" y="1455187"/>
            <a:ext cx="1505936" cy="306763"/>
          </a:xfrm>
          <a:prstGeom prst="roundRect">
            <a:avLst>
              <a:gd name="adj" fmla="val 35178"/>
            </a:avLst>
          </a:prstGeom>
          <a:gradFill flip="none" rotWithShape="1">
            <a:gsLst>
              <a:gs pos="0">
                <a:srgbClr val="1D4A96"/>
              </a:gs>
              <a:gs pos="100000">
                <a:srgbClr val="2860AC"/>
              </a:gs>
            </a:gsLst>
            <a:lin ang="5400000" scaled="0"/>
          </a:gradFill>
          <a:ln w="12700" cap="flat">
            <a:solidFill>
              <a:schemeClr val="tx2">
                <a:lumMod val="60000"/>
                <a:lumOff val="40000"/>
              </a:schemeClr>
            </a:solidFill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pPr algn="ctr" defTabSz="412750">
              <a:defRPr sz="3200">
                <a:solidFill>
                  <a:srgbClr val="2860AC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lang="fr-FR" sz="1050" b="1">
                <a:solidFill>
                  <a:schemeClr val="bg1"/>
                </a:solidFill>
                <a:latin typeface="+mj-lt"/>
              </a:rPr>
              <a:t>DIMANCHE</a:t>
            </a:r>
          </a:p>
          <a:p>
            <a:pPr algn="ctr" defTabSz="412750">
              <a:defRPr sz="3200">
                <a:solidFill>
                  <a:srgbClr val="2860AC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lang="fr-FR" sz="1050" b="1">
                <a:solidFill>
                  <a:schemeClr val="bg1"/>
                </a:solidFill>
                <a:latin typeface="+mj-lt"/>
              </a:rPr>
              <a:t>26/07</a:t>
            </a:r>
            <a:endParaRPr sz="105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aux angles arrondis">
            <a:extLst>
              <a:ext uri="{FF2B5EF4-FFF2-40B4-BE49-F238E27FC236}">
                <a16:creationId xmlns:a16="http://schemas.microsoft.com/office/drawing/2014/main" id="{1DEB13FE-1747-D373-FD4A-7D5125EF2A37}"/>
              </a:ext>
            </a:extLst>
          </p:cNvPr>
          <p:cNvSpPr>
            <a:spLocks/>
          </p:cNvSpPr>
          <p:nvPr/>
        </p:nvSpPr>
        <p:spPr>
          <a:xfrm>
            <a:off x="4326" y="36179"/>
            <a:ext cx="12146528" cy="306763"/>
          </a:xfrm>
          <a:prstGeom prst="roundRect">
            <a:avLst>
              <a:gd name="adj" fmla="val 35178"/>
            </a:avLst>
          </a:prstGeom>
          <a:gradFill flip="none" rotWithShape="1">
            <a:gsLst>
              <a:gs pos="0">
                <a:srgbClr val="1D4A96"/>
              </a:gs>
              <a:gs pos="100000">
                <a:srgbClr val="2860AC"/>
              </a:gs>
            </a:gsLst>
            <a:lin ang="5400000" scaled="0"/>
          </a:gradFill>
          <a:ln w="12700" cap="flat">
            <a:solidFill>
              <a:schemeClr val="tx2">
                <a:lumMod val="60000"/>
                <a:lumOff val="40000"/>
              </a:schemeClr>
            </a:solidFill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pPr algn="ctr" defTabSz="412750">
              <a:defRPr sz="3200">
                <a:solidFill>
                  <a:srgbClr val="2860AC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lang="fr-FR" sz="2400" b="1" dirty="0">
                <a:solidFill>
                  <a:schemeClr val="bg1"/>
                </a:solidFill>
                <a:latin typeface="+mj-lt"/>
              </a:rPr>
              <a:t>Programmation Individuelle – S</a:t>
            </a:r>
            <a:endParaRPr sz="2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1" name="Rectangle aux angles arrondis">
            <a:extLst>
              <a:ext uri="{FF2B5EF4-FFF2-40B4-BE49-F238E27FC236}">
                <a16:creationId xmlns:a16="http://schemas.microsoft.com/office/drawing/2014/main" id="{953F4372-715E-21C1-2FC1-BC852D277185}"/>
              </a:ext>
            </a:extLst>
          </p:cNvPr>
          <p:cNvSpPr>
            <a:spLocks/>
          </p:cNvSpPr>
          <p:nvPr/>
        </p:nvSpPr>
        <p:spPr>
          <a:xfrm>
            <a:off x="4325" y="425856"/>
            <a:ext cx="1664971" cy="446292"/>
          </a:xfrm>
          <a:prstGeom prst="roundRect">
            <a:avLst>
              <a:gd name="adj" fmla="val 35178"/>
            </a:avLst>
          </a:prstGeom>
          <a:solidFill>
            <a:schemeClr val="tx1">
              <a:lumMod val="65000"/>
              <a:lumOff val="35000"/>
            </a:schemeClr>
          </a:solidFill>
          <a:ln w="12700" cap="flat">
            <a:solidFill>
              <a:schemeClr val="tx2">
                <a:lumMod val="60000"/>
                <a:lumOff val="40000"/>
              </a:schemeClr>
            </a:solidFill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pPr defTabSz="412750">
              <a:defRPr sz="3200">
                <a:solidFill>
                  <a:srgbClr val="2860AC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lang="fr-FR" sz="1050" b="1" dirty="0">
                <a:solidFill>
                  <a:schemeClr val="bg1"/>
                </a:solidFill>
                <a:latin typeface="+mj-lt"/>
              </a:rPr>
              <a:t>Thématique :</a:t>
            </a:r>
            <a:endParaRPr sz="1050" b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75" name="U19 LOGO.png" descr="U19 LOGO.png">
            <a:extLst>
              <a:ext uri="{FF2B5EF4-FFF2-40B4-BE49-F238E27FC236}">
                <a16:creationId xmlns:a16="http://schemas.microsoft.com/office/drawing/2014/main" id="{92CA5E9C-EFC2-13D8-9645-A2075942CF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70" r="1269"/>
          <a:stretch>
            <a:fillRect/>
          </a:stretch>
        </p:blipFill>
        <p:spPr>
          <a:xfrm>
            <a:off x="11825163" y="72755"/>
            <a:ext cx="276160" cy="26557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Image 23" descr="Image 23">
            <a:extLst>
              <a:ext uri="{FF2B5EF4-FFF2-40B4-BE49-F238E27FC236}">
                <a16:creationId xmlns:a16="http://schemas.microsoft.com/office/drawing/2014/main" id="{592582AC-CB42-E370-E2CD-8DCB1D9C2E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68" y="71427"/>
            <a:ext cx="241080" cy="243432"/>
          </a:xfrm>
          <a:prstGeom prst="rect">
            <a:avLst/>
          </a:prstGeom>
          <a:ln w="12700">
            <a:miter lim="400000"/>
          </a:ln>
        </p:spPr>
      </p:pic>
      <p:sp>
        <p:nvSpPr>
          <p:cNvPr id="56" name="Rectangle aux angles arrondis">
            <a:extLst>
              <a:ext uri="{FF2B5EF4-FFF2-40B4-BE49-F238E27FC236}">
                <a16:creationId xmlns:a16="http://schemas.microsoft.com/office/drawing/2014/main" id="{89A617B9-27AC-6E10-33C8-3332BA8980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2925" y="4513465"/>
            <a:ext cx="1669950" cy="2210944"/>
          </a:xfrm>
          <a:prstGeom prst="roundRect">
            <a:avLst>
              <a:gd name="adj" fmla="val 13157"/>
            </a:avLst>
          </a:prstGeom>
          <a:gradFill flip="none" rotWithShape="1">
            <a:gsLst>
              <a:gs pos="0">
                <a:srgbClr val="1D4A96"/>
              </a:gs>
              <a:gs pos="100000">
                <a:srgbClr val="2860AC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pPr algn="ctr" defTabSz="412750">
              <a:defRPr sz="3200">
                <a:solidFill>
                  <a:srgbClr val="2860AC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lang="fr-FR" sz="1100" dirty="0">
                <a:solidFill>
                  <a:schemeClr val="bg1"/>
                </a:solidFill>
              </a:rPr>
              <a:t>SCOLARITE</a:t>
            </a:r>
          </a:p>
        </p:txBody>
      </p:sp>
      <p:sp>
        <p:nvSpPr>
          <p:cNvPr id="58" name="Rectangle aux angles arrondis">
            <a:extLst>
              <a:ext uri="{FF2B5EF4-FFF2-40B4-BE49-F238E27FC236}">
                <a16:creationId xmlns:a16="http://schemas.microsoft.com/office/drawing/2014/main" id="{777E19F1-79EC-A4C1-8276-052FC92641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39488" y="4531151"/>
            <a:ext cx="1669950" cy="2210944"/>
          </a:xfrm>
          <a:prstGeom prst="roundRect">
            <a:avLst>
              <a:gd name="adj" fmla="val 13157"/>
            </a:avLst>
          </a:prstGeom>
          <a:gradFill flip="none" rotWithShape="1">
            <a:gsLst>
              <a:gs pos="0">
                <a:srgbClr val="1D4A96"/>
              </a:gs>
              <a:gs pos="100000">
                <a:srgbClr val="2860AC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pPr algn="ctr" defTabSz="412750">
              <a:defRPr sz="3200">
                <a:solidFill>
                  <a:srgbClr val="2860AC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lang="fr-FR" sz="1100" dirty="0">
                <a:solidFill>
                  <a:schemeClr val="bg1"/>
                </a:solidFill>
              </a:rPr>
              <a:t>SCOLARITE</a:t>
            </a:r>
          </a:p>
        </p:txBody>
      </p:sp>
      <p:sp>
        <p:nvSpPr>
          <p:cNvPr id="60" name="Rectangle aux angles arrondis">
            <a:extLst>
              <a:ext uri="{FF2B5EF4-FFF2-40B4-BE49-F238E27FC236}">
                <a16:creationId xmlns:a16="http://schemas.microsoft.com/office/drawing/2014/main" id="{649E05B7-8B27-05EB-FF72-6D9E00D4C9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41097" y="4531151"/>
            <a:ext cx="1669950" cy="2210944"/>
          </a:xfrm>
          <a:prstGeom prst="roundRect">
            <a:avLst>
              <a:gd name="adj" fmla="val 13157"/>
            </a:avLst>
          </a:prstGeom>
          <a:gradFill flip="none" rotWithShape="1">
            <a:gsLst>
              <a:gs pos="0">
                <a:srgbClr val="1D4A96"/>
              </a:gs>
              <a:gs pos="100000">
                <a:srgbClr val="2860AC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pPr algn="ctr" defTabSz="412750">
              <a:defRPr sz="3200">
                <a:solidFill>
                  <a:srgbClr val="2860AC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100"/>
          </a:p>
        </p:txBody>
      </p:sp>
      <p:sp>
        <p:nvSpPr>
          <p:cNvPr id="129" name="Rectangle aux angles arrondis">
            <a:extLst>
              <a:ext uri="{FF2B5EF4-FFF2-40B4-BE49-F238E27FC236}">
                <a16:creationId xmlns:a16="http://schemas.microsoft.com/office/drawing/2014/main" id="{12881EEF-10AE-6319-886D-05C1C74095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242706" y="4531151"/>
            <a:ext cx="1669950" cy="2210944"/>
          </a:xfrm>
          <a:prstGeom prst="roundRect">
            <a:avLst>
              <a:gd name="adj" fmla="val 13157"/>
            </a:avLst>
          </a:prstGeom>
          <a:gradFill flip="none" rotWithShape="1">
            <a:gsLst>
              <a:gs pos="0">
                <a:srgbClr val="1D4A96"/>
              </a:gs>
              <a:gs pos="100000">
                <a:srgbClr val="2860AC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pPr algn="ctr" defTabSz="412750">
              <a:defRPr sz="3200">
                <a:solidFill>
                  <a:srgbClr val="2860AC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lang="fr-FR" sz="1100" dirty="0">
                <a:solidFill>
                  <a:schemeClr val="bg1"/>
                </a:solidFill>
              </a:rPr>
              <a:t>SCOLARITE</a:t>
            </a:r>
            <a:endParaRPr sz="1100" dirty="0">
              <a:solidFill>
                <a:schemeClr val="bg1"/>
              </a:solidFill>
            </a:endParaRPr>
          </a:p>
        </p:txBody>
      </p:sp>
      <p:sp>
        <p:nvSpPr>
          <p:cNvPr id="133" name="Rectangle aux angles arrondis">
            <a:extLst>
              <a:ext uri="{FF2B5EF4-FFF2-40B4-BE49-F238E27FC236}">
                <a16:creationId xmlns:a16="http://schemas.microsoft.com/office/drawing/2014/main" id="{A137E592-D2F5-9C20-8486-826BA99F1A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44315" y="4531151"/>
            <a:ext cx="1669950" cy="2210944"/>
          </a:xfrm>
          <a:prstGeom prst="roundRect">
            <a:avLst>
              <a:gd name="adj" fmla="val 13157"/>
            </a:avLst>
          </a:prstGeom>
          <a:gradFill flip="none" rotWithShape="1">
            <a:gsLst>
              <a:gs pos="0">
                <a:srgbClr val="1D4A96"/>
              </a:gs>
              <a:gs pos="100000">
                <a:srgbClr val="2860AC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pPr algn="ctr" defTabSz="412750">
              <a:defRPr sz="3200">
                <a:solidFill>
                  <a:srgbClr val="2860AC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lang="fr-FR" sz="1100" dirty="0">
                <a:solidFill>
                  <a:schemeClr val="bg1"/>
                </a:solidFill>
              </a:rPr>
              <a:t>SCOLARITE</a:t>
            </a:r>
          </a:p>
        </p:txBody>
      </p:sp>
      <p:sp>
        <p:nvSpPr>
          <p:cNvPr id="135" name="Rectangle aux angles arrondis">
            <a:extLst>
              <a:ext uri="{FF2B5EF4-FFF2-40B4-BE49-F238E27FC236}">
                <a16:creationId xmlns:a16="http://schemas.microsoft.com/office/drawing/2014/main" id="{AD2F0494-4F6C-E230-B581-E3B56F96793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924" y="4531151"/>
            <a:ext cx="1669950" cy="2210944"/>
          </a:xfrm>
          <a:prstGeom prst="roundRect">
            <a:avLst>
              <a:gd name="adj" fmla="val 13157"/>
            </a:avLst>
          </a:prstGeom>
          <a:gradFill flip="none" rotWithShape="1">
            <a:gsLst>
              <a:gs pos="0">
                <a:srgbClr val="1D4A96"/>
              </a:gs>
              <a:gs pos="100000">
                <a:srgbClr val="2860AC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pPr algn="ctr" defTabSz="412750">
              <a:defRPr sz="3200">
                <a:solidFill>
                  <a:srgbClr val="2860AC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lang="fr-FR" sz="1100" dirty="0">
                <a:solidFill>
                  <a:schemeClr val="bg1"/>
                </a:solidFill>
              </a:rPr>
              <a:t>REPOS</a:t>
            </a:r>
          </a:p>
        </p:txBody>
      </p:sp>
      <p:sp>
        <p:nvSpPr>
          <p:cNvPr id="137" name="Rectangle aux angles arrondis">
            <a:extLst>
              <a:ext uri="{FF2B5EF4-FFF2-40B4-BE49-F238E27FC236}">
                <a16:creationId xmlns:a16="http://schemas.microsoft.com/office/drawing/2014/main" id="{3FA90C1E-0F41-DA93-1A46-57DD1724C6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47533" y="4531151"/>
            <a:ext cx="1669950" cy="2210944"/>
          </a:xfrm>
          <a:prstGeom prst="roundRect">
            <a:avLst>
              <a:gd name="adj" fmla="val 13157"/>
            </a:avLst>
          </a:prstGeom>
          <a:gradFill flip="none" rotWithShape="1">
            <a:gsLst>
              <a:gs pos="0">
                <a:srgbClr val="1D4A96"/>
              </a:gs>
              <a:gs pos="100000">
                <a:srgbClr val="2860AC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pPr algn="ctr" defTabSz="412750">
              <a:defRPr sz="3200">
                <a:solidFill>
                  <a:srgbClr val="2860AC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100"/>
          </a:p>
        </p:txBody>
      </p:sp>
      <p:sp>
        <p:nvSpPr>
          <p:cNvPr id="164" name="Rectangle aux angles arrondis">
            <a:extLst>
              <a:ext uri="{FF2B5EF4-FFF2-40B4-BE49-F238E27FC236}">
                <a16:creationId xmlns:a16="http://schemas.microsoft.com/office/drawing/2014/main" id="{A18D8115-1A55-A8DF-812B-B8BC7587DA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51693" y="4351183"/>
            <a:ext cx="1417603" cy="20866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D4A96"/>
              </a:gs>
              <a:gs pos="100000">
                <a:srgbClr val="2860AC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pPr algn="ctr" defTabSz="412750">
              <a:defRPr sz="3200">
                <a:solidFill>
                  <a:srgbClr val="2860AC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lang="fr-FR" sz="800">
                <a:solidFill>
                  <a:schemeClr val="bg1"/>
                </a:solidFill>
                <a:latin typeface="+mj-lt"/>
              </a:rPr>
              <a:t>REPAS</a:t>
            </a:r>
            <a:endParaRPr sz="8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67" name="Rectangle aux angles arrondis">
            <a:extLst>
              <a:ext uri="{FF2B5EF4-FFF2-40B4-BE49-F238E27FC236}">
                <a16:creationId xmlns:a16="http://schemas.microsoft.com/office/drawing/2014/main" id="{422D1248-E6D3-9388-465E-9B79F0E091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53302" y="4351183"/>
            <a:ext cx="1417603" cy="20866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D4A96"/>
              </a:gs>
              <a:gs pos="100000">
                <a:srgbClr val="2860AC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pPr algn="ctr" defTabSz="412750">
              <a:defRPr sz="3200">
                <a:solidFill>
                  <a:srgbClr val="2860AC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lang="fr-FR" sz="800">
                <a:solidFill>
                  <a:schemeClr val="bg1"/>
                </a:solidFill>
                <a:latin typeface="+mj-lt"/>
              </a:rPr>
              <a:t>REPAS</a:t>
            </a:r>
            <a:endParaRPr sz="8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70" name="Rectangle aux angles arrondis">
            <a:extLst>
              <a:ext uri="{FF2B5EF4-FFF2-40B4-BE49-F238E27FC236}">
                <a16:creationId xmlns:a16="http://schemas.microsoft.com/office/drawing/2014/main" id="{2D7DB0A4-2869-EE69-FC8F-1A1A8CD622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54911" y="4368869"/>
            <a:ext cx="1417603" cy="20866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D4A96"/>
              </a:gs>
              <a:gs pos="100000">
                <a:srgbClr val="2860AC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pPr algn="ctr" defTabSz="412750">
              <a:defRPr sz="3200">
                <a:solidFill>
                  <a:srgbClr val="2860AC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lang="fr-FR" sz="800">
                <a:solidFill>
                  <a:schemeClr val="bg1"/>
                </a:solidFill>
                <a:latin typeface="+mj-lt"/>
              </a:rPr>
              <a:t>REPAS</a:t>
            </a:r>
            <a:endParaRPr sz="8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74" name="Rectangle aux angles arrondis">
            <a:extLst>
              <a:ext uri="{FF2B5EF4-FFF2-40B4-BE49-F238E27FC236}">
                <a16:creationId xmlns:a16="http://schemas.microsoft.com/office/drawing/2014/main" id="{76257C58-B8DF-C004-9FCE-6A180E31E8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366402" y="4368869"/>
            <a:ext cx="1417603" cy="20866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D4A96"/>
              </a:gs>
              <a:gs pos="100000">
                <a:srgbClr val="2860AC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pPr algn="ctr" defTabSz="412750">
              <a:defRPr sz="3200">
                <a:solidFill>
                  <a:srgbClr val="2860AC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lang="fr-FR" sz="800">
                <a:solidFill>
                  <a:schemeClr val="bg1"/>
                </a:solidFill>
                <a:latin typeface="+mj-lt"/>
              </a:rPr>
              <a:t>REPAS</a:t>
            </a:r>
            <a:endParaRPr sz="8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82" name="Rectangle aux angles arrondis">
            <a:extLst>
              <a:ext uri="{FF2B5EF4-FFF2-40B4-BE49-F238E27FC236}">
                <a16:creationId xmlns:a16="http://schemas.microsoft.com/office/drawing/2014/main" id="{4A32150A-99A7-D87E-0CDD-04A187CCF2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077893" y="4359422"/>
            <a:ext cx="1417603" cy="20866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D4A96"/>
              </a:gs>
              <a:gs pos="100000">
                <a:srgbClr val="2860AC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pPr algn="ctr" defTabSz="412750">
              <a:defRPr sz="3200">
                <a:solidFill>
                  <a:srgbClr val="2860AC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lang="fr-FR" sz="800">
                <a:solidFill>
                  <a:schemeClr val="bg1"/>
                </a:solidFill>
                <a:latin typeface="+mj-lt"/>
              </a:rPr>
              <a:t>REPAS</a:t>
            </a:r>
            <a:endParaRPr sz="8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88" name="Rectangle aux angles arrondis">
            <a:extLst>
              <a:ext uri="{FF2B5EF4-FFF2-40B4-BE49-F238E27FC236}">
                <a16:creationId xmlns:a16="http://schemas.microsoft.com/office/drawing/2014/main" id="{CF4CA2DC-40BB-6E4E-8D6C-70EB000D72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779502" y="4377108"/>
            <a:ext cx="1417603" cy="20866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D4A96"/>
              </a:gs>
              <a:gs pos="100000">
                <a:srgbClr val="2860AC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pPr algn="ctr" defTabSz="412750">
              <a:defRPr sz="3200">
                <a:solidFill>
                  <a:srgbClr val="2860AC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lang="fr-FR" sz="800">
                <a:solidFill>
                  <a:schemeClr val="bg1"/>
                </a:solidFill>
                <a:latin typeface="+mj-lt"/>
              </a:rPr>
              <a:t>REPAS</a:t>
            </a:r>
            <a:endParaRPr sz="8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94" name="Rectangle aux angles arrondis">
            <a:extLst>
              <a:ext uri="{FF2B5EF4-FFF2-40B4-BE49-F238E27FC236}">
                <a16:creationId xmlns:a16="http://schemas.microsoft.com/office/drawing/2014/main" id="{25214B93-C6E6-30CA-1A48-BCDD157F5B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490993" y="4377108"/>
            <a:ext cx="1417603" cy="20866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D4A96"/>
              </a:gs>
              <a:gs pos="100000">
                <a:srgbClr val="2860AC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pPr algn="ctr" defTabSz="412750">
              <a:defRPr sz="3200">
                <a:solidFill>
                  <a:srgbClr val="2860AC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lang="fr-FR" sz="800">
                <a:solidFill>
                  <a:schemeClr val="bg1"/>
                </a:solidFill>
                <a:latin typeface="+mj-lt"/>
              </a:rPr>
              <a:t>REPAS</a:t>
            </a:r>
            <a:endParaRPr sz="8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96" name="Rectangle : coins arrondis 295">
            <a:extLst>
              <a:ext uri="{FF2B5EF4-FFF2-40B4-BE49-F238E27FC236}">
                <a16:creationId xmlns:a16="http://schemas.microsoft.com/office/drawing/2014/main" id="{A1C2196D-5F00-37B5-7EF2-6A00C4147E2B}"/>
              </a:ext>
            </a:extLst>
          </p:cNvPr>
          <p:cNvSpPr/>
          <p:nvPr/>
        </p:nvSpPr>
        <p:spPr>
          <a:xfrm>
            <a:off x="1867669" y="5968931"/>
            <a:ext cx="1588867" cy="558264"/>
          </a:xfrm>
          <a:prstGeom prst="roundRect">
            <a:avLst>
              <a:gd name="adj" fmla="val 12356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/>
          <a:lstStyle/>
          <a:p>
            <a:pPr algn="ctr"/>
            <a:r>
              <a:rPr lang="fr-FR" sz="900" b="1" dirty="0">
                <a:solidFill>
                  <a:schemeClr val="tx1"/>
                </a:solidFill>
              </a:rPr>
              <a:t>18h00 Prévention</a:t>
            </a:r>
          </a:p>
          <a:p>
            <a:pPr algn="ctr"/>
            <a:endParaRPr lang="fr-FR" sz="900" b="1" dirty="0">
              <a:solidFill>
                <a:schemeClr val="tx1"/>
              </a:solidFill>
            </a:endParaRPr>
          </a:p>
          <a:p>
            <a:pPr algn="ctr"/>
            <a:r>
              <a:rPr lang="fr-FR" sz="900" b="1" dirty="0">
                <a:solidFill>
                  <a:schemeClr val="tx1"/>
                </a:solidFill>
              </a:rPr>
              <a:t>individuelle</a:t>
            </a:r>
          </a:p>
        </p:txBody>
      </p:sp>
      <p:sp>
        <p:nvSpPr>
          <p:cNvPr id="356" name="Rectangle aux angles arrondis">
            <a:extLst>
              <a:ext uri="{FF2B5EF4-FFF2-40B4-BE49-F238E27FC236}">
                <a16:creationId xmlns:a16="http://schemas.microsoft.com/office/drawing/2014/main" id="{4B74C84C-0F5B-286C-43EA-06BA1B58FA4B}"/>
              </a:ext>
            </a:extLst>
          </p:cNvPr>
          <p:cNvSpPr>
            <a:spLocks/>
          </p:cNvSpPr>
          <p:nvPr/>
        </p:nvSpPr>
        <p:spPr>
          <a:xfrm>
            <a:off x="2918827" y="425856"/>
            <a:ext cx="9098656" cy="446293"/>
          </a:xfrm>
          <a:prstGeom prst="roundRect">
            <a:avLst>
              <a:gd name="adj" fmla="val 35178"/>
            </a:avLst>
          </a:prstGeom>
          <a:solidFill>
            <a:schemeClr val="bg1">
              <a:lumMod val="65000"/>
            </a:schemeClr>
          </a:solidFill>
          <a:ln w="12700" cap="flat">
            <a:solidFill>
              <a:schemeClr val="tx2">
                <a:lumMod val="60000"/>
                <a:lumOff val="40000"/>
              </a:schemeClr>
            </a:solidFill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pPr defTabSz="412750">
              <a:defRPr sz="3200">
                <a:solidFill>
                  <a:srgbClr val="2860AC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lang="fr-FR" sz="1050" b="1" dirty="0" err="1">
                <a:solidFill>
                  <a:schemeClr val="bg1"/>
                </a:solidFill>
                <a:latin typeface="+mj-lt"/>
              </a:rPr>
              <a:t>xxxx</a:t>
            </a:r>
            <a:endParaRPr sz="105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70" name="Rectangle : coins arrondis 369">
            <a:extLst>
              <a:ext uri="{FF2B5EF4-FFF2-40B4-BE49-F238E27FC236}">
                <a16:creationId xmlns:a16="http://schemas.microsoft.com/office/drawing/2014/main" id="{A970B4C4-F6E1-CE71-14FC-F268C3D655A4}"/>
              </a:ext>
            </a:extLst>
          </p:cNvPr>
          <p:cNvSpPr/>
          <p:nvPr/>
        </p:nvSpPr>
        <p:spPr>
          <a:xfrm>
            <a:off x="6992260" y="3013247"/>
            <a:ext cx="1588867" cy="879186"/>
          </a:xfrm>
          <a:prstGeom prst="roundRect">
            <a:avLst>
              <a:gd name="adj" fmla="val 1235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 anchorCtr="0"/>
          <a:lstStyle/>
          <a:p>
            <a:pPr algn="ctr"/>
            <a:r>
              <a:rPr lang="fr-FR" sz="900" b="1" dirty="0">
                <a:solidFill>
                  <a:schemeClr val="tx1"/>
                </a:solidFill>
              </a:rPr>
              <a:t>10h30</a:t>
            </a:r>
            <a:r>
              <a:rPr lang="fr-FR" sz="900" dirty="0">
                <a:solidFill>
                  <a:schemeClr val="tx1"/>
                </a:solidFill>
              </a:rPr>
              <a:t> – </a:t>
            </a:r>
            <a:r>
              <a:rPr lang="fr-FR" sz="800" dirty="0">
                <a:solidFill>
                  <a:schemeClr val="tx1"/>
                </a:solidFill>
              </a:rPr>
              <a:t>Séance collective</a:t>
            </a:r>
            <a:endParaRPr lang="fr-FR" sz="600" dirty="0">
              <a:solidFill>
                <a:schemeClr val="tx1"/>
              </a:solidFill>
            </a:endParaRPr>
          </a:p>
        </p:txBody>
      </p:sp>
      <p:pic>
        <p:nvPicPr>
          <p:cNvPr id="372" name="Graphique 371" descr="Ballon de football avec un remplissage uni">
            <a:extLst>
              <a:ext uri="{FF2B5EF4-FFF2-40B4-BE49-F238E27FC236}">
                <a16:creationId xmlns:a16="http://schemas.microsoft.com/office/drawing/2014/main" id="{33079787-8596-1B0C-2A49-475ED737FB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20303" y="3313793"/>
            <a:ext cx="356279" cy="356279"/>
          </a:xfrm>
          <a:prstGeom prst="rect">
            <a:avLst/>
          </a:prstGeom>
        </p:spPr>
      </p:pic>
      <p:sp>
        <p:nvSpPr>
          <p:cNvPr id="61" name="Rectangle : coins arrondis 60">
            <a:extLst>
              <a:ext uri="{FF2B5EF4-FFF2-40B4-BE49-F238E27FC236}">
                <a16:creationId xmlns:a16="http://schemas.microsoft.com/office/drawing/2014/main" id="{FCED4815-C8AD-8497-15D8-3F7B3121673D}"/>
              </a:ext>
            </a:extLst>
          </p:cNvPr>
          <p:cNvSpPr/>
          <p:nvPr/>
        </p:nvSpPr>
        <p:spPr>
          <a:xfrm>
            <a:off x="3598875" y="2246773"/>
            <a:ext cx="1549440" cy="294574"/>
          </a:xfrm>
          <a:prstGeom prst="roundRect">
            <a:avLst>
              <a:gd name="adj" fmla="val 26758"/>
            </a:avLst>
          </a:prstGeom>
          <a:solidFill>
            <a:schemeClr val="accent3">
              <a:alpha val="57647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fr-FR" sz="700" b="1" dirty="0">
                <a:solidFill>
                  <a:schemeClr val="bg1"/>
                </a:solidFill>
              </a:rPr>
              <a:t>9h – Salle BDC</a:t>
            </a:r>
          </a:p>
        </p:txBody>
      </p:sp>
      <p:pic>
        <p:nvPicPr>
          <p:cNvPr id="63" name="Graphique 62" descr="Culturiste avec un remplissage uni">
            <a:extLst>
              <a:ext uri="{FF2B5EF4-FFF2-40B4-BE49-F238E27FC236}">
                <a16:creationId xmlns:a16="http://schemas.microsoft.com/office/drawing/2014/main" id="{FFA023A6-132E-B284-070B-FB6DEFEF3B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51729" y="2284676"/>
            <a:ext cx="208660" cy="208660"/>
          </a:xfrm>
          <a:prstGeom prst="rect">
            <a:avLst/>
          </a:prstGeom>
        </p:spPr>
      </p:pic>
      <p:sp>
        <p:nvSpPr>
          <p:cNvPr id="147" name="Rectangle : coins arrondis 146">
            <a:extLst>
              <a:ext uri="{FF2B5EF4-FFF2-40B4-BE49-F238E27FC236}">
                <a16:creationId xmlns:a16="http://schemas.microsoft.com/office/drawing/2014/main" id="{3B90E951-7921-0065-D233-24CE55A1E70D}"/>
              </a:ext>
            </a:extLst>
          </p:cNvPr>
          <p:cNvSpPr/>
          <p:nvPr/>
        </p:nvSpPr>
        <p:spPr>
          <a:xfrm>
            <a:off x="5313449" y="3482132"/>
            <a:ext cx="1549440" cy="294574"/>
          </a:xfrm>
          <a:prstGeom prst="roundRect">
            <a:avLst>
              <a:gd name="adj" fmla="val 26758"/>
            </a:avLst>
          </a:prstGeom>
          <a:solidFill>
            <a:schemeClr val="accent3">
              <a:alpha val="57647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fr-FR" sz="700" b="1" dirty="0">
                <a:solidFill>
                  <a:schemeClr val="bg1"/>
                </a:solidFill>
              </a:rPr>
              <a:t>11h – Core training</a:t>
            </a:r>
          </a:p>
        </p:txBody>
      </p:sp>
      <p:pic>
        <p:nvPicPr>
          <p:cNvPr id="149" name="Graphique 148" descr="Yoga avec un remplissage uni">
            <a:extLst>
              <a:ext uri="{FF2B5EF4-FFF2-40B4-BE49-F238E27FC236}">
                <a16:creationId xmlns:a16="http://schemas.microsoft.com/office/drawing/2014/main" id="{922D6826-C907-FF38-83CA-6A97473047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82633" y="6000246"/>
            <a:ext cx="213360" cy="213360"/>
          </a:xfrm>
          <a:prstGeom prst="rect">
            <a:avLst/>
          </a:prstGeom>
        </p:spPr>
      </p:pic>
      <p:sp>
        <p:nvSpPr>
          <p:cNvPr id="37" name="Rectangle : coins arrondis 36">
            <a:extLst>
              <a:ext uri="{FF2B5EF4-FFF2-40B4-BE49-F238E27FC236}">
                <a16:creationId xmlns:a16="http://schemas.microsoft.com/office/drawing/2014/main" id="{B067FDE2-96BD-0413-5273-A0E0B3460C59}"/>
              </a:ext>
            </a:extLst>
          </p:cNvPr>
          <p:cNvSpPr/>
          <p:nvPr/>
        </p:nvSpPr>
        <p:spPr>
          <a:xfrm>
            <a:off x="3579487" y="3151399"/>
            <a:ext cx="1588867" cy="741034"/>
          </a:xfrm>
          <a:prstGeom prst="roundRect">
            <a:avLst>
              <a:gd name="adj" fmla="val 1235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 anchorCtr="0"/>
          <a:lstStyle/>
          <a:p>
            <a:pPr algn="ctr"/>
            <a:r>
              <a:rPr lang="fr-FR" sz="900" b="1" dirty="0">
                <a:solidFill>
                  <a:schemeClr val="tx1"/>
                </a:solidFill>
              </a:rPr>
              <a:t>10h30</a:t>
            </a:r>
            <a:r>
              <a:rPr lang="fr-FR" sz="900" dirty="0">
                <a:solidFill>
                  <a:schemeClr val="tx1"/>
                </a:solidFill>
              </a:rPr>
              <a:t> – Séance collective</a:t>
            </a:r>
          </a:p>
          <a:p>
            <a:pPr algn="ctr"/>
            <a:endParaRPr lang="fr-FR" sz="700" dirty="0">
              <a:solidFill>
                <a:schemeClr val="tx1"/>
              </a:solidFill>
            </a:endParaRPr>
          </a:p>
          <a:p>
            <a:pPr algn="ctr"/>
            <a:endParaRPr lang="fr-FR" sz="700" dirty="0">
              <a:solidFill>
                <a:schemeClr val="tx1"/>
              </a:solidFill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6AA445CF-20BD-B3A8-F0AE-5E24C7EF444D}"/>
              </a:ext>
            </a:extLst>
          </p:cNvPr>
          <p:cNvSpPr/>
          <p:nvPr/>
        </p:nvSpPr>
        <p:spPr>
          <a:xfrm>
            <a:off x="3581017" y="5031503"/>
            <a:ext cx="1588867" cy="737914"/>
          </a:xfrm>
          <a:prstGeom prst="roundRect">
            <a:avLst>
              <a:gd name="adj" fmla="val 1235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/>
          <a:lstStyle/>
          <a:p>
            <a:pPr algn="ctr"/>
            <a:r>
              <a:rPr lang="fr-FR" sz="900" b="1" dirty="0">
                <a:solidFill>
                  <a:schemeClr val="tx1"/>
                </a:solidFill>
              </a:rPr>
              <a:t>16h30</a:t>
            </a:r>
            <a:r>
              <a:rPr lang="fr-FR" sz="900" dirty="0">
                <a:solidFill>
                  <a:schemeClr val="tx1"/>
                </a:solidFill>
              </a:rPr>
              <a:t> – INDIVIDUALISATION TERRAIN</a:t>
            </a:r>
          </a:p>
        </p:txBody>
      </p:sp>
      <p:pic>
        <p:nvPicPr>
          <p:cNvPr id="20" name="Graphique 19" descr="Ballon de football avec un remplissage uni">
            <a:extLst>
              <a:ext uri="{FF2B5EF4-FFF2-40B4-BE49-F238E27FC236}">
                <a16:creationId xmlns:a16="http://schemas.microsoft.com/office/drawing/2014/main" id="{7D1F557E-0879-D28C-C743-CFA1AE05D8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89693" y="5007618"/>
            <a:ext cx="356279" cy="356279"/>
          </a:xfrm>
          <a:prstGeom prst="rect">
            <a:avLst/>
          </a:prstGeom>
        </p:spPr>
      </p:pic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28A8A8BF-6332-67B2-F370-D90A33C1C77B}"/>
              </a:ext>
            </a:extLst>
          </p:cNvPr>
          <p:cNvSpPr/>
          <p:nvPr/>
        </p:nvSpPr>
        <p:spPr>
          <a:xfrm>
            <a:off x="3598814" y="2589594"/>
            <a:ext cx="1536360" cy="261458"/>
          </a:xfrm>
          <a:prstGeom prst="roundRect">
            <a:avLst>
              <a:gd name="adj" fmla="val 26758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fr-FR" sz="900" dirty="0">
                <a:solidFill>
                  <a:schemeClr val="bg1"/>
                </a:solidFill>
              </a:rPr>
              <a:t>10h – Vidéo collective</a:t>
            </a:r>
          </a:p>
          <a:p>
            <a:pPr algn="ctr"/>
            <a:r>
              <a:rPr lang="fr-FR" sz="700" dirty="0">
                <a:solidFill>
                  <a:schemeClr val="bg1"/>
                </a:solidFill>
              </a:rPr>
              <a:t>Salle Vidéo</a:t>
            </a:r>
          </a:p>
        </p:txBody>
      </p:sp>
      <p:sp>
        <p:nvSpPr>
          <p:cNvPr id="41" name="Rectangle : coins arrondis 40">
            <a:extLst>
              <a:ext uri="{FF2B5EF4-FFF2-40B4-BE49-F238E27FC236}">
                <a16:creationId xmlns:a16="http://schemas.microsoft.com/office/drawing/2014/main" id="{0B2F5D32-DD20-5D8B-B29B-738B5BF67EE2}"/>
              </a:ext>
            </a:extLst>
          </p:cNvPr>
          <p:cNvSpPr/>
          <p:nvPr/>
        </p:nvSpPr>
        <p:spPr>
          <a:xfrm>
            <a:off x="3605415" y="4734202"/>
            <a:ext cx="1536360" cy="261458"/>
          </a:xfrm>
          <a:prstGeom prst="roundRect">
            <a:avLst>
              <a:gd name="adj" fmla="val 26758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fr-FR" sz="900" dirty="0">
                <a:solidFill>
                  <a:schemeClr val="bg1"/>
                </a:solidFill>
              </a:rPr>
              <a:t>17h30 – Vidéo</a:t>
            </a:r>
          </a:p>
          <a:p>
            <a:pPr algn="ctr"/>
            <a:r>
              <a:rPr lang="fr-FR" sz="700" dirty="0">
                <a:solidFill>
                  <a:schemeClr val="bg1"/>
                </a:solidFill>
              </a:rPr>
              <a:t>Salle Vidéo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CA625B28-D0D7-C886-EDE5-0C2705D345E8}"/>
              </a:ext>
            </a:extLst>
          </p:cNvPr>
          <p:cNvSpPr/>
          <p:nvPr/>
        </p:nvSpPr>
        <p:spPr>
          <a:xfrm>
            <a:off x="1876357" y="2378868"/>
            <a:ext cx="1588867" cy="661754"/>
          </a:xfrm>
          <a:prstGeom prst="roundRect">
            <a:avLst>
              <a:gd name="adj" fmla="val 1235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 anchorCtr="0"/>
          <a:lstStyle/>
          <a:p>
            <a:pPr algn="ctr"/>
            <a:r>
              <a:rPr lang="fr-FR" sz="900" b="1" dirty="0">
                <a:solidFill>
                  <a:schemeClr val="tx1"/>
                </a:solidFill>
              </a:rPr>
              <a:t>9h</a:t>
            </a:r>
            <a:r>
              <a:rPr lang="fr-FR" sz="900" dirty="0">
                <a:solidFill>
                  <a:schemeClr val="tx1"/>
                </a:solidFill>
              </a:rPr>
              <a:t> – Séance collective</a:t>
            </a:r>
            <a:endParaRPr lang="fr-FR" sz="700" dirty="0">
              <a:solidFill>
                <a:schemeClr val="tx1"/>
              </a:solidFill>
            </a:endParaRPr>
          </a:p>
          <a:p>
            <a:pPr algn="ctr"/>
            <a:endParaRPr lang="fr-FR" sz="700" dirty="0">
              <a:solidFill>
                <a:schemeClr val="tx1"/>
              </a:solidFill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3E8A828A-79D6-3C20-2B48-B442CD9C122A}"/>
              </a:ext>
            </a:extLst>
          </p:cNvPr>
          <p:cNvSpPr/>
          <p:nvPr/>
        </p:nvSpPr>
        <p:spPr>
          <a:xfrm>
            <a:off x="1915784" y="3482132"/>
            <a:ext cx="1549440" cy="294574"/>
          </a:xfrm>
          <a:prstGeom prst="roundRect">
            <a:avLst>
              <a:gd name="adj" fmla="val 26758"/>
            </a:avLst>
          </a:prstGeom>
          <a:solidFill>
            <a:schemeClr val="accent3">
              <a:alpha val="57647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fr-FR" sz="700" b="1" dirty="0">
                <a:solidFill>
                  <a:schemeClr val="bg1"/>
                </a:solidFill>
              </a:rPr>
              <a:t>11h – Salle</a:t>
            </a:r>
          </a:p>
          <a:p>
            <a:pPr algn="ctr"/>
            <a:r>
              <a:rPr lang="fr-FR" sz="700" b="1" dirty="0">
                <a:solidFill>
                  <a:schemeClr val="bg1"/>
                </a:solidFill>
              </a:rPr>
              <a:t>Force HDC</a:t>
            </a: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1750C7AE-43BC-5B7A-B8AC-2D819C9C8D5B}"/>
              </a:ext>
            </a:extLst>
          </p:cNvPr>
          <p:cNvSpPr/>
          <p:nvPr/>
        </p:nvSpPr>
        <p:spPr>
          <a:xfrm>
            <a:off x="3570333" y="5805260"/>
            <a:ext cx="1588867" cy="737914"/>
          </a:xfrm>
          <a:prstGeom prst="roundRect">
            <a:avLst>
              <a:gd name="adj" fmla="val 12356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/>
          <a:lstStyle/>
          <a:p>
            <a:pPr algn="ctr"/>
            <a:r>
              <a:rPr lang="fr-FR" sz="900" b="1" dirty="0">
                <a:solidFill>
                  <a:schemeClr val="tx1"/>
                </a:solidFill>
              </a:rPr>
              <a:t>17h30</a:t>
            </a:r>
            <a:r>
              <a:rPr lang="fr-FR" sz="900" dirty="0">
                <a:solidFill>
                  <a:schemeClr val="tx1"/>
                </a:solidFill>
              </a:rPr>
              <a:t> – INDIVIDUALISATION SALLE</a:t>
            </a:r>
          </a:p>
        </p:txBody>
      </p:sp>
      <p:pic>
        <p:nvPicPr>
          <p:cNvPr id="57" name="Graphique 56" descr="Ballon de football avec un remplissage uni">
            <a:extLst>
              <a:ext uri="{FF2B5EF4-FFF2-40B4-BE49-F238E27FC236}">
                <a16:creationId xmlns:a16="http://schemas.microsoft.com/office/drawing/2014/main" id="{631E61DD-7C56-FA5E-DAA7-3201C0AAAB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95787" y="3313793"/>
            <a:ext cx="356279" cy="356279"/>
          </a:xfrm>
          <a:prstGeom prst="rect">
            <a:avLst/>
          </a:prstGeom>
        </p:spPr>
      </p:pic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FA537E34-74F8-5B4F-A8E0-CA748AF282E0}"/>
              </a:ext>
            </a:extLst>
          </p:cNvPr>
          <p:cNvSpPr/>
          <p:nvPr/>
        </p:nvSpPr>
        <p:spPr>
          <a:xfrm>
            <a:off x="5281973" y="2349806"/>
            <a:ext cx="1588867" cy="741034"/>
          </a:xfrm>
          <a:prstGeom prst="roundRect">
            <a:avLst>
              <a:gd name="adj" fmla="val 1235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 anchorCtr="0"/>
          <a:lstStyle/>
          <a:p>
            <a:pPr algn="ctr"/>
            <a:r>
              <a:rPr lang="fr-FR" sz="900" b="1" dirty="0">
                <a:solidFill>
                  <a:schemeClr val="tx1"/>
                </a:solidFill>
              </a:rPr>
              <a:t>9h</a:t>
            </a:r>
            <a:r>
              <a:rPr lang="fr-FR" sz="900" dirty="0">
                <a:solidFill>
                  <a:schemeClr val="tx1"/>
                </a:solidFill>
              </a:rPr>
              <a:t> – Séance collective</a:t>
            </a:r>
            <a:br>
              <a:rPr lang="fr-FR" sz="900" dirty="0">
                <a:solidFill>
                  <a:schemeClr val="tx1"/>
                </a:solidFill>
              </a:rPr>
            </a:br>
            <a:endParaRPr lang="fr-FR" sz="900" dirty="0">
              <a:solidFill>
                <a:schemeClr val="tx1"/>
              </a:solidFill>
            </a:endParaRPr>
          </a:p>
          <a:p>
            <a:pPr algn="ctr"/>
            <a:endParaRPr lang="fr-FR" sz="700" dirty="0">
              <a:solidFill>
                <a:schemeClr val="tx1"/>
              </a:solidFill>
            </a:endParaRPr>
          </a:p>
          <a:p>
            <a:pPr algn="ctr"/>
            <a:endParaRPr lang="fr-FR" sz="700" dirty="0">
              <a:solidFill>
                <a:schemeClr val="tx1"/>
              </a:solidFill>
            </a:endParaRPr>
          </a:p>
        </p:txBody>
      </p:sp>
      <p:pic>
        <p:nvPicPr>
          <p:cNvPr id="136" name="Graphique 135" descr="Ballon de football avec un remplissage uni">
            <a:extLst>
              <a:ext uri="{FF2B5EF4-FFF2-40B4-BE49-F238E27FC236}">
                <a16:creationId xmlns:a16="http://schemas.microsoft.com/office/drawing/2014/main" id="{373B5527-552E-6E80-F3BB-09B6CED211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26647" y="2623471"/>
            <a:ext cx="356279" cy="356279"/>
          </a:xfrm>
          <a:prstGeom prst="rect">
            <a:avLst/>
          </a:prstGeom>
        </p:spPr>
      </p:pic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A1E4F5EE-D721-735E-2753-B7D332144213}"/>
              </a:ext>
            </a:extLst>
          </p:cNvPr>
          <p:cNvSpPr/>
          <p:nvPr/>
        </p:nvSpPr>
        <p:spPr>
          <a:xfrm>
            <a:off x="6979502" y="2295807"/>
            <a:ext cx="1549440" cy="294574"/>
          </a:xfrm>
          <a:prstGeom prst="roundRect">
            <a:avLst>
              <a:gd name="adj" fmla="val 26758"/>
            </a:avLst>
          </a:prstGeom>
          <a:solidFill>
            <a:schemeClr val="accent3">
              <a:alpha val="57647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fr-FR" sz="700" b="1" dirty="0">
                <a:solidFill>
                  <a:schemeClr val="bg1"/>
                </a:solidFill>
              </a:rPr>
              <a:t>9h – Salle Activation</a:t>
            </a:r>
          </a:p>
        </p:txBody>
      </p:sp>
      <p:pic>
        <p:nvPicPr>
          <p:cNvPr id="62" name="Graphique 61" descr="Culturiste avec un remplissage uni">
            <a:extLst>
              <a:ext uri="{FF2B5EF4-FFF2-40B4-BE49-F238E27FC236}">
                <a16:creationId xmlns:a16="http://schemas.microsoft.com/office/drawing/2014/main" id="{F85C68EC-CB37-BE71-1E24-E2D087F701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32356" y="2333710"/>
            <a:ext cx="208660" cy="208660"/>
          </a:xfrm>
          <a:prstGeom prst="rect">
            <a:avLst/>
          </a:prstGeom>
        </p:spPr>
      </p:pic>
      <p:sp>
        <p:nvSpPr>
          <p:cNvPr id="134" name="Rectangle : coins arrondis 133">
            <a:extLst>
              <a:ext uri="{FF2B5EF4-FFF2-40B4-BE49-F238E27FC236}">
                <a16:creationId xmlns:a16="http://schemas.microsoft.com/office/drawing/2014/main" id="{59760556-CC6E-30F1-2788-4C69ACCD3B8A}"/>
              </a:ext>
            </a:extLst>
          </p:cNvPr>
          <p:cNvSpPr/>
          <p:nvPr/>
        </p:nvSpPr>
        <p:spPr>
          <a:xfrm>
            <a:off x="8695163" y="3013247"/>
            <a:ext cx="1537422" cy="879186"/>
          </a:xfrm>
          <a:prstGeom prst="roundRect">
            <a:avLst>
              <a:gd name="adj" fmla="val 1235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 anchorCtr="0"/>
          <a:lstStyle/>
          <a:p>
            <a:pPr algn="ctr"/>
            <a:r>
              <a:rPr lang="fr-FR" sz="900" b="1" dirty="0">
                <a:solidFill>
                  <a:schemeClr val="tx1"/>
                </a:solidFill>
              </a:rPr>
              <a:t>10h30</a:t>
            </a:r>
            <a:r>
              <a:rPr lang="fr-FR" sz="900" dirty="0">
                <a:solidFill>
                  <a:schemeClr val="tx1"/>
                </a:solidFill>
              </a:rPr>
              <a:t> – </a:t>
            </a:r>
            <a:r>
              <a:rPr lang="fr-FR" sz="800" dirty="0">
                <a:solidFill>
                  <a:schemeClr val="tx1"/>
                </a:solidFill>
              </a:rPr>
              <a:t>Séance collective</a:t>
            </a:r>
            <a:endParaRPr lang="fr-FR" sz="600" dirty="0">
              <a:solidFill>
                <a:schemeClr val="tx1"/>
              </a:solidFill>
            </a:endParaRPr>
          </a:p>
        </p:txBody>
      </p:sp>
      <p:pic>
        <p:nvPicPr>
          <p:cNvPr id="140" name="Graphique 139" descr="Ballon de football avec un remplissage uni">
            <a:extLst>
              <a:ext uri="{FF2B5EF4-FFF2-40B4-BE49-F238E27FC236}">
                <a16:creationId xmlns:a16="http://schemas.microsoft.com/office/drawing/2014/main" id="{0AAA81A7-44FC-605F-9AAE-0D82D47A24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23205" y="3313793"/>
            <a:ext cx="356279" cy="356279"/>
          </a:xfrm>
          <a:prstGeom prst="rect">
            <a:avLst/>
          </a:prstGeom>
        </p:spPr>
      </p:pic>
      <p:sp>
        <p:nvSpPr>
          <p:cNvPr id="143" name="Rectangle : coins arrondis 142">
            <a:extLst>
              <a:ext uri="{FF2B5EF4-FFF2-40B4-BE49-F238E27FC236}">
                <a16:creationId xmlns:a16="http://schemas.microsoft.com/office/drawing/2014/main" id="{7397F679-6339-56A2-10C8-999B6748EA3D}"/>
              </a:ext>
            </a:extLst>
          </p:cNvPr>
          <p:cNvSpPr/>
          <p:nvPr/>
        </p:nvSpPr>
        <p:spPr>
          <a:xfrm>
            <a:off x="8695162" y="2328940"/>
            <a:ext cx="1537422" cy="294574"/>
          </a:xfrm>
          <a:prstGeom prst="roundRect">
            <a:avLst>
              <a:gd name="adj" fmla="val 26758"/>
            </a:avLst>
          </a:prstGeom>
          <a:solidFill>
            <a:schemeClr val="accent3">
              <a:alpha val="57647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fr-FR" sz="700" b="1" dirty="0">
                <a:solidFill>
                  <a:schemeClr val="bg1"/>
                </a:solidFill>
              </a:rPr>
              <a:t>9h – Salle Explosivité</a:t>
            </a:r>
          </a:p>
        </p:txBody>
      </p:sp>
      <p:pic>
        <p:nvPicPr>
          <p:cNvPr id="145" name="Graphique 144" descr="Culturiste avec un remplissage uni">
            <a:extLst>
              <a:ext uri="{FF2B5EF4-FFF2-40B4-BE49-F238E27FC236}">
                <a16:creationId xmlns:a16="http://schemas.microsoft.com/office/drawing/2014/main" id="{9B9B00BC-9A7C-C63C-1649-4846B1B828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51166" y="2366843"/>
            <a:ext cx="208660" cy="208660"/>
          </a:xfrm>
          <a:prstGeom prst="rect">
            <a:avLst/>
          </a:prstGeom>
        </p:spPr>
      </p:pic>
      <p:sp>
        <p:nvSpPr>
          <p:cNvPr id="148" name="Rectangle : coins arrondis 147">
            <a:extLst>
              <a:ext uri="{FF2B5EF4-FFF2-40B4-BE49-F238E27FC236}">
                <a16:creationId xmlns:a16="http://schemas.microsoft.com/office/drawing/2014/main" id="{FE3259E8-4E26-37F8-E163-0450DE58CBEE}"/>
              </a:ext>
            </a:extLst>
          </p:cNvPr>
          <p:cNvSpPr/>
          <p:nvPr/>
        </p:nvSpPr>
        <p:spPr>
          <a:xfrm>
            <a:off x="8695162" y="2702239"/>
            <a:ext cx="1536360" cy="261458"/>
          </a:xfrm>
          <a:prstGeom prst="roundRect">
            <a:avLst>
              <a:gd name="adj" fmla="val 26758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fr-FR" sz="900" dirty="0">
                <a:solidFill>
                  <a:schemeClr val="bg1"/>
                </a:solidFill>
              </a:rPr>
              <a:t>10h – Vidéo collective</a:t>
            </a:r>
          </a:p>
          <a:p>
            <a:pPr algn="ctr"/>
            <a:r>
              <a:rPr lang="fr-FR" sz="700" dirty="0">
                <a:solidFill>
                  <a:schemeClr val="bg1"/>
                </a:solidFill>
              </a:rPr>
              <a:t>Salle Vidéo</a:t>
            </a:r>
          </a:p>
        </p:txBody>
      </p:sp>
      <p:sp>
        <p:nvSpPr>
          <p:cNvPr id="159" name="Rectangle : coins arrondis 158">
            <a:extLst>
              <a:ext uri="{FF2B5EF4-FFF2-40B4-BE49-F238E27FC236}">
                <a16:creationId xmlns:a16="http://schemas.microsoft.com/office/drawing/2014/main" id="{9499C624-4B3C-D285-B50E-08AD0C36B372}"/>
              </a:ext>
            </a:extLst>
          </p:cNvPr>
          <p:cNvSpPr/>
          <p:nvPr/>
        </p:nvSpPr>
        <p:spPr>
          <a:xfrm>
            <a:off x="10396771" y="4926074"/>
            <a:ext cx="1537422" cy="879186"/>
          </a:xfrm>
          <a:prstGeom prst="roundRect">
            <a:avLst>
              <a:gd name="adj" fmla="val 1235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 anchorCtr="0"/>
          <a:lstStyle/>
          <a:p>
            <a:pPr algn="ctr"/>
            <a:r>
              <a:rPr lang="fr-FR" sz="900" b="1" dirty="0">
                <a:solidFill>
                  <a:schemeClr val="tx1"/>
                </a:solidFill>
              </a:rPr>
              <a:t>15h00</a:t>
            </a:r>
            <a:r>
              <a:rPr lang="fr-FR" sz="900" dirty="0">
                <a:solidFill>
                  <a:schemeClr val="tx1"/>
                </a:solidFill>
              </a:rPr>
              <a:t> – </a:t>
            </a:r>
            <a:r>
              <a:rPr lang="fr-FR" sz="800" dirty="0">
                <a:solidFill>
                  <a:schemeClr val="tx1"/>
                </a:solidFill>
              </a:rPr>
              <a:t>MATCH</a:t>
            </a:r>
            <a:endParaRPr lang="fr-FR" sz="600" dirty="0">
              <a:solidFill>
                <a:schemeClr val="tx1"/>
              </a:solidFill>
            </a:endParaRPr>
          </a:p>
        </p:txBody>
      </p:sp>
      <p:pic>
        <p:nvPicPr>
          <p:cNvPr id="161" name="Graphique 160" descr="Ballon de football avec un remplissage uni">
            <a:extLst>
              <a:ext uri="{FF2B5EF4-FFF2-40B4-BE49-F238E27FC236}">
                <a16:creationId xmlns:a16="http://schemas.microsoft.com/office/drawing/2014/main" id="{7C7B6ADF-5B03-05BE-6D5E-2AC8197E14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03085" y="5262658"/>
            <a:ext cx="356279" cy="356279"/>
          </a:xfrm>
          <a:prstGeom prst="rect">
            <a:avLst/>
          </a:prstGeom>
        </p:spPr>
      </p:pic>
      <p:pic>
        <p:nvPicPr>
          <p:cNvPr id="141" name="Graphique 140" descr="Culturiste avec un remplissage uni">
            <a:extLst>
              <a:ext uri="{FF2B5EF4-FFF2-40B4-BE49-F238E27FC236}">
                <a16:creationId xmlns:a16="http://schemas.microsoft.com/office/drawing/2014/main" id="{248F53CC-F6F7-9D9F-CB05-26DDC43C16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27214" y="5853343"/>
            <a:ext cx="208660" cy="208660"/>
          </a:xfrm>
          <a:prstGeom prst="rect">
            <a:avLst/>
          </a:prstGeom>
        </p:spPr>
      </p:pic>
      <p:pic>
        <p:nvPicPr>
          <p:cNvPr id="163" name="Graphique 162" descr="Culturiste avec un remplissage uni">
            <a:extLst>
              <a:ext uri="{FF2B5EF4-FFF2-40B4-BE49-F238E27FC236}">
                <a16:creationId xmlns:a16="http://schemas.microsoft.com/office/drawing/2014/main" id="{65A1D330-7885-784F-B4A7-D72AC88818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83281" y="3519775"/>
            <a:ext cx="208660" cy="208660"/>
          </a:xfrm>
          <a:prstGeom prst="rect">
            <a:avLst/>
          </a:prstGeom>
        </p:spPr>
      </p:pic>
      <p:pic>
        <p:nvPicPr>
          <p:cNvPr id="169" name="Graphique 168" descr="Ballon de football avec un remplissage uni">
            <a:extLst>
              <a:ext uri="{FF2B5EF4-FFF2-40B4-BE49-F238E27FC236}">
                <a16:creationId xmlns:a16="http://schemas.microsoft.com/office/drawing/2014/main" id="{04A9AE9F-12A6-0EE5-2255-BBF90765AA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24815" y="2623471"/>
            <a:ext cx="356279" cy="356279"/>
          </a:xfrm>
          <a:prstGeom prst="rect">
            <a:avLst/>
          </a:prstGeom>
        </p:spPr>
      </p:pic>
      <p:pic>
        <p:nvPicPr>
          <p:cNvPr id="172" name="Graphique 171" descr="Culturiste avec un remplissage uni">
            <a:extLst>
              <a:ext uri="{FF2B5EF4-FFF2-40B4-BE49-F238E27FC236}">
                <a16:creationId xmlns:a16="http://schemas.microsoft.com/office/drawing/2014/main" id="{CBC5F425-5A8B-465D-4AAD-8133F99E5E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40054" y="3519775"/>
            <a:ext cx="208660" cy="208660"/>
          </a:xfrm>
          <a:prstGeom prst="rect">
            <a:avLst/>
          </a:prstGeom>
        </p:spPr>
      </p:pic>
      <p:sp>
        <p:nvSpPr>
          <p:cNvPr id="176" name="Rectangle aux angles arrondis">
            <a:extLst>
              <a:ext uri="{FF2B5EF4-FFF2-40B4-BE49-F238E27FC236}">
                <a16:creationId xmlns:a16="http://schemas.microsoft.com/office/drawing/2014/main" id="{1CC20B01-8A86-A02E-F3B5-A2AB471BCD20}"/>
              </a:ext>
            </a:extLst>
          </p:cNvPr>
          <p:cNvSpPr>
            <a:spLocks/>
          </p:cNvSpPr>
          <p:nvPr/>
        </p:nvSpPr>
        <p:spPr>
          <a:xfrm>
            <a:off x="1677946" y="425856"/>
            <a:ext cx="1232231" cy="446292"/>
          </a:xfrm>
          <a:prstGeom prst="roundRect">
            <a:avLst>
              <a:gd name="adj" fmla="val 35178"/>
            </a:avLst>
          </a:prstGeom>
          <a:solidFill>
            <a:schemeClr val="tx1">
              <a:lumMod val="65000"/>
              <a:lumOff val="35000"/>
            </a:schemeClr>
          </a:solidFill>
          <a:ln w="12700" cap="flat">
            <a:solidFill>
              <a:schemeClr val="tx2">
                <a:lumMod val="60000"/>
                <a:lumOff val="40000"/>
              </a:schemeClr>
            </a:solidFill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pPr defTabSz="412750">
              <a:defRPr sz="3200">
                <a:solidFill>
                  <a:srgbClr val="2860AC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lang="fr-FR" sz="1050" b="1" dirty="0">
                <a:solidFill>
                  <a:schemeClr val="bg1"/>
                </a:solidFill>
                <a:latin typeface="+mj-lt"/>
              </a:rPr>
              <a:t>FORCE N° X </a:t>
            </a:r>
            <a:endParaRPr sz="105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85" name="Rectangle aux angles arrondis">
            <a:extLst>
              <a:ext uri="{FF2B5EF4-FFF2-40B4-BE49-F238E27FC236}">
                <a16:creationId xmlns:a16="http://schemas.microsoft.com/office/drawing/2014/main" id="{D6EE73D2-AE58-1F34-B5B7-70C4AB57DE10}"/>
              </a:ext>
            </a:extLst>
          </p:cNvPr>
          <p:cNvSpPr>
            <a:spLocks/>
          </p:cNvSpPr>
          <p:nvPr/>
        </p:nvSpPr>
        <p:spPr>
          <a:xfrm>
            <a:off x="4325" y="928113"/>
            <a:ext cx="1664971" cy="446292"/>
          </a:xfrm>
          <a:prstGeom prst="roundRect">
            <a:avLst>
              <a:gd name="adj" fmla="val 35178"/>
            </a:avLst>
          </a:prstGeom>
          <a:solidFill>
            <a:schemeClr val="tx1">
              <a:lumMod val="65000"/>
              <a:lumOff val="35000"/>
            </a:schemeClr>
          </a:solidFill>
          <a:ln w="12700" cap="flat">
            <a:solidFill>
              <a:schemeClr val="tx2">
                <a:lumMod val="60000"/>
                <a:lumOff val="40000"/>
              </a:schemeClr>
            </a:solidFill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pPr defTabSz="412750">
              <a:defRPr sz="3200">
                <a:solidFill>
                  <a:srgbClr val="2860AC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lang="fr-FR" sz="1050" b="1" dirty="0">
                <a:solidFill>
                  <a:schemeClr val="bg1"/>
                </a:solidFill>
                <a:latin typeface="+mj-lt"/>
              </a:rPr>
              <a:t>Thématique :</a:t>
            </a:r>
            <a:endParaRPr sz="105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87" name="Rectangle aux angles arrondis">
            <a:extLst>
              <a:ext uri="{FF2B5EF4-FFF2-40B4-BE49-F238E27FC236}">
                <a16:creationId xmlns:a16="http://schemas.microsoft.com/office/drawing/2014/main" id="{C0F8C5D0-E868-CE12-4B60-7D47D0F7D2AD}"/>
              </a:ext>
            </a:extLst>
          </p:cNvPr>
          <p:cNvSpPr>
            <a:spLocks/>
          </p:cNvSpPr>
          <p:nvPr/>
        </p:nvSpPr>
        <p:spPr>
          <a:xfrm>
            <a:off x="2918827" y="928113"/>
            <a:ext cx="9098656" cy="446293"/>
          </a:xfrm>
          <a:prstGeom prst="roundRect">
            <a:avLst>
              <a:gd name="adj" fmla="val 35178"/>
            </a:avLst>
          </a:prstGeom>
          <a:solidFill>
            <a:schemeClr val="bg1">
              <a:lumMod val="65000"/>
            </a:schemeClr>
          </a:solidFill>
          <a:ln w="12700" cap="flat">
            <a:solidFill>
              <a:schemeClr val="tx2">
                <a:lumMod val="60000"/>
                <a:lumOff val="40000"/>
              </a:schemeClr>
            </a:solidFill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pPr defTabSz="412750">
              <a:defRPr sz="3200">
                <a:solidFill>
                  <a:srgbClr val="2860AC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lang="fr-FR" sz="1050" b="1" dirty="0" err="1">
                <a:solidFill>
                  <a:schemeClr val="bg1"/>
                </a:solidFill>
                <a:latin typeface="+mj-lt"/>
              </a:rPr>
              <a:t>xxxx</a:t>
            </a:r>
            <a:endParaRPr sz="105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90" name="Rectangle aux angles arrondis">
            <a:extLst>
              <a:ext uri="{FF2B5EF4-FFF2-40B4-BE49-F238E27FC236}">
                <a16:creationId xmlns:a16="http://schemas.microsoft.com/office/drawing/2014/main" id="{207D1F3C-9DC6-3F0E-4210-7877417F62B1}"/>
              </a:ext>
            </a:extLst>
          </p:cNvPr>
          <p:cNvSpPr>
            <a:spLocks/>
          </p:cNvSpPr>
          <p:nvPr/>
        </p:nvSpPr>
        <p:spPr>
          <a:xfrm>
            <a:off x="1677946" y="928113"/>
            <a:ext cx="1232231" cy="446292"/>
          </a:xfrm>
          <a:prstGeom prst="roundRect">
            <a:avLst>
              <a:gd name="adj" fmla="val 35178"/>
            </a:avLst>
          </a:prstGeom>
          <a:solidFill>
            <a:schemeClr val="tx1">
              <a:lumMod val="65000"/>
              <a:lumOff val="35000"/>
            </a:schemeClr>
          </a:solidFill>
          <a:ln w="12700" cap="flat">
            <a:solidFill>
              <a:schemeClr val="tx2">
                <a:lumMod val="60000"/>
                <a:lumOff val="40000"/>
              </a:schemeClr>
            </a:solidFill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pPr defTabSz="412750">
              <a:defRPr sz="3200">
                <a:solidFill>
                  <a:srgbClr val="2860AC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lang="fr-FR" sz="1050" b="1" dirty="0">
                <a:solidFill>
                  <a:schemeClr val="bg1"/>
                </a:solidFill>
                <a:latin typeface="+mj-lt"/>
              </a:rPr>
              <a:t>AXE N° X </a:t>
            </a:r>
            <a:endParaRPr sz="105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0162943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">
  <a:themeElements>
    <a:clrScheme name="Benutzerdefiniert 90">
      <a:dk1>
        <a:sysClr val="windowText" lastClr="000000"/>
      </a:dk1>
      <a:lt1>
        <a:sysClr val="window" lastClr="FFFFFF"/>
      </a:lt1>
      <a:dk2>
        <a:srgbClr val="7F7F7F"/>
      </a:dk2>
      <a:lt2>
        <a:srgbClr val="D8D8D8"/>
      </a:lt2>
      <a:accent1>
        <a:srgbClr val="0B4A89"/>
      </a:accent1>
      <a:accent2>
        <a:srgbClr val="0B61AC"/>
      </a:accent2>
      <a:accent3>
        <a:srgbClr val="3C81BD"/>
      </a:accent3>
      <a:accent4>
        <a:srgbClr val="6DA0CD"/>
      </a:accent4>
      <a:accent5>
        <a:srgbClr val="9DC0DE"/>
      </a:accent5>
      <a:accent6>
        <a:srgbClr val="CEDFEE"/>
      </a:accent6>
      <a:hlink>
        <a:srgbClr val="000000"/>
      </a:hlink>
      <a:folHlink>
        <a:srgbClr val="000000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lIns="288000" tIns="144000" rIns="144000" bIns="144000" rtlCol="0" anchor="t" anchorCtr="0"/>
      <a:lstStyle>
        <a:defPPr algn="l">
          <a:defRPr sz="14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M_PowerPoint_2026-02-27.potx" id="{DF3612FC-EDCE-4203-8D57-49F1927BD6EC}" vid="{48407813-946E-4201-8363-4C3D5CF0F9C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F44338EC5E43C46971D0A4FF51A45E8" ma:contentTypeVersion="10" ma:contentTypeDescription="Crée un document." ma:contentTypeScope="" ma:versionID="d5126d556fffeee4c375c5b45702895e">
  <xsd:schema xmlns:xsd="http://www.w3.org/2001/XMLSchema" xmlns:xs="http://www.w3.org/2001/XMLSchema" xmlns:p="http://schemas.microsoft.com/office/2006/metadata/properties" xmlns:ns2="046a9755-ea29-48fa-9f0b-19b0b314d595" xmlns:ns3="7d123aa0-5a38-4c1d-9f73-855f68195115" targetNamespace="http://schemas.microsoft.com/office/2006/metadata/properties" ma:root="true" ma:fieldsID="594847fc14e78f85b38718fbc01a5d6f" ns2:_="" ns3:_="">
    <xsd:import namespace="046a9755-ea29-48fa-9f0b-19b0b314d595"/>
    <xsd:import namespace="7d123aa0-5a38-4c1d-9f73-855f6819511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6a9755-ea29-48fa-9f0b-19b0b314d5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Balises d’images" ma:readOnly="false" ma:fieldId="{5cf76f15-5ced-4ddc-b409-7134ff3c332f}" ma:taxonomyMulti="true" ma:sspId="f88b8358-9c83-4b24-b5de-0c1930eec46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123aa0-5a38-4c1d-9f73-855f68195115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fcfd969d-a947-495f-b92d-b381bb392a73}" ma:internalName="TaxCatchAll" ma:showField="CatchAllData" ma:web="7d123aa0-5a38-4c1d-9f73-855f6819511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46a9755-ea29-48fa-9f0b-19b0b314d595">
      <Terms xmlns="http://schemas.microsoft.com/office/infopath/2007/PartnerControls"/>
    </lcf76f155ced4ddcb4097134ff3c332f>
    <TaxCatchAll xmlns="7d123aa0-5a38-4c1d-9f73-855f68195115" xsi:nil="true"/>
  </documentManagement>
</p:properties>
</file>

<file path=customXml/itemProps1.xml><?xml version="1.0" encoding="utf-8"?>
<ds:datastoreItem xmlns:ds="http://schemas.openxmlformats.org/officeDocument/2006/customXml" ds:itemID="{A522F5CE-35F4-49AE-8D5A-0F83C5609FD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612E0F1-03AF-4890-BB6D-96301D0B56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46a9755-ea29-48fa-9f0b-19b0b314d595"/>
    <ds:schemaRef ds:uri="7d123aa0-5a38-4c1d-9f73-855f6819511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29D3CE5-AFB3-4DE2-BF48-0E041A51255C}">
  <ds:schemaRefs>
    <ds:schemaRef ds:uri="http://schemas.microsoft.com/office/2006/metadata/properties"/>
    <ds:schemaRef ds:uri="http://schemas.microsoft.com/office/infopath/2007/PartnerControls"/>
    <ds:schemaRef ds:uri="046a9755-ea29-48fa-9f0b-19b0b314d595"/>
    <ds:schemaRef ds:uri="7d123aa0-5a38-4c1d-9f73-855f6819511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OM_PowerPoint_2026-2027</Template>
  <TotalTime>0</TotalTime>
  <Words>120</Words>
  <Application>Microsoft Office PowerPoint</Application>
  <PresentationFormat>Grand écran</PresentationFormat>
  <Paragraphs>59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OM Marseille Medium</vt:lpstr>
      <vt:lpstr>OM Marseille Light</vt:lpstr>
      <vt:lpstr>Arial</vt:lpstr>
      <vt:lpstr>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Sébastien Renaud</dc:creator>
  <cp:lastModifiedBy>Sébastien Renaud</cp:lastModifiedBy>
  <cp:revision>3</cp:revision>
  <dcterms:created xsi:type="dcterms:W3CDTF">2026-06-27T15:23:11Z</dcterms:created>
  <dcterms:modified xsi:type="dcterms:W3CDTF">2026-08-05T11:34:05Z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0x010100CF44338EC5E43C46971D0A4FF51A45E8</vt:lpwstr>
  </property>
</Properties>
</file>