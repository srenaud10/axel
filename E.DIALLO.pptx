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321" r:id="rId6"/>
  </p:sldIdLst>
  <p:sldSz cx="12192000" cy="6858000"/>
  <p:notesSz cx="6858000" cy="9144000"/>
  <p:embeddedFontLst>
    <p:embeddedFont>
      <p:font typeface="OM Marseille Light" pitchFamily="50" charset="0"/>
      <p:regular r:id="rId9"/>
    </p:embeddedFont>
    <p:embeddedFont>
      <p:font typeface="OM Marseille Medium" pitchFamily="50" charset="0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54D"/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E7E96-A947-4A43-905E-451983AF1577}" v="3" dt="2026-08-06T15:30:52.799"/>
    <p1510:client id="{DA20F68E-15FE-174C-B0C4-83D5C3ADF9EC}" v="30" dt="2026-08-06T07:30:35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-1507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ecouvreur" userId="eb6916c3-51ba-4176-b211-2d3af9ee51de" providerId="ADAL" clId="{C83E26FE-4162-4AA5-97C8-454BCC2C930F}"/>
    <pc:docChg chg="custSel modSld">
      <pc:chgData name="David Recouvreur" userId="eb6916c3-51ba-4176-b211-2d3af9ee51de" providerId="ADAL" clId="{C83E26FE-4162-4AA5-97C8-454BCC2C930F}" dt="2026-08-06T15:31:22.599" v="44" actId="14100"/>
      <pc:docMkLst>
        <pc:docMk/>
      </pc:docMkLst>
      <pc:sldChg chg="addSp delSp modSp mod">
        <pc:chgData name="David Recouvreur" userId="eb6916c3-51ba-4176-b211-2d3af9ee51de" providerId="ADAL" clId="{C83E26FE-4162-4AA5-97C8-454BCC2C930F}" dt="2026-08-06T15:31:22.599" v="44" actId="14100"/>
        <pc:sldMkLst>
          <pc:docMk/>
          <pc:sldMk cId="4275226705" sldId="321"/>
        </pc:sldMkLst>
        <pc:spChg chg="del">
          <ac:chgData name="David Recouvreur" userId="eb6916c3-51ba-4176-b211-2d3af9ee51de" providerId="ADAL" clId="{C83E26FE-4162-4AA5-97C8-454BCC2C930F}" dt="2026-08-06T15:26:31.924" v="17" actId="478"/>
          <ac:spMkLst>
            <pc:docMk/>
            <pc:sldMk cId="4275226705" sldId="321"/>
            <ac:spMk id="12" creationId="{33163C77-EFF0-FC5D-D351-A57B83E02315}"/>
          </ac:spMkLst>
        </pc:spChg>
        <pc:spChg chg="add del mod">
          <ac:chgData name="David Recouvreur" userId="eb6916c3-51ba-4176-b211-2d3af9ee51de" providerId="ADAL" clId="{C83E26FE-4162-4AA5-97C8-454BCC2C930F}" dt="2026-08-06T15:27:47.876" v="30" actId="478"/>
          <ac:spMkLst>
            <pc:docMk/>
            <pc:sldMk cId="4275226705" sldId="321"/>
            <ac:spMk id="13" creationId="{A4CD9C09-7621-9829-ECF5-00E81FB57572}"/>
          </ac:spMkLst>
        </pc:spChg>
        <pc:spChg chg="del">
          <ac:chgData name="David Recouvreur" userId="eb6916c3-51ba-4176-b211-2d3af9ee51de" providerId="ADAL" clId="{C83E26FE-4162-4AA5-97C8-454BCC2C930F}" dt="2026-08-06T15:26:47.774" v="25" actId="478"/>
          <ac:spMkLst>
            <pc:docMk/>
            <pc:sldMk cId="4275226705" sldId="321"/>
            <ac:spMk id="34" creationId="{87AC5F6C-BB56-032E-46F9-206303FBD30D}"/>
          </ac:spMkLst>
        </pc:spChg>
        <pc:spChg chg="mod">
          <ac:chgData name="David Recouvreur" userId="eb6916c3-51ba-4176-b211-2d3af9ee51de" providerId="ADAL" clId="{C83E26FE-4162-4AA5-97C8-454BCC2C930F}" dt="2026-08-06T15:26:40.092" v="21" actId="1076"/>
          <ac:spMkLst>
            <pc:docMk/>
            <pc:sldMk cId="4275226705" sldId="321"/>
            <ac:spMk id="38" creationId="{09C91104-F458-5E09-C78F-9CE2D719164D}"/>
          </ac:spMkLst>
        </pc:spChg>
        <pc:spChg chg="add mod">
          <ac:chgData name="David Recouvreur" userId="eb6916c3-51ba-4176-b211-2d3af9ee51de" providerId="ADAL" clId="{C83E26FE-4162-4AA5-97C8-454BCC2C930F}" dt="2026-08-06T15:11:51.274" v="6" actId="1076"/>
          <ac:spMkLst>
            <pc:docMk/>
            <pc:sldMk cId="4275226705" sldId="321"/>
            <ac:spMk id="68" creationId="{E9E6A34E-0512-29AF-BBAC-0396E2921994}"/>
          </ac:spMkLst>
        </pc:spChg>
        <pc:spChg chg="add del mod">
          <ac:chgData name="David Recouvreur" userId="eb6916c3-51ba-4176-b211-2d3af9ee51de" providerId="ADAL" clId="{C83E26FE-4162-4AA5-97C8-454BCC2C930F}" dt="2026-08-06T15:27:39.816" v="27" actId="478"/>
          <ac:spMkLst>
            <pc:docMk/>
            <pc:sldMk cId="4275226705" sldId="321"/>
            <ac:spMk id="79" creationId="{5D5F2699-E718-FDE5-4CA7-970BE85A421E}"/>
          </ac:spMkLst>
        </pc:spChg>
        <pc:spChg chg="add del mod">
          <ac:chgData name="David Recouvreur" userId="eb6916c3-51ba-4176-b211-2d3af9ee51de" providerId="ADAL" clId="{C83E26FE-4162-4AA5-97C8-454BCC2C930F}" dt="2026-08-06T15:27:45.900" v="29" actId="478"/>
          <ac:spMkLst>
            <pc:docMk/>
            <pc:sldMk cId="4275226705" sldId="321"/>
            <ac:spMk id="81" creationId="{B03ED40E-4EA6-AE31-5EF8-F45D0107D231}"/>
          </ac:spMkLst>
        </pc:spChg>
        <pc:spChg chg="add mod">
          <ac:chgData name="David Recouvreur" userId="eb6916c3-51ba-4176-b211-2d3af9ee51de" providerId="ADAL" clId="{C83E26FE-4162-4AA5-97C8-454BCC2C930F}" dt="2026-08-06T15:26:45.289" v="23" actId="1076"/>
          <ac:spMkLst>
            <pc:docMk/>
            <pc:sldMk cId="4275226705" sldId="321"/>
            <ac:spMk id="88" creationId="{245C5797-9334-7926-078F-AD802BA2FF1B}"/>
          </ac:spMkLst>
        </pc:spChg>
        <pc:spChg chg="add mod">
          <ac:chgData name="David Recouvreur" userId="eb6916c3-51ba-4176-b211-2d3af9ee51de" providerId="ADAL" clId="{C83E26FE-4162-4AA5-97C8-454BCC2C930F}" dt="2026-08-06T15:26:53.201" v="26" actId="1076"/>
          <ac:spMkLst>
            <pc:docMk/>
            <pc:sldMk cId="4275226705" sldId="321"/>
            <ac:spMk id="90" creationId="{34448C82-B8DC-51B5-49F9-0F334618DBA3}"/>
          </ac:spMkLst>
        </pc:spChg>
        <pc:spChg chg="mod">
          <ac:chgData name="David Recouvreur" userId="eb6916c3-51ba-4176-b211-2d3af9ee51de" providerId="ADAL" clId="{C83E26FE-4162-4AA5-97C8-454BCC2C930F}" dt="2026-08-06T15:11:40.813" v="4" actId="1076"/>
          <ac:spMkLst>
            <pc:docMk/>
            <pc:sldMk cId="4275226705" sldId="321"/>
            <ac:spMk id="112" creationId="{A9FB39EE-EF29-9DA9-D2CB-9E96217FA308}"/>
          </ac:spMkLst>
        </pc:spChg>
        <pc:spChg chg="mod">
          <ac:chgData name="David Recouvreur" userId="eb6916c3-51ba-4176-b211-2d3af9ee51de" providerId="ADAL" clId="{C83E26FE-4162-4AA5-97C8-454BCC2C930F}" dt="2026-08-06T15:11:40.813" v="4" actId="1076"/>
          <ac:spMkLst>
            <pc:docMk/>
            <pc:sldMk cId="4275226705" sldId="321"/>
            <ac:spMk id="114" creationId="{8E4DE5EC-790C-264C-DD5C-F6D1E72AD6DF}"/>
          </ac:spMkLst>
        </pc:spChg>
        <pc:spChg chg="mod">
          <ac:chgData name="David Recouvreur" userId="eb6916c3-51ba-4176-b211-2d3af9ee51de" providerId="ADAL" clId="{C83E26FE-4162-4AA5-97C8-454BCC2C930F}" dt="2026-08-06T15:11:40.813" v="4" actId="1076"/>
          <ac:spMkLst>
            <pc:docMk/>
            <pc:sldMk cId="4275226705" sldId="321"/>
            <ac:spMk id="125" creationId="{8EE4E5E0-F854-27D8-B69F-BA9A299741EE}"/>
          </ac:spMkLst>
        </pc:spChg>
        <pc:spChg chg="mod">
          <ac:chgData name="David Recouvreur" userId="eb6916c3-51ba-4176-b211-2d3af9ee51de" providerId="ADAL" clId="{C83E26FE-4162-4AA5-97C8-454BCC2C930F}" dt="2026-08-06T15:11:40.813" v="4" actId="1076"/>
          <ac:spMkLst>
            <pc:docMk/>
            <pc:sldMk cId="4275226705" sldId="321"/>
            <ac:spMk id="2053" creationId="{CB7EBBDB-8C47-F23E-A60B-9F10D9290EA0}"/>
          </ac:spMkLst>
        </pc:spChg>
        <pc:spChg chg="mod">
          <ac:chgData name="David Recouvreur" userId="eb6916c3-51ba-4176-b211-2d3af9ee51de" providerId="ADAL" clId="{C83E26FE-4162-4AA5-97C8-454BCC2C930F}" dt="2026-08-06T15:11:40.813" v="4" actId="1076"/>
          <ac:spMkLst>
            <pc:docMk/>
            <pc:sldMk cId="4275226705" sldId="321"/>
            <ac:spMk id="2054" creationId="{FF43D0A6-1821-9484-4252-2112082BA250}"/>
          </ac:spMkLst>
        </pc:spChg>
        <pc:spChg chg="mod">
          <ac:chgData name="David Recouvreur" userId="eb6916c3-51ba-4176-b211-2d3af9ee51de" providerId="ADAL" clId="{C83E26FE-4162-4AA5-97C8-454BCC2C930F}" dt="2026-08-06T15:11:40.813" v="4" actId="1076"/>
          <ac:spMkLst>
            <pc:docMk/>
            <pc:sldMk cId="4275226705" sldId="321"/>
            <ac:spMk id="2060" creationId="{7F26219B-24E6-8788-ED65-A50516E36397}"/>
          </ac:spMkLst>
        </pc:spChg>
        <pc:picChg chg="mod">
          <ac:chgData name="David Recouvreur" userId="eb6916c3-51ba-4176-b211-2d3af9ee51de" providerId="ADAL" clId="{C83E26FE-4162-4AA5-97C8-454BCC2C930F}" dt="2026-08-06T15:26:42.424" v="22" actId="1076"/>
          <ac:picMkLst>
            <pc:docMk/>
            <pc:sldMk cId="4275226705" sldId="321"/>
            <ac:picMk id="78" creationId="{0B4E3939-E8A8-B165-0A72-C1DF86A74735}"/>
          </ac:picMkLst>
        </pc:picChg>
        <pc:picChg chg="add mod">
          <ac:chgData name="David Recouvreur" userId="eb6916c3-51ba-4176-b211-2d3af9ee51de" providerId="ADAL" clId="{C83E26FE-4162-4AA5-97C8-454BCC2C930F}" dt="2026-08-06T15:28:08.577" v="35" actId="1076"/>
          <ac:picMkLst>
            <pc:docMk/>
            <pc:sldMk cId="4275226705" sldId="321"/>
            <ac:picMk id="94" creationId="{2E620CC3-6CBE-DBFA-3962-FBAB907F1884}"/>
          </ac:picMkLst>
        </pc:picChg>
        <pc:picChg chg="add mod">
          <ac:chgData name="David Recouvreur" userId="eb6916c3-51ba-4176-b211-2d3af9ee51de" providerId="ADAL" clId="{C83E26FE-4162-4AA5-97C8-454BCC2C930F}" dt="2026-08-06T15:28:17.321" v="37" actId="1076"/>
          <ac:picMkLst>
            <pc:docMk/>
            <pc:sldMk cId="4275226705" sldId="321"/>
            <ac:picMk id="96" creationId="{F957025B-20D5-1DE4-09C7-C23895A16F07}"/>
          </ac:picMkLst>
        </pc:picChg>
        <pc:picChg chg="add mod">
          <ac:chgData name="David Recouvreur" userId="eb6916c3-51ba-4176-b211-2d3af9ee51de" providerId="ADAL" clId="{C83E26FE-4162-4AA5-97C8-454BCC2C930F}" dt="2026-08-06T15:31:22.599" v="44" actId="14100"/>
          <ac:picMkLst>
            <pc:docMk/>
            <pc:sldMk cId="4275226705" sldId="321"/>
            <ac:picMk id="98" creationId="{80C3AB1B-11EF-E025-46AF-C17BD91BA4A7}"/>
          </ac:picMkLst>
        </pc:picChg>
      </pc:sldChg>
    </pc:docChg>
  </pc:docChgLst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30:35.286" v="29" actId="1076"/>
      <pc:docMkLst>
        <pc:docMk/>
      </pc:docMkLst>
      <pc:sldChg chg="addSp delSp modSp mod">
        <pc:chgData name="Lucas Genty" userId="0ff89410-5e71-4be0-bd77-4c071ba329e4" providerId="ADAL" clId="{299A151C-5B74-5660-9229-42BC38DFE690}" dt="2026-08-06T07:30:35.286" v="29" actId="1076"/>
        <pc:sldMkLst>
          <pc:docMk/>
          <pc:sldMk cId="4275226705" sldId="321"/>
        </pc:sldMkLst>
        <pc:spChg chg="add mod">
          <ac:chgData name="Lucas Genty" userId="0ff89410-5e71-4be0-bd77-4c071ba329e4" providerId="ADAL" clId="{299A151C-5B74-5660-9229-42BC38DFE690}" dt="2026-08-06T07:30:00.700" v="14" actId="20577"/>
          <ac:spMkLst>
            <pc:docMk/>
            <pc:sldMk cId="4275226705" sldId="321"/>
            <ac:spMk id="3" creationId="{328F4DBF-3181-4B54-B91A-FFE9CF886CDB}"/>
          </ac:spMkLst>
        </pc:spChg>
        <pc:spChg chg="add mod">
          <ac:chgData name="Lucas Genty" userId="0ff89410-5e71-4be0-bd77-4c071ba329e4" providerId="ADAL" clId="{299A151C-5B74-5660-9229-42BC38DFE690}" dt="2026-08-06T07:29:53.414" v="2"/>
          <ac:spMkLst>
            <pc:docMk/>
            <pc:sldMk cId="4275226705" sldId="321"/>
            <ac:spMk id="4" creationId="{95114596-ED94-9279-6ECF-4FB902C83851}"/>
          </ac:spMkLst>
        </pc:spChg>
        <pc:spChg chg="del">
          <ac:chgData name="Lucas Genty" userId="0ff89410-5e71-4be0-bd77-4c071ba329e4" providerId="ADAL" clId="{299A151C-5B74-5660-9229-42BC38DFE690}" dt="2026-08-06T07:29:52.821" v="1" actId="478"/>
          <ac:spMkLst>
            <pc:docMk/>
            <pc:sldMk cId="4275226705" sldId="321"/>
            <ac:spMk id="13" creationId="{1932D784-BC2F-38C1-93CE-4DAC93C2A8FA}"/>
          </ac:spMkLst>
        </pc:spChg>
        <pc:spChg chg="add mod">
          <ac:chgData name="Lucas Genty" userId="0ff89410-5e71-4be0-bd77-4c071ba329e4" providerId="ADAL" clId="{299A151C-5B74-5660-9229-42BC38DFE690}" dt="2026-08-06T07:30:10.498" v="21" actId="20577"/>
          <ac:spMkLst>
            <pc:docMk/>
            <pc:sldMk cId="4275226705" sldId="321"/>
            <ac:spMk id="22" creationId="{C99B5A25-555A-4F85-9628-0F90E0B7DDE9}"/>
          </ac:spMkLst>
        </pc:spChg>
        <pc:spChg chg="add mod">
          <ac:chgData name="Lucas Genty" userId="0ff89410-5e71-4be0-bd77-4c071ba329e4" providerId="ADAL" clId="{299A151C-5B74-5660-9229-42BC38DFE690}" dt="2026-08-06T07:30:15.834" v="27" actId="20577"/>
          <ac:spMkLst>
            <pc:docMk/>
            <pc:sldMk cId="4275226705" sldId="321"/>
            <ac:spMk id="23" creationId="{1CBA3E44-778A-522F-C02E-26AF86956AA5}"/>
          </ac:spMkLst>
        </pc:spChg>
        <pc:spChg chg="add mod">
          <ac:chgData name="Lucas Genty" userId="0ff89410-5e71-4be0-bd77-4c071ba329e4" providerId="ADAL" clId="{299A151C-5B74-5660-9229-42BC38DFE690}" dt="2026-08-06T07:30:35.286" v="29" actId="1076"/>
          <ac:spMkLst>
            <pc:docMk/>
            <pc:sldMk cId="4275226705" sldId="321"/>
            <ac:spMk id="65" creationId="{87A3899F-B4F3-BD33-5973-667024FA96DE}"/>
          </ac:spMkLst>
        </pc:spChg>
        <pc:spChg chg="del">
          <ac:chgData name="Lucas Genty" userId="0ff89410-5e71-4be0-bd77-4c071ba329e4" providerId="ADAL" clId="{299A151C-5B74-5660-9229-42BC38DFE690}" dt="2026-08-06T07:29:48.871" v="0" actId="478"/>
          <ac:spMkLst>
            <pc:docMk/>
            <pc:sldMk cId="4275226705" sldId="321"/>
            <ac:spMk id="67" creationId="{88B9BBAE-5361-2949-3554-877DD267D530}"/>
          </ac:spMkLst>
        </pc:spChg>
        <pc:spChg chg="del">
          <ac:chgData name="Lucas Genty" userId="0ff89410-5e71-4be0-bd77-4c071ba329e4" providerId="ADAL" clId="{299A151C-5B74-5660-9229-42BC38DFE690}" dt="2026-08-06T07:29:52.821" v="1" actId="478"/>
          <ac:spMkLst>
            <pc:docMk/>
            <pc:sldMk cId="4275226705" sldId="321"/>
            <ac:spMk id="68" creationId="{AD573E96-BB92-9A77-EF63-6F9ECDE99CE3}"/>
          </ac:spMkLst>
        </pc:spChg>
        <pc:spChg chg="del">
          <ac:chgData name="Lucas Genty" userId="0ff89410-5e71-4be0-bd77-4c071ba329e4" providerId="ADAL" clId="{299A151C-5B74-5660-9229-42BC38DFE690}" dt="2026-08-06T07:29:48.871" v="0" actId="478"/>
          <ac:spMkLst>
            <pc:docMk/>
            <pc:sldMk cId="4275226705" sldId="321"/>
            <ac:spMk id="70" creationId="{5348AF54-686A-D862-70B3-5936A722B537}"/>
          </ac:spMkLst>
        </pc:spChg>
        <pc:spChg chg="del">
          <ac:chgData name="Lucas Genty" userId="0ff89410-5e71-4be0-bd77-4c071ba329e4" providerId="ADAL" clId="{299A151C-5B74-5660-9229-42BC38DFE690}" dt="2026-08-06T07:29:48.871" v="0" actId="478"/>
          <ac:spMkLst>
            <pc:docMk/>
            <pc:sldMk cId="4275226705" sldId="321"/>
            <ac:spMk id="87" creationId="{991A6818-3662-436A-E60E-035136E9ABE5}"/>
          </ac:spMkLst>
        </pc:spChg>
        <pc:spChg chg="del">
          <ac:chgData name="Lucas Genty" userId="0ff89410-5e71-4be0-bd77-4c071ba329e4" providerId="ADAL" clId="{299A151C-5B74-5660-9229-42BC38DFE690}" dt="2026-08-06T07:29:52.821" v="1" actId="478"/>
          <ac:spMkLst>
            <pc:docMk/>
            <pc:sldMk cId="4275226705" sldId="321"/>
            <ac:spMk id="88" creationId="{5F5F0E05-9FE4-E1B1-74E1-4938935D5E5C}"/>
          </ac:spMkLst>
        </pc:spChg>
        <pc:spChg chg="del">
          <ac:chgData name="Lucas Genty" userId="0ff89410-5e71-4be0-bd77-4c071ba329e4" providerId="ADAL" clId="{299A151C-5B74-5660-9229-42BC38DFE690}" dt="2026-08-06T07:29:48.871" v="0" actId="478"/>
          <ac:spMkLst>
            <pc:docMk/>
            <pc:sldMk cId="4275226705" sldId="321"/>
            <ac:spMk id="89" creationId="{296DB9E8-AA29-12AE-F349-9A345C2587FA}"/>
          </ac:spMkLst>
        </pc:spChg>
        <pc:spChg chg="del">
          <ac:chgData name="Lucas Genty" userId="0ff89410-5e71-4be0-bd77-4c071ba329e4" providerId="ADAL" clId="{299A151C-5B74-5660-9229-42BC38DFE690}" dt="2026-08-06T07:29:52.821" v="1" actId="478"/>
          <ac:spMkLst>
            <pc:docMk/>
            <pc:sldMk cId="4275226705" sldId="321"/>
            <ac:spMk id="90" creationId="{933CC2FF-9C9A-EA22-DB80-0E08550C246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707C-E44D-A9BA-0D08C4FE7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E323D-5B79-4A3D-A846-DD2B6281790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581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Titre de la</a:t>
            </a:r>
            <a:br>
              <a:rPr lang="fr-FR" noProof="0"/>
            </a:br>
            <a:r>
              <a:rPr lang="fr-FR" noProof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</a:t>
            </a:r>
          </a:p>
          <a:p>
            <a:pPr lvl="1"/>
            <a:r>
              <a:rPr lang="fr-FR" noProof="0"/>
              <a:t>Texte</a:t>
            </a:r>
          </a:p>
          <a:p>
            <a:pPr lvl="2"/>
            <a:r>
              <a:rPr lang="fr-FR" noProof="0"/>
              <a:t>Texte</a:t>
            </a:r>
          </a:p>
          <a:p>
            <a:pPr lvl="3"/>
            <a:r>
              <a:rPr lang="fr-FR" noProof="0"/>
              <a:t>Texte</a:t>
            </a:r>
          </a:p>
          <a:p>
            <a:pPr lvl="4"/>
            <a:r>
              <a:rPr lang="fr-FR" noProof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chart" Target="../charts/chart1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/>
              <a:t>ÉVALUATION</a:t>
            </a:r>
            <a:br>
              <a:rPr lang="fr-FR" sz="4400"/>
            </a:br>
            <a:r>
              <a:rPr lang="fr-FR" sz="4400"/>
              <a:t>INDIVIDUALISATION</a:t>
            </a:r>
            <a:endParaRPr lang="fr-FR" sz="4400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/>
              <a:t>ELIES DIALLO – 2010</a:t>
            </a:r>
          </a:p>
          <a:p>
            <a:r>
              <a:rPr lang="fr-FR"/>
              <a:t>SAISON 2026/2027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6CD1-F9F1-E9A2-49D7-858E04E6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8ECD2657-1E04-BAFF-F4AC-F07DE44F01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879368"/>
              </p:ext>
            </p:extLst>
          </p:nvPr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D2C8D93-1FB5-A62F-6137-9AEE9C7FD788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E2E43A92-1207-9ABC-D0BB-81276EF71F26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C2E8DD4-F417-EFCC-16A3-6CA2C2684A5E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80813509-32B7-4AC0-5819-7EE5056F2769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2D6CD09-8E2E-30D9-407C-59FEEB4A3482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3FF50C31-8705-1E33-B81B-48CBC8A6675C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E9C2F71-DFCC-04CE-0D06-6AE05486B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5" name="Ellipse 34">
            <a:extLst>
              <a:ext uri="{FF2B5EF4-FFF2-40B4-BE49-F238E27FC236}">
                <a16:creationId xmlns:a16="http://schemas.microsoft.com/office/drawing/2014/main" id="{8858C334-BA60-5A30-E795-337397AAF63E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E54BE8E-1EF9-B275-5FD9-41833AF492C4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9C91104-F458-5E09-C78F-9CE2D719164D}"/>
              </a:ext>
            </a:extLst>
          </p:cNvPr>
          <p:cNvSpPr>
            <a:spLocks noChangeAspect="1"/>
          </p:cNvSpPr>
          <p:nvPr/>
        </p:nvSpPr>
        <p:spPr>
          <a:xfrm>
            <a:off x="1991897" y="87546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DDBD691-4045-8A28-1374-BB0A30C85226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3E8CC36-7F6B-1D8D-25BD-75125B84A0A0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7BC92DC-E0E1-AF4B-4A8A-74FB0CAFEA53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DAE3EB57-9F84-6021-F541-8E7C43588997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DA649F17-D406-7AC3-17A6-791C55DE7BD4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err="1">
                <a:solidFill>
                  <a:schemeClr val="bg1"/>
                </a:solidFill>
              </a:rPr>
              <a:t>T</a:t>
            </a:r>
            <a:r>
              <a:rPr lang="fr-FR" sz="140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10AC65A-990B-68CC-2828-6D57F712B52D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20C513E-A403-BDBA-C8AA-67E51142F0B4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0148D301-E451-E6A4-2F77-84E8F8CACC67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B0391404-6B98-D95F-9074-8D0ED013A01A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550A7F3-AB95-36E9-F1E3-F8CA54882FAE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A5EAA3-FFCD-8EDC-3C64-A4C8DB45289E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1B2FF96-4B79-C9EC-E657-1C13FBE72E84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64C6072-7A33-5A41-C07E-BD98AC589317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C8ED3D4-E071-EF13-8F3A-9BEC38045BA6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68634E-FA04-DBDB-38C6-9FDC6E4DB93D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8D92854-5F72-BEC9-08AB-FAE5F0BA3F6E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74BA2F9-0BCB-672F-49B8-C26A84AC6503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AFA8D4B-8189-BE58-D461-70FFBC24AE46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C3F7BDA-80BA-953E-C8CC-57CB99E9F61A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6FF3B73-D039-2041-F6D8-69D0B66353BE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>
                <a:solidFill>
                  <a:schemeClr val="bg1"/>
                </a:solidFill>
              </a:rPr>
              <a:t>SÉLÉCTION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400E631-2983-31D4-E5B0-0EFFDDC2F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62" y="2339042"/>
            <a:ext cx="322658" cy="21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Image 77">
            <a:extLst>
              <a:ext uri="{FF2B5EF4-FFF2-40B4-BE49-F238E27FC236}">
                <a16:creationId xmlns:a16="http://schemas.microsoft.com/office/drawing/2014/main" id="{0B4E3939-E8A8-B165-0A72-C1DF86A747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67288" y="117658"/>
            <a:ext cx="2139830" cy="213983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6C4E2C3-B109-762C-8FDD-A92254527FB1}"/>
              </a:ext>
            </a:extLst>
          </p:cNvPr>
          <p:cNvSpPr/>
          <p:nvPr/>
        </p:nvSpPr>
        <p:spPr>
          <a:xfrm>
            <a:off x="2716607" y="3119156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A7232D97-6C64-07D4-A4EE-F11A597924FD}"/>
              </a:ext>
            </a:extLst>
          </p:cNvPr>
          <p:cNvSpPr txBox="1"/>
          <p:nvPr/>
        </p:nvSpPr>
        <p:spPr>
          <a:xfrm>
            <a:off x="2752821" y="3138367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D602BE6-2556-9CFF-EFE9-9B239F77205E}"/>
              </a:ext>
            </a:extLst>
          </p:cNvPr>
          <p:cNvSpPr/>
          <p:nvPr/>
        </p:nvSpPr>
        <p:spPr>
          <a:xfrm>
            <a:off x="5542103" y="3115183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8C3FCC3-AE5E-9086-6A59-F13E325E0382}"/>
              </a:ext>
            </a:extLst>
          </p:cNvPr>
          <p:cNvSpPr/>
          <p:nvPr/>
        </p:nvSpPr>
        <p:spPr>
          <a:xfrm>
            <a:off x="8367599" y="3119156"/>
            <a:ext cx="2719446" cy="30414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BD019C4E-372E-003E-7A64-E98B2D322C41}"/>
              </a:ext>
            </a:extLst>
          </p:cNvPr>
          <p:cNvSpPr txBox="1"/>
          <p:nvPr/>
        </p:nvSpPr>
        <p:spPr>
          <a:xfrm>
            <a:off x="5580200" y="3150559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31E52F99-1470-1889-D944-737706E623C9}"/>
              </a:ext>
            </a:extLst>
          </p:cNvPr>
          <p:cNvSpPr txBox="1"/>
          <p:nvPr/>
        </p:nvSpPr>
        <p:spPr>
          <a:xfrm>
            <a:off x="8403813" y="3150559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69C64BA9-6CD7-F131-E284-F2B284A4422C}"/>
              </a:ext>
            </a:extLst>
          </p:cNvPr>
          <p:cNvSpPr txBox="1"/>
          <p:nvPr/>
        </p:nvSpPr>
        <p:spPr>
          <a:xfrm>
            <a:off x="2952512" y="349511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C8CDAAA-2E78-AD10-9AC5-1036394414DE}"/>
              </a:ext>
            </a:extLst>
          </p:cNvPr>
          <p:cNvSpPr/>
          <p:nvPr/>
        </p:nvSpPr>
        <p:spPr>
          <a:xfrm flipH="1">
            <a:off x="2773126" y="3493933"/>
            <a:ext cx="113935" cy="1160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B6A0708-4457-1FAC-F750-494F10162F0C}"/>
              </a:ext>
            </a:extLst>
          </p:cNvPr>
          <p:cNvSpPr/>
          <p:nvPr/>
        </p:nvSpPr>
        <p:spPr>
          <a:xfrm>
            <a:off x="2743878" y="4438998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32ECB5B-D540-355F-45AF-07B8206BA43F}"/>
              </a:ext>
            </a:extLst>
          </p:cNvPr>
          <p:cNvSpPr/>
          <p:nvPr/>
        </p:nvSpPr>
        <p:spPr>
          <a:xfrm>
            <a:off x="8399186" y="3433393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8EE17248-E8BE-EDCC-36FB-D0C8487F05F3}"/>
              </a:ext>
            </a:extLst>
          </p:cNvPr>
          <p:cNvSpPr txBox="1"/>
          <p:nvPr/>
        </p:nvSpPr>
        <p:spPr>
          <a:xfrm>
            <a:off x="2952512" y="372122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68E2148A-1FAC-95D5-2F74-03154E4D60C2}"/>
              </a:ext>
            </a:extLst>
          </p:cNvPr>
          <p:cNvSpPr txBox="1"/>
          <p:nvPr/>
        </p:nvSpPr>
        <p:spPr>
          <a:xfrm>
            <a:off x="2952512" y="395896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A9FB39EE-EF29-9DA9-D2CB-9E96217FA308}"/>
              </a:ext>
            </a:extLst>
          </p:cNvPr>
          <p:cNvSpPr txBox="1"/>
          <p:nvPr/>
        </p:nvSpPr>
        <p:spPr>
          <a:xfrm>
            <a:off x="5843481" y="370497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Pressing 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4BE49A70-ED7F-0C06-057F-5683EB85B53F}"/>
              </a:ext>
            </a:extLst>
          </p:cNvPr>
          <p:cNvSpPr txBox="1"/>
          <p:nvPr/>
        </p:nvSpPr>
        <p:spPr>
          <a:xfrm>
            <a:off x="8631294" y="36684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 ses partenaires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8E4DE5EC-790C-264C-DD5C-F6D1E72AD6DF}"/>
              </a:ext>
            </a:extLst>
          </p:cNvPr>
          <p:cNvSpPr txBox="1"/>
          <p:nvPr/>
        </p:nvSpPr>
        <p:spPr>
          <a:xfrm>
            <a:off x="5843481" y="349511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Fermer les lignes de passes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44CDBB51-B8BC-3EE3-8E1C-56A24D86BED8}"/>
              </a:ext>
            </a:extLst>
          </p:cNvPr>
          <p:cNvSpPr txBox="1"/>
          <p:nvPr/>
        </p:nvSpPr>
        <p:spPr>
          <a:xfrm>
            <a:off x="8631294" y="392002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5BF0B209-63A1-4C4E-1D4A-B46CE2EAA1A1}"/>
              </a:ext>
            </a:extLst>
          </p:cNvPr>
          <p:cNvSpPr txBox="1"/>
          <p:nvPr/>
        </p:nvSpPr>
        <p:spPr>
          <a:xfrm>
            <a:off x="2952511" y="4197204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A20716FE-8E45-EAEA-8B17-272EDB934967}"/>
              </a:ext>
            </a:extLst>
          </p:cNvPr>
          <p:cNvSpPr txBox="1"/>
          <p:nvPr/>
        </p:nvSpPr>
        <p:spPr>
          <a:xfrm>
            <a:off x="2958608" y="442275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AEA952C7-BACE-746F-6497-D9B3C321779A}"/>
              </a:ext>
            </a:extLst>
          </p:cNvPr>
          <p:cNvSpPr txBox="1"/>
          <p:nvPr/>
        </p:nvSpPr>
        <p:spPr>
          <a:xfrm>
            <a:off x="2958608" y="464830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Efficacité en 1c1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3C0AD886-B2E6-A1B4-64D1-4F984CA247B0}"/>
              </a:ext>
            </a:extLst>
          </p:cNvPr>
          <p:cNvSpPr txBox="1"/>
          <p:nvPr/>
        </p:nvSpPr>
        <p:spPr>
          <a:xfrm>
            <a:off x="8631294" y="415555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859D5D49-A75C-F1EB-09C8-1F8115E888F2}"/>
              </a:ext>
            </a:extLst>
          </p:cNvPr>
          <p:cNvSpPr txBox="1"/>
          <p:nvPr/>
        </p:nvSpPr>
        <p:spPr>
          <a:xfrm>
            <a:off x="2958608" y="485513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0703042E-16CC-D09F-3CD2-F84BC357FF66}"/>
              </a:ext>
            </a:extLst>
          </p:cNvPr>
          <p:cNvSpPr txBox="1"/>
          <p:nvPr/>
        </p:nvSpPr>
        <p:spPr>
          <a:xfrm>
            <a:off x="2969494" y="508373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CF201C72-93E2-E24B-C0C7-53D7A811DC75}"/>
              </a:ext>
            </a:extLst>
          </p:cNvPr>
          <p:cNvSpPr txBox="1"/>
          <p:nvPr/>
        </p:nvSpPr>
        <p:spPr>
          <a:xfrm>
            <a:off x="2969494" y="530145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Attaque du but / de la surface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19ED0916-51C0-61B3-1845-D89ECE2104F7}"/>
              </a:ext>
            </a:extLst>
          </p:cNvPr>
          <p:cNvSpPr txBox="1"/>
          <p:nvPr/>
        </p:nvSpPr>
        <p:spPr>
          <a:xfrm>
            <a:off x="8619180" y="438705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Fermeture sur centre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CFB31B02-F1FD-E5A0-D9E5-B41F5FE522AD}"/>
              </a:ext>
            </a:extLst>
          </p:cNvPr>
          <p:cNvSpPr txBox="1"/>
          <p:nvPr/>
        </p:nvSpPr>
        <p:spPr>
          <a:xfrm>
            <a:off x="8619180" y="462391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8EE4E5E0-F854-27D8-B69F-BA9A299741EE}"/>
              </a:ext>
            </a:extLst>
          </p:cNvPr>
          <p:cNvSpPr txBox="1"/>
          <p:nvPr/>
        </p:nvSpPr>
        <p:spPr>
          <a:xfrm>
            <a:off x="5851402" y="391751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Aide défensive à son latéral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B5401B02-B49A-1A8B-C25D-F956FE59489B}"/>
              </a:ext>
            </a:extLst>
          </p:cNvPr>
          <p:cNvSpPr txBox="1"/>
          <p:nvPr/>
        </p:nvSpPr>
        <p:spPr>
          <a:xfrm>
            <a:off x="2969494" y="551611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centre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6A8D466F-9A2B-D435-2A74-DB676148C052}"/>
              </a:ext>
            </a:extLst>
          </p:cNvPr>
          <p:cNvSpPr txBox="1"/>
          <p:nvPr/>
        </p:nvSpPr>
        <p:spPr>
          <a:xfrm>
            <a:off x="2969494" y="575865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2048" name="ZoneTexte 2047">
            <a:extLst>
              <a:ext uri="{FF2B5EF4-FFF2-40B4-BE49-F238E27FC236}">
                <a16:creationId xmlns:a16="http://schemas.microsoft.com/office/drawing/2014/main" id="{094B17CA-62A1-BEC5-CE72-B63B893A3178}"/>
              </a:ext>
            </a:extLst>
          </p:cNvPr>
          <p:cNvSpPr txBox="1"/>
          <p:nvPr/>
        </p:nvSpPr>
        <p:spPr>
          <a:xfrm>
            <a:off x="2969494" y="597892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Vitesse d’enchainement</a:t>
            </a:r>
          </a:p>
        </p:txBody>
      </p:sp>
      <p:sp>
        <p:nvSpPr>
          <p:cNvPr id="2049" name="Rectangle 2048">
            <a:extLst>
              <a:ext uri="{FF2B5EF4-FFF2-40B4-BE49-F238E27FC236}">
                <a16:creationId xmlns:a16="http://schemas.microsoft.com/office/drawing/2014/main" id="{38348B35-DA73-C68B-9D5B-4735700DC49D}"/>
              </a:ext>
            </a:extLst>
          </p:cNvPr>
          <p:cNvSpPr/>
          <p:nvPr/>
        </p:nvSpPr>
        <p:spPr>
          <a:xfrm>
            <a:off x="8411652" y="3692826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50" name="Rectangle 2049">
            <a:extLst>
              <a:ext uri="{FF2B5EF4-FFF2-40B4-BE49-F238E27FC236}">
                <a16:creationId xmlns:a16="http://schemas.microsoft.com/office/drawing/2014/main" id="{850907A5-670F-382A-0098-AC51580BC4EA}"/>
              </a:ext>
            </a:extLst>
          </p:cNvPr>
          <p:cNvSpPr/>
          <p:nvPr/>
        </p:nvSpPr>
        <p:spPr>
          <a:xfrm>
            <a:off x="2750933" y="5789103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51" name="Rectangle 2050">
            <a:extLst>
              <a:ext uri="{FF2B5EF4-FFF2-40B4-BE49-F238E27FC236}">
                <a16:creationId xmlns:a16="http://schemas.microsoft.com/office/drawing/2014/main" id="{373BB0ED-05A4-9BE5-B6EE-1A7B6F6DF376}"/>
              </a:ext>
            </a:extLst>
          </p:cNvPr>
          <p:cNvSpPr/>
          <p:nvPr/>
        </p:nvSpPr>
        <p:spPr>
          <a:xfrm>
            <a:off x="2754908" y="4910652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53" name="Rectangle 2052">
            <a:extLst>
              <a:ext uri="{FF2B5EF4-FFF2-40B4-BE49-F238E27FC236}">
                <a16:creationId xmlns:a16="http://schemas.microsoft.com/office/drawing/2014/main" id="{CB7EBBDB-8C47-F23E-A60B-9F10D9290EA0}"/>
              </a:ext>
            </a:extLst>
          </p:cNvPr>
          <p:cNvSpPr/>
          <p:nvPr/>
        </p:nvSpPr>
        <p:spPr>
          <a:xfrm>
            <a:off x="5645249" y="3966239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54" name="Rectangle 2053">
            <a:extLst>
              <a:ext uri="{FF2B5EF4-FFF2-40B4-BE49-F238E27FC236}">
                <a16:creationId xmlns:a16="http://schemas.microsoft.com/office/drawing/2014/main" id="{FF43D0A6-1821-9484-4252-2112082BA250}"/>
              </a:ext>
            </a:extLst>
          </p:cNvPr>
          <p:cNvSpPr/>
          <p:nvPr/>
        </p:nvSpPr>
        <p:spPr>
          <a:xfrm>
            <a:off x="5649455" y="3481061"/>
            <a:ext cx="132154" cy="1160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8BE7C30-F95F-4A7B-4A61-954C9E3CC423}"/>
              </a:ext>
            </a:extLst>
          </p:cNvPr>
          <p:cNvSpPr/>
          <p:nvPr/>
        </p:nvSpPr>
        <p:spPr>
          <a:xfrm flipH="1">
            <a:off x="2741969" y="4171683"/>
            <a:ext cx="150081" cy="1313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56" name="Rectangle 2055">
            <a:extLst>
              <a:ext uri="{FF2B5EF4-FFF2-40B4-BE49-F238E27FC236}">
                <a16:creationId xmlns:a16="http://schemas.microsoft.com/office/drawing/2014/main" id="{9AC6AF9E-99F6-5974-885B-8D82CBF2BB81}"/>
              </a:ext>
            </a:extLst>
          </p:cNvPr>
          <p:cNvSpPr/>
          <p:nvPr/>
        </p:nvSpPr>
        <p:spPr>
          <a:xfrm>
            <a:off x="8380038" y="3958965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6A0034A0-018F-20B4-A838-2EF510E0C927}"/>
              </a:ext>
            </a:extLst>
          </p:cNvPr>
          <p:cNvSpPr/>
          <p:nvPr/>
        </p:nvSpPr>
        <p:spPr>
          <a:xfrm>
            <a:off x="2784319" y="5127228"/>
            <a:ext cx="132154" cy="93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A5785916-069C-65BD-D919-FDED4AFBAE1F}"/>
              </a:ext>
            </a:extLst>
          </p:cNvPr>
          <p:cNvSpPr/>
          <p:nvPr/>
        </p:nvSpPr>
        <p:spPr>
          <a:xfrm flipH="1">
            <a:off x="2752820" y="4638404"/>
            <a:ext cx="150081" cy="1313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B7C85D5-8B54-3A91-4C06-7CE36AAA28FF}"/>
              </a:ext>
            </a:extLst>
          </p:cNvPr>
          <p:cNvSpPr/>
          <p:nvPr/>
        </p:nvSpPr>
        <p:spPr>
          <a:xfrm flipH="1">
            <a:off x="2740735" y="3721222"/>
            <a:ext cx="150081" cy="1313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7F26219B-24E6-8788-ED65-A50516E36397}"/>
              </a:ext>
            </a:extLst>
          </p:cNvPr>
          <p:cNvSpPr/>
          <p:nvPr/>
        </p:nvSpPr>
        <p:spPr>
          <a:xfrm flipH="1">
            <a:off x="5648153" y="3691993"/>
            <a:ext cx="150081" cy="1313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9E3D4E51-85EC-56E4-578C-56AFDDE558CD}"/>
              </a:ext>
            </a:extLst>
          </p:cNvPr>
          <p:cNvSpPr/>
          <p:nvPr/>
        </p:nvSpPr>
        <p:spPr>
          <a:xfrm>
            <a:off x="2750933" y="6002747"/>
            <a:ext cx="132154" cy="1160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406AFEFC-6074-6F98-51C9-BB75FE76CA24}"/>
              </a:ext>
            </a:extLst>
          </p:cNvPr>
          <p:cNvSpPr/>
          <p:nvPr/>
        </p:nvSpPr>
        <p:spPr>
          <a:xfrm>
            <a:off x="2773127" y="5311370"/>
            <a:ext cx="132154" cy="1160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FD3A4B3-492F-3B68-54C5-BBC6895131AA}"/>
              </a:ext>
            </a:extLst>
          </p:cNvPr>
          <p:cNvSpPr/>
          <p:nvPr/>
        </p:nvSpPr>
        <p:spPr>
          <a:xfrm>
            <a:off x="2781602" y="5516117"/>
            <a:ext cx="132154" cy="1160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8F8DDD27-79C6-FCF1-D71E-B2D1598F7572}"/>
              </a:ext>
            </a:extLst>
          </p:cNvPr>
          <p:cNvSpPr/>
          <p:nvPr/>
        </p:nvSpPr>
        <p:spPr>
          <a:xfrm>
            <a:off x="8428482" y="4153919"/>
            <a:ext cx="132154" cy="1160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54FFB111-C39A-8162-F1C5-E28983147FFA}"/>
              </a:ext>
            </a:extLst>
          </p:cNvPr>
          <p:cNvSpPr/>
          <p:nvPr/>
        </p:nvSpPr>
        <p:spPr>
          <a:xfrm>
            <a:off x="8434001" y="4396638"/>
            <a:ext cx="132154" cy="1160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286B9DC5-E620-E889-E025-DE3389DFC63F}"/>
              </a:ext>
            </a:extLst>
          </p:cNvPr>
          <p:cNvSpPr/>
          <p:nvPr/>
        </p:nvSpPr>
        <p:spPr>
          <a:xfrm>
            <a:off x="8411652" y="4616138"/>
            <a:ext cx="132154" cy="931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D2E3389-EA81-B139-5490-F45CCC0DA7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50" y="883788"/>
            <a:ext cx="463437" cy="4489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EA4EE1-B321-9B47-5F50-21DE30851601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00B0AD-08C9-4330-8AE5-D568DACBA23B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356C5-0FB3-686E-E898-466742E33DE6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1D47F4-1352-B9B1-9B57-389C45C37E3C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pic>
        <p:nvPicPr>
          <p:cNvPr id="31" name="Graphique 30">
            <a:extLst>
              <a:ext uri="{FF2B5EF4-FFF2-40B4-BE49-F238E27FC236}">
                <a16:creationId xmlns:a16="http://schemas.microsoft.com/office/drawing/2014/main" id="{914E2785-3D83-0E26-7870-95FEAF156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34742" y="537217"/>
            <a:ext cx="307072" cy="30707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E1B7ED4-2FFD-66E0-7D8C-625D79CF2A41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033992-98B4-C979-7CD2-0B6AB768A8FE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746DF0-3CB0-8AE9-46EC-A676739C5808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6CFC9E4-7A37-D4EF-07E3-1B03B02C2537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B9EAE75-347A-3FAB-6F35-41124A67F991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D4A7D3-AF3C-30C7-9B70-990A6F7E3E17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F41F02-3D8A-E460-1B0B-9FC8139A0178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5912CA-A2FA-5799-FC9E-5804FD8A1BE2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23A7F47-4B6D-AA36-A877-79C5851690C2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8DCA0F-E38D-912E-6A64-5FA967451C3A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CEC6C6-D032-977D-AF2C-8DA9342C950D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3E4B835-6113-D207-CEB7-24C43166E233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CAE452B-7EA7-2F48-C99B-22CC9296F756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50E2DF-9FC8-F201-86BA-210BE3C37839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90419A3-CD84-0E58-CC4D-82405D034EF8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5B7029C0-76EF-9463-26BF-30DF3141C5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0488" y="1392981"/>
            <a:ext cx="293945" cy="277870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21D13FD9-1BC4-34D9-FFC5-9C91AA427B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1AC04EA6-9796-6AD2-EF0C-0F4CCD5453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55" y="2134642"/>
            <a:ext cx="463436" cy="447798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EA019996-46D5-6F4C-D903-97B63065D0F7}"/>
              </a:ext>
            </a:extLst>
          </p:cNvPr>
          <p:cNvSpPr/>
          <p:nvPr/>
        </p:nvSpPr>
        <p:spPr>
          <a:xfrm>
            <a:off x="3147555" y="223853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319D0B4-DEF8-B445-F27C-1AFA22529CA4}"/>
              </a:ext>
            </a:extLst>
          </p:cNvPr>
          <p:cNvSpPr/>
          <p:nvPr/>
        </p:nvSpPr>
        <p:spPr>
          <a:xfrm>
            <a:off x="3876919" y="222363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7648FF3-5AE6-1B9E-5697-C917A423967B}"/>
              </a:ext>
            </a:extLst>
          </p:cNvPr>
          <p:cNvSpPr/>
          <p:nvPr/>
        </p:nvSpPr>
        <p:spPr>
          <a:xfrm>
            <a:off x="4611474" y="221753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F0C24ED-AC33-FA0E-EB80-879EF055864D}"/>
              </a:ext>
            </a:extLst>
          </p:cNvPr>
          <p:cNvSpPr/>
          <p:nvPr/>
        </p:nvSpPr>
        <p:spPr>
          <a:xfrm>
            <a:off x="5341019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615DE6A-046F-1BB4-C6F9-09DAF7BE80B6}"/>
              </a:ext>
            </a:extLst>
          </p:cNvPr>
          <p:cNvSpPr/>
          <p:nvPr/>
        </p:nvSpPr>
        <p:spPr>
          <a:xfrm>
            <a:off x="6069873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8D7F0B7-5918-C0BE-FB21-BFCF8DF669B7}"/>
              </a:ext>
            </a:extLst>
          </p:cNvPr>
          <p:cNvSpPr/>
          <p:nvPr/>
        </p:nvSpPr>
        <p:spPr>
          <a:xfrm>
            <a:off x="3879713" y="58641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pic>
        <p:nvPicPr>
          <p:cNvPr id="91" name="Graphique 90">
            <a:extLst>
              <a:ext uri="{FF2B5EF4-FFF2-40B4-BE49-F238E27FC236}">
                <a16:creationId xmlns:a16="http://schemas.microsoft.com/office/drawing/2014/main" id="{1FCF3982-B157-B616-3373-07E5C18AEF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92" name="ZoneTexte 91">
            <a:extLst>
              <a:ext uri="{FF2B5EF4-FFF2-40B4-BE49-F238E27FC236}">
                <a16:creationId xmlns:a16="http://schemas.microsoft.com/office/drawing/2014/main" id="{8AD5BA76-86A7-B368-10E0-405112EFF550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8F4DBF-3181-4B54-B91A-FFE9CF886CDB}"/>
              </a:ext>
            </a:extLst>
          </p:cNvPr>
          <p:cNvSpPr txBox="1"/>
          <p:nvPr/>
        </p:nvSpPr>
        <p:spPr>
          <a:xfrm>
            <a:off x="1270506" y="303040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>
                <a:solidFill>
                  <a:schemeClr val="bg1"/>
                </a:solidFill>
              </a:rPr>
              <a:t>24.02.2010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5114596-ED94-9279-6ECF-4FB902C83851}"/>
              </a:ext>
            </a:extLst>
          </p:cNvPr>
          <p:cNvSpPr txBox="1"/>
          <p:nvPr/>
        </p:nvSpPr>
        <p:spPr>
          <a:xfrm>
            <a:off x="1221962" y="342156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>
                <a:solidFill>
                  <a:schemeClr val="bg1"/>
                </a:solidFill>
              </a:rPr>
              <a:t>Droit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99B5A25-555A-4F85-9628-0F90E0B7DDE9}"/>
              </a:ext>
            </a:extLst>
          </p:cNvPr>
          <p:cNvSpPr txBox="1"/>
          <p:nvPr/>
        </p:nvSpPr>
        <p:spPr>
          <a:xfrm>
            <a:off x="1221962" y="3787328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>
                <a:solidFill>
                  <a:schemeClr val="bg1"/>
                </a:solidFill>
              </a:rPr>
              <a:t>187.5cm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CBA3E44-778A-522F-C02E-26AF86956AA5}"/>
              </a:ext>
            </a:extLst>
          </p:cNvPr>
          <p:cNvSpPr txBox="1"/>
          <p:nvPr/>
        </p:nvSpPr>
        <p:spPr>
          <a:xfrm>
            <a:off x="1219107" y="4199337"/>
            <a:ext cx="8050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1200">
                <a:solidFill>
                  <a:schemeClr val="bg1"/>
                </a:solidFill>
              </a:rPr>
              <a:t>69.4kg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7A3899F-B4F3-BD33-5973-667024FA96DE}"/>
              </a:ext>
            </a:extLst>
          </p:cNvPr>
          <p:cNvSpPr txBox="1"/>
          <p:nvPr/>
        </p:nvSpPr>
        <p:spPr>
          <a:xfrm>
            <a:off x="8606704" y="3395943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>
                <a:solidFill>
                  <a:schemeClr val="accent5">
                    <a:lumMod val="60000"/>
                    <a:lumOff val="40000"/>
                  </a:schemeClr>
                </a:solidFill>
              </a:rPr>
              <a:t>Compréhension des espaces à utiliser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9E6A34E-0512-29AF-BBAC-0396E2921994}"/>
              </a:ext>
            </a:extLst>
          </p:cNvPr>
          <p:cNvSpPr/>
          <p:nvPr/>
        </p:nvSpPr>
        <p:spPr>
          <a:xfrm flipH="1">
            <a:off x="2749406" y="3949262"/>
            <a:ext cx="150081" cy="13139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245C5797-9334-7926-078F-AD802BA2FF1B}"/>
              </a:ext>
            </a:extLst>
          </p:cNvPr>
          <p:cNvSpPr>
            <a:spLocks noChangeAspect="1"/>
          </p:cNvSpPr>
          <p:nvPr/>
        </p:nvSpPr>
        <p:spPr>
          <a:xfrm>
            <a:off x="1252773" y="869660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90" name="Ellipse 89">
            <a:extLst>
              <a:ext uri="{FF2B5EF4-FFF2-40B4-BE49-F238E27FC236}">
                <a16:creationId xmlns:a16="http://schemas.microsoft.com/office/drawing/2014/main" id="{34448C82-B8DC-51B5-49F9-0F334618DBA3}"/>
              </a:ext>
            </a:extLst>
          </p:cNvPr>
          <p:cNvSpPr>
            <a:spLocks noChangeAspect="1"/>
          </p:cNvSpPr>
          <p:nvPr/>
        </p:nvSpPr>
        <p:spPr>
          <a:xfrm>
            <a:off x="1594267" y="710805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err="1">
              <a:solidFill>
                <a:schemeClr val="bg1"/>
              </a:solidFill>
            </a:endParaRPr>
          </a:p>
        </p:txBody>
      </p:sp>
      <p:pic>
        <p:nvPicPr>
          <p:cNvPr id="94" name="Image 93">
            <a:extLst>
              <a:ext uri="{FF2B5EF4-FFF2-40B4-BE49-F238E27FC236}">
                <a16:creationId xmlns:a16="http://schemas.microsoft.com/office/drawing/2014/main" id="{2E620CC3-6CBE-DBFA-3962-FBAB907F18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16540" y="1382055"/>
            <a:ext cx="821564" cy="821564"/>
          </a:xfrm>
          <a:prstGeom prst="rect">
            <a:avLst/>
          </a:prstGeom>
        </p:spPr>
      </p:pic>
      <p:pic>
        <p:nvPicPr>
          <p:cNvPr id="96" name="Image 95">
            <a:extLst>
              <a:ext uri="{FF2B5EF4-FFF2-40B4-BE49-F238E27FC236}">
                <a16:creationId xmlns:a16="http://schemas.microsoft.com/office/drawing/2014/main" id="{F957025B-20D5-1DE4-09C7-C23895A16F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7325" y="423221"/>
            <a:ext cx="821564" cy="821564"/>
          </a:xfrm>
          <a:prstGeom prst="rect">
            <a:avLst/>
          </a:prstGeom>
        </p:spPr>
      </p:pic>
      <p:pic>
        <p:nvPicPr>
          <p:cNvPr id="98" name="Graphique 97" descr="Badge Tick1 avec un remplissage uni">
            <a:extLst>
              <a:ext uri="{FF2B5EF4-FFF2-40B4-BE49-F238E27FC236}">
                <a16:creationId xmlns:a16="http://schemas.microsoft.com/office/drawing/2014/main" id="{80C3AB1B-11EF-E025-46AF-C17BD91BA4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3634" y="5077933"/>
            <a:ext cx="383037" cy="38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2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eate a new document." ma:contentTypeScope="" ma:versionID="517b3813a201485b8c54bf9f74964b3a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a089e74ce745d3fded66e58ae9f2f1ef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D90380-15E6-4196-8076-E2ED188CC557}">
  <ds:schemaRefs>
    <ds:schemaRef ds:uri="1d40e6f8-d294-4e0a-a4ec-60755aee44ca"/>
    <ds:schemaRef ds:uri="d2aa4942-3767-4fb4-b828-61a76fcbf9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E9B66EE-43D2-49FF-898E-DCD517785142}">
  <ds:schemaRefs>
    <ds:schemaRef ds:uri="1d40e6f8-d294-4e0a-a4ec-60755aee44ca"/>
    <ds:schemaRef ds:uri="d2aa4942-3767-4fb4-b828-61a76fcbf9d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134</Words>
  <Application>Microsoft Office PowerPoint</Application>
  <PresentationFormat>Grand écran</PresentationFormat>
  <Paragraphs>50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OM Marseille Light</vt:lpstr>
      <vt:lpstr>Arial</vt:lpstr>
      <vt:lpstr>OM Marseille Medium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David Recouvreur</cp:lastModifiedBy>
  <cp:revision>1</cp:revision>
  <dcterms:created xsi:type="dcterms:W3CDTF">2026-08-04T15:24:00Z</dcterms:created>
  <dcterms:modified xsi:type="dcterms:W3CDTF">2026-08-06T15:31:31Z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