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70" r:id="rId5"/>
    <p:sldId id="265" r:id="rId6"/>
  </p:sldIdLst>
  <p:sldSz cx="12192000" cy="6858000"/>
  <p:notesSz cx="6858000" cy="9144000"/>
  <p:embeddedFontLst>
    <p:embeddedFont>
      <p:font typeface="OM Marseille Light" pitchFamily="2" charset="77"/>
      <p:regular r:id="rId9"/>
    </p:embeddedFont>
    <p:embeddedFont>
      <p:font typeface="OM Marseille Medium" pitchFamily="2" charset="77"/>
      <p:regular r:id="rId10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61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58"/>
  </p:normalViewPr>
  <p:slideViewPr>
    <p:cSldViewPr snapToGrid="0" showGuides="1">
      <p:cViewPr varScale="1">
        <p:scale>
          <a:sx n="105" d="100"/>
          <a:sy n="105" d="100"/>
        </p:scale>
        <p:origin x="472" y="51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Recouvreur" userId="eb6916c3-51ba-4176-b211-2d3af9ee51de" providerId="ADAL" clId="{C83E26FE-4162-4AA5-97C8-454BCC2C930F}"/>
    <pc:docChg chg="modSld">
      <pc:chgData name="David Recouvreur" userId="eb6916c3-51ba-4176-b211-2d3af9ee51de" providerId="ADAL" clId="{C83E26FE-4162-4AA5-97C8-454BCC2C930F}" dt="2026-08-06T06:47:18.852" v="0" actId="1076"/>
      <pc:docMkLst>
        <pc:docMk/>
      </pc:docMkLst>
      <pc:sldChg chg="modSp mod">
        <pc:chgData name="David Recouvreur" userId="eb6916c3-51ba-4176-b211-2d3af9ee51de" providerId="ADAL" clId="{C83E26FE-4162-4AA5-97C8-454BCC2C930F}" dt="2026-08-06T06:47:18.852" v="0" actId="1076"/>
        <pc:sldMkLst>
          <pc:docMk/>
          <pc:sldMk cId="0" sldId="265"/>
        </pc:sldMkLst>
        <pc:spChg chg="mod">
          <ac:chgData name="David Recouvreur" userId="eb6916c3-51ba-4176-b211-2d3af9ee51de" providerId="ADAL" clId="{C83E26FE-4162-4AA5-97C8-454BCC2C930F}" dt="2026-08-06T06:47:18.852" v="0" actId="1076"/>
          <ac:spMkLst>
            <pc:docMk/>
            <pc:sldMk cId="0" sldId="265"/>
            <ac:spMk id="5" creationId="{A705F36A-62B9-AD92-BF3B-8FCE6EE1FB48}"/>
          </ac:spMkLst>
        </pc:spChg>
      </pc:sldChg>
    </pc:docChg>
  </pc:docChgLst>
  <pc:docChgLst>
    <pc:chgData name="Lucas Genty" userId="0ff89410-5e71-4be0-bd77-4c071ba329e4" providerId="ADAL" clId="{299A151C-5B74-5660-9229-42BC38DFE690}"/>
    <pc:docChg chg="modSld">
      <pc:chgData name="Lucas Genty" userId="0ff89410-5e71-4be0-bd77-4c071ba329e4" providerId="ADAL" clId="{299A151C-5B74-5660-9229-42BC38DFE690}" dt="2026-08-06T07:38:51.708" v="10" actId="1076"/>
      <pc:docMkLst>
        <pc:docMk/>
      </pc:docMkLst>
      <pc:sldChg chg="modSp mod">
        <pc:chgData name="Lucas Genty" userId="0ff89410-5e71-4be0-bd77-4c071ba329e4" providerId="ADAL" clId="{299A151C-5B74-5660-9229-42BC38DFE690}" dt="2026-08-06T07:38:51.708" v="10" actId="1076"/>
        <pc:sldMkLst>
          <pc:docMk/>
          <pc:sldMk cId="0" sldId="265"/>
        </pc:sldMkLst>
        <pc:spChg chg="mod">
          <ac:chgData name="Lucas Genty" userId="0ff89410-5e71-4be0-bd77-4c071ba329e4" providerId="ADAL" clId="{299A151C-5B74-5660-9229-42BC38DFE690}" dt="2026-08-06T07:38:51.708" v="10" actId="1076"/>
          <ac:spMkLst>
            <pc:docMk/>
            <pc:sldMk cId="0" sldId="265"/>
            <ac:spMk id="1040" creationId="{00000000-0000-0000-0000-000000000000}"/>
          </ac:spMkLst>
        </pc:spChg>
        <pc:spChg chg="mod">
          <ac:chgData name="Lucas Genty" userId="0ff89410-5e71-4be0-bd77-4c071ba329e4" providerId="ADAL" clId="{299A151C-5B74-5660-9229-42BC38DFE690}" dt="2026-08-06T07:38:47.407" v="9" actId="20577"/>
          <ac:spMkLst>
            <pc:docMk/>
            <pc:sldMk cId="0" sldId="265"/>
            <ac:spMk id="1057" creationId="{00000000-0000-0000-0000-000000000000}"/>
          </ac:spMkLst>
        </pc:spChg>
        <pc:spChg chg="mod">
          <ac:chgData name="Lucas Genty" userId="0ff89410-5e71-4be0-bd77-4c071ba329e4" providerId="ADAL" clId="{299A151C-5B74-5660-9229-42BC38DFE690}" dt="2026-08-06T07:38:37.900" v="5" actId="20577"/>
          <ac:spMkLst>
            <pc:docMk/>
            <pc:sldMk cId="0" sldId="265"/>
            <ac:spMk id="1058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942759902688944E-2"/>
          <c:y val="3.0184601416695649E-2"/>
          <c:w val="0.91313465354950873"/>
          <c:h val="0.829716858931750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Feuil1!$A$2:$A$6</c:f>
              <c:strCache>
                <c:ptCount val="5"/>
                <c:pt idx="0">
                  <c:v>LIGUE TOP 5</c:v>
                </c:pt>
                <c:pt idx="1">
                  <c:v>LIGUE TOP 8</c:v>
                </c:pt>
                <c:pt idx="2">
                  <c:v>L1</c:v>
                </c:pt>
                <c:pt idx="3">
                  <c:v>L2 / NAT</c:v>
                </c:pt>
                <c:pt idx="4">
                  <c:v>N3 / N2</c:v>
                </c:pt>
              </c:strCache>
            </c:strRef>
          </c:cat>
          <c:val>
            <c:numRef>
              <c:f>Feuil1!$B$2:$B$6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0-0CB9-5340-85B0-D4E52406A1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9763071"/>
        <c:axId val="447620287"/>
      </c:barChart>
      <c:catAx>
        <c:axId val="459763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5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47620287"/>
        <c:crosses val="autoZero"/>
        <c:auto val="0"/>
        <c:lblAlgn val="ctr"/>
        <c:lblOffset val="100"/>
        <c:noMultiLvlLbl val="0"/>
      </c:catAx>
      <c:valAx>
        <c:axId val="447620287"/>
        <c:scaling>
          <c:orientation val="minMax"/>
          <c:max val="10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59763071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52390A9-1F65-D38D-9790-B78C858D3E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225ADC1-26C0-5BD3-C73B-05DBEBDD37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2F4FD9-6393-40EA-A13C-0717774DD95D}" type="datetimeFigureOut">
              <a:rPr lang="de-DE" smtClean="0"/>
              <a:t>06.08.26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81E3FD-1717-1B9C-D3FF-CD53D355C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9FD8799-F91C-D6B6-FA49-AE7FA2992B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438E2F-A441-4EFD-9A7B-F6024EC14680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01828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79978-9587-4FFB-8987-67BE67FCF4DF}" type="datetimeFigureOut">
              <a:rPr lang="de-DE" smtClean="0"/>
              <a:t>06.08.26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E323D-5B79-4A3D-A846-DD2B6281790F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603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EFE36F-4D36-01D1-ED9A-4895DC4141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52425" y="1600200"/>
            <a:ext cx="4752975" cy="1427480"/>
          </a:xfrm>
        </p:spPr>
        <p:txBody>
          <a:bodyPr anchor="b"/>
          <a:lstStyle>
            <a:lvl1pPr algn="l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de la</a:t>
            </a:r>
            <a:br>
              <a:rPr lang="fr-FR" noProof="0" dirty="0"/>
            </a:br>
            <a:r>
              <a:rPr lang="fr-FR" noProof="0" dirty="0"/>
              <a:t>présentation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B8EA753-9C9D-1ACE-AC93-91469FFC03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52425" y="3429000"/>
            <a:ext cx="4752975" cy="2484438"/>
          </a:xfrm>
        </p:spPr>
        <p:txBody>
          <a:bodyPr/>
          <a:lstStyle>
            <a:lvl1pPr marL="0" indent="0" algn="l">
              <a:buNone/>
              <a:defRPr sz="21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 dirty="0"/>
              <a:t>Sous-titre de la présentation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2495D65-0840-AA45-FA3E-BED80617F6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352425" y="382270"/>
            <a:ext cx="1128712" cy="1128712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79FB73B-18B9-7B4B-4306-1AB0E29D7AC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352425" y="3281125"/>
            <a:ext cx="19812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9D11C76-9ADD-3501-7802-B144E33AB05E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Grafik 14">
            <a:extLst>
              <a:ext uri="{FF2B5EF4-FFF2-40B4-BE49-F238E27FC236}">
                <a16:creationId xmlns:a16="http://schemas.microsoft.com/office/drawing/2014/main" id="{F5B46B84-2E0E-E721-B84C-A8C1D99259B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534D718-DC94-6708-FBA2-602A99AAB174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CC4D28B-E2E5-06D0-2352-AE54759288A2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7990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 bwMode="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1866900"/>
            <a:ext cx="6734175" cy="2677798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du chapitre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51F830D-78E3-5112-0211-3A04BB7767C3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bg1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bg1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bg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5122FE4-328B-01FF-9254-76EBD917C0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39ABF71-D4FC-0D5E-6D3F-11FB68BE47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52425" y="304800"/>
            <a:ext cx="1981200" cy="820738"/>
          </a:xfrm>
        </p:spPr>
        <p:txBody>
          <a:bodyPr/>
          <a:lstStyle>
            <a:lvl1pPr>
              <a:defRPr sz="56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3E362E56-738D-5EC7-4570-4C2ED6CAA0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7696200" y="152400"/>
            <a:ext cx="4381500" cy="6078542"/>
          </a:xfrm>
        </p:spPr>
        <p:txBody>
          <a:bodyPr anchor="ctr"/>
          <a:lstStyle>
            <a:lvl1pPr algn="r">
              <a:defRPr sz="58000">
                <a:solidFill>
                  <a:schemeClr val="accent1"/>
                </a:solidFill>
                <a:latin typeface="OM Marseille Medium" pitchFamily="2" charset="0"/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DF6FAB5-02B2-0D1D-CE11-56FD8FB770AC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9879162-50CC-A295-CA48-D19D34C15FF4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7095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5178425"/>
            <a:ext cx="11487150" cy="735013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 noProof="0" dirty="0"/>
              <a:t>Titre du sous-chapitre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7B1327E9-7BFB-B90A-8D7E-06DA25EC8C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2730499" y="368300"/>
            <a:ext cx="9109075" cy="46228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301887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/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981269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032448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327AA6BF-AD26-9390-8C31-3A3792C4F68E}"/>
              </a:ext>
            </a:extLst>
          </p:cNvPr>
          <p:cNvSpPr>
            <a:spLocks noGrp="1"/>
          </p:cNvSpPr>
          <p:nvPr>
            <p:ph idx="10" hasCustomPrompt="1"/>
          </p:nvPr>
        </p:nvSpPr>
        <p:spPr bwMode="gray">
          <a:xfrm>
            <a:off x="5105400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213106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/>
              <a:t>Titre de la slide</a:t>
            </a:r>
          </a:p>
        </p:txBody>
      </p:sp>
    </p:spTree>
    <p:extLst>
      <p:ext uri="{BB962C8B-B14F-4D97-AF65-F5344CB8AC3E}">
        <p14:creationId xmlns:p14="http://schemas.microsoft.com/office/powerpoint/2010/main" val="4156221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299085"/>
            <a:ext cx="9109075" cy="2586355"/>
          </a:xfrm>
        </p:spPr>
        <p:txBody>
          <a:bodyPr/>
          <a:lstStyle>
            <a:lvl1pPr>
              <a:lnSpc>
                <a:spcPct val="93000"/>
              </a:lnSpc>
              <a:defRPr sz="3500"/>
            </a:lvl1pPr>
          </a:lstStyle>
          <a:p>
            <a:r>
              <a:rPr lang="fr-FR" noProof="0" dirty="0"/>
              <a:t>Titre de la slide</a:t>
            </a:r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5AC2861C-C409-85BD-A456-8900F5D384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3096578"/>
            <a:ext cx="4356100" cy="2816859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725542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6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D383CF44-F0AF-65F5-3433-6A696412D09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5105400" y="368300"/>
            <a:ext cx="6734174" cy="53467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738266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483475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FCA7126D-0013-7E83-243B-A49D1E5948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5" y="1125539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5C9D441E-41B7-BADA-89AE-C53419624B5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352425" y="3581400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D8D2146-CB0B-5A42-B80B-B18B9A5417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7483475" y="1125539"/>
            <a:ext cx="4356100" cy="2151062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7FA7FB43-7777-8A8B-170F-3CF9F84E1C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483475" y="3581400"/>
            <a:ext cx="4356100" cy="2151061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230311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5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1E23B8BC-103F-39F0-2D6B-98F6492921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EE8B42AE-AFED-5DF1-4F4C-9AED8A80A9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082F372B-DEA5-5334-81BD-4DEAA5D75E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5242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AA5E0F6E-96E7-FBD1-FD61-84FD46E063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2727325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9DE2920-3076-DFFF-A039-7EBA533DD5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727325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CCF33DD2-C24B-43DB-0034-8C1B8BB41F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2727324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A71A7F2F-7B9C-D17F-5FD2-D2E41924F5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5105400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B80DC451-D05D-16E6-7714-6A737BBC40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105400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A5537B97-3685-B97B-7C12-E1CB3535F96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105399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853957FA-CA48-6196-84FE-6641E2BF987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 bwMode="gray">
          <a:xfrm>
            <a:off x="748347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47CAE4CD-B6C4-74CB-957E-6044C75304E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748347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06560E43-E108-1A4D-B0A3-FE7435F430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748347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7159A958-60C1-16C9-D6D1-6D03B1DD690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 bwMode="gray">
          <a:xfrm>
            <a:off x="9861552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F409A5C0-AEA4-650F-E6DE-5DD458DC01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9861552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B397BD12-559D-B092-3ED2-FF3C773B620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9861551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943166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85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hapt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re du chapitre"/>
          <p:cNvSpPr txBox="1">
            <a:spLocks noGrp="1"/>
          </p:cNvSpPr>
          <p:nvPr>
            <p:ph type="title" hasCustomPrompt="1"/>
          </p:nvPr>
        </p:nvSpPr>
        <p:spPr>
          <a:xfrm>
            <a:off x="352425" y="1866900"/>
            <a:ext cx="6734175" cy="2677798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Titre du chapitre</a:t>
            </a:r>
          </a:p>
        </p:txBody>
      </p:sp>
      <p:sp>
        <p:nvSpPr>
          <p:cNvPr id="27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  <p:sp>
        <p:nvSpPr>
          <p:cNvPr id="28" name="Grafik 4"/>
          <p:cNvSpPr/>
          <p:nvPr/>
        </p:nvSpPr>
        <p:spPr>
          <a:xfrm>
            <a:off x="342902" y="6284595"/>
            <a:ext cx="2765426" cy="380328"/>
          </a:xfrm>
          <a:prstGeom prst="rect">
            <a:avLst/>
          </a:prstGeom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" name="Texte niveau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52425" y="304800"/>
            <a:ext cx="1981200" cy="8207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600">
                <a:solidFill>
                  <a:srgbClr val="FFFFFF"/>
                </a:solidFill>
              </a:defRPr>
            </a:lvl1pPr>
            <a:lvl2pPr marL="711201" indent="-704851">
              <a:defRPr sz="5600">
                <a:solidFill>
                  <a:srgbClr val="FFFFFF"/>
                </a:solidFill>
              </a:defRPr>
            </a:lvl2pPr>
            <a:lvl3pPr marL="903288" indent="-730251">
              <a:defRPr sz="5600">
                <a:solidFill>
                  <a:srgbClr val="FFFFFF"/>
                </a:solidFill>
              </a:defRPr>
            </a:lvl3pPr>
            <a:lvl4pPr marL="1062037" indent="-698500">
              <a:defRPr sz="5600">
                <a:solidFill>
                  <a:srgbClr val="FFFFFF"/>
                </a:solidFill>
              </a:defRPr>
            </a:lvl4pPr>
            <a:lvl5pPr marL="1268413" indent="-730251">
              <a:defRPr sz="5600">
                <a:solidFill>
                  <a:srgbClr val="FFFFFF"/>
                </a:solidFill>
              </a:defRPr>
            </a:lvl5pPr>
          </a:lstStyle>
          <a:p>
            <a:r>
              <a:t>0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0" name="Textplatzhalter 6"/>
          <p:cNvSpPr>
            <a:spLocks noGrp="1"/>
          </p:cNvSpPr>
          <p:nvPr>
            <p:ph type="body" sz="half" idx="21" hasCustomPrompt="1"/>
          </p:nvPr>
        </p:nvSpPr>
        <p:spPr>
          <a:xfrm>
            <a:off x="7696200" y="152399"/>
            <a:ext cx="4381500" cy="607854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r" defTabSz="621791">
              <a:defRPr sz="39440">
                <a:solidFill>
                  <a:schemeClr val="accent1"/>
                </a:solidFill>
                <a:latin typeface="OM Marseille Medium"/>
                <a:ea typeface="OM Marseille Medium"/>
                <a:cs typeface="OM Marseille Medium"/>
                <a:sym typeface="OM Marseille Medium"/>
              </a:defRPr>
            </a:lvl1pPr>
          </a:lstStyle>
          <a:p>
            <a: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97792450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2A7F085-0943-0DDC-771A-B999207C0BC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52425" y="339725"/>
            <a:ext cx="9109075" cy="574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68ABB7-A16D-8DF8-5E38-7368E430A4FA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52425" y="1125539"/>
            <a:ext cx="9109075" cy="4787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0D98BDE4-60FE-EF19-D052-F2C9AFD05DF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FA3A8EF0-FFBA-B177-44B0-D1718956129E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accent2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accent2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accent2"/>
              </a:solidFill>
            </a:endParaRP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746017A4-BE5A-18C3-DCC5-3EB4040AA5E2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974F32B-204D-8A94-4ED9-6E4819234991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2026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E661EB8-DC41-20FC-808A-56B88E3B4C23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13824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9" r:id="rId3"/>
    <p:sldLayoutId id="2147483650" r:id="rId4"/>
    <p:sldLayoutId id="2147483657" r:id="rId5"/>
    <p:sldLayoutId id="2147483656" r:id="rId6"/>
    <p:sldLayoutId id="2147483654" r:id="rId7"/>
    <p:sldLayoutId id="2147483662" r:id="rId8"/>
    <p:sldLayoutId id="2147483660" r:id="rId9"/>
    <p:sldLayoutId id="2147483661" r:id="rId10"/>
    <p:sldLayoutId id="2147483663" r:id="rId11"/>
    <p:sldLayoutId id="2147483655" r:id="rId12"/>
    <p:sldLayoutId id="214748366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563" indent="-17621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4625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720725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 userDrawn="1">
          <p15:clr>
            <a:srgbClr val="A4A3A4"/>
          </p15:clr>
        </p15:guide>
        <p15:guide id="2" pos="222" userDrawn="1">
          <p15:clr>
            <a:srgbClr val="A4A3A4"/>
          </p15:clr>
        </p15:guide>
        <p15:guide id="3" pos="7458" userDrawn="1">
          <p15:clr>
            <a:srgbClr val="A4A3A4"/>
          </p15:clr>
        </p15:guide>
        <p15:guide id="4" pos="3216" userDrawn="1">
          <p15:clr>
            <a:srgbClr val="A4A3A4"/>
          </p15:clr>
        </p15:guide>
        <p15:guide id="5" pos="4464" userDrawn="1">
          <p15:clr>
            <a:srgbClr val="A4A3A4"/>
          </p15:clr>
        </p15:guide>
        <p15:guide id="6" pos="2966" userDrawn="1">
          <p15:clr>
            <a:srgbClr val="A4A3A4"/>
          </p15:clr>
        </p15:guide>
        <p15:guide id="7" pos="4714" userDrawn="1">
          <p15:clr>
            <a:srgbClr val="A4A3A4"/>
          </p15:clr>
        </p15:guide>
        <p15:guide id="9" pos="1720" userDrawn="1">
          <p15:clr>
            <a:srgbClr val="A4A3A4"/>
          </p15:clr>
        </p15:guide>
        <p15:guide id="10" pos="5960" userDrawn="1">
          <p15:clr>
            <a:srgbClr val="A4A3A4"/>
          </p15:clr>
        </p15:guide>
        <p15:guide id="11" pos="6210" userDrawn="1">
          <p15:clr>
            <a:srgbClr val="A4A3A4"/>
          </p15:clr>
        </p15:guide>
        <p15:guide id="12" pos="1470" userDrawn="1">
          <p15:clr>
            <a:srgbClr val="A4A3A4"/>
          </p15:clr>
        </p15:guide>
        <p15:guide id="13" orient="horz" pos="3725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F876DB-A14E-B1BA-9DE3-E2270A9A9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2425" y="1600200"/>
            <a:ext cx="5822823" cy="1427480"/>
          </a:xfrm>
        </p:spPr>
        <p:txBody>
          <a:bodyPr/>
          <a:lstStyle/>
          <a:p>
            <a:r>
              <a:rPr lang="fr-FR" sz="4400" dirty="0"/>
              <a:t>ÉVALUATION</a:t>
            </a:r>
            <a:br>
              <a:rPr lang="fr-FR" sz="4400" dirty="0"/>
            </a:br>
            <a:r>
              <a:rPr lang="fr-FR" sz="4400" dirty="0"/>
              <a:t>INDIVIDUALISATION</a:t>
            </a:r>
            <a:endParaRPr lang="fr-FR" sz="4400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FA4C429-B4D3-5B80-6871-81092322D6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noProof="0" dirty="0"/>
              <a:t>KALVIN ANDRE – 2009</a:t>
            </a:r>
          </a:p>
          <a:p>
            <a:r>
              <a:rPr lang="fr-FR" dirty="0"/>
              <a:t>SAISON 2026/2027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385893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aphique 1">
            <a:extLst>
              <a:ext uri="{FF2B5EF4-FFF2-40B4-BE49-F238E27FC236}">
                <a16:creationId xmlns:a16="http://schemas.microsoft.com/office/drawing/2014/main" id="{AFC234FB-EED0-4B00-73BC-B66AF46961C7}"/>
              </a:ext>
            </a:extLst>
          </p:cNvPr>
          <p:cNvGraphicFramePr/>
          <p:nvPr/>
        </p:nvGraphicFramePr>
        <p:xfrm>
          <a:off x="7187978" y="508955"/>
          <a:ext cx="4917427" cy="25244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64" name="Textfeld 3"/>
          <p:cNvSpPr txBox="1">
            <a:spLocks noGrp="1"/>
          </p:cNvSpPr>
          <p:nvPr>
            <p:ph type="sldNum" sz="quarter" idx="2"/>
          </p:nvPr>
        </p:nvSpPr>
        <p:spPr>
          <a:xfrm>
            <a:off x="11682857" y="6318605"/>
            <a:ext cx="156719" cy="18288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2</a:t>
            </a:fld>
            <a:endParaRPr/>
          </a:p>
        </p:txBody>
      </p:sp>
      <p:pic>
        <p:nvPicPr>
          <p:cNvPr id="966" name="Imag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91820" y="112546"/>
            <a:ext cx="2162756" cy="2162756"/>
          </a:xfrm>
          <a:prstGeom prst="rect">
            <a:avLst/>
          </a:prstGeom>
          <a:ln w="12700">
            <a:miter lim="400000"/>
          </a:ln>
        </p:spPr>
      </p:pic>
      <p:sp>
        <p:nvSpPr>
          <p:cNvPr id="967" name="Connecteur droit 14"/>
          <p:cNvSpPr/>
          <p:nvPr/>
        </p:nvSpPr>
        <p:spPr>
          <a:xfrm flipH="1">
            <a:off x="2409244" y="206733"/>
            <a:ext cx="1" cy="5653378"/>
          </a:xfrm>
          <a:prstGeom prst="line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68" name="ZoneTexte 15"/>
          <p:cNvSpPr txBox="1"/>
          <p:nvPr/>
        </p:nvSpPr>
        <p:spPr>
          <a:xfrm>
            <a:off x="552554" y="48962"/>
            <a:ext cx="1315264" cy="213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FICHE JOUEUR</a:t>
            </a:r>
          </a:p>
        </p:txBody>
      </p:sp>
      <p:sp>
        <p:nvSpPr>
          <p:cNvPr id="969" name="Connecteur droit 16"/>
          <p:cNvSpPr/>
          <p:nvPr/>
        </p:nvSpPr>
        <p:spPr>
          <a:xfrm flipH="1" flipV="1">
            <a:off x="2593436" y="3033421"/>
            <a:ext cx="8977023" cy="1"/>
          </a:xfrm>
          <a:prstGeom prst="line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70" name="ZoneTexte 19"/>
          <p:cNvSpPr txBox="1"/>
          <p:nvPr/>
        </p:nvSpPr>
        <p:spPr>
          <a:xfrm>
            <a:off x="2593437" y="49647"/>
            <a:ext cx="1083920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t>FICHE SAISON</a:t>
            </a:r>
          </a:p>
        </p:txBody>
      </p:sp>
      <p:sp>
        <p:nvSpPr>
          <p:cNvPr id="971" name="Connecteur droit 20"/>
          <p:cNvSpPr/>
          <p:nvPr/>
        </p:nvSpPr>
        <p:spPr>
          <a:xfrm>
            <a:off x="7187978" y="206733"/>
            <a:ext cx="27632" cy="2779288"/>
          </a:xfrm>
          <a:prstGeom prst="line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74" name="ZoneTexte 23"/>
          <p:cNvSpPr txBox="1"/>
          <p:nvPr/>
        </p:nvSpPr>
        <p:spPr>
          <a:xfrm>
            <a:off x="7311224" y="74050"/>
            <a:ext cx="1829918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t>PROJECTION CARRIÈRE </a:t>
            </a:r>
          </a:p>
        </p:txBody>
      </p:sp>
      <p:pic>
        <p:nvPicPr>
          <p:cNvPr id="975" name="Image 31" descr="Image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584" y="482833"/>
            <a:ext cx="1130868" cy="1718918"/>
          </a:xfrm>
          <a:prstGeom prst="rect">
            <a:avLst/>
          </a:prstGeom>
          <a:ln w="12700">
            <a:miter lim="400000"/>
          </a:ln>
        </p:spPr>
      </p:pic>
      <p:sp>
        <p:nvSpPr>
          <p:cNvPr id="976" name="Ellipse 33"/>
          <p:cNvSpPr/>
          <p:nvPr/>
        </p:nvSpPr>
        <p:spPr>
          <a:xfrm>
            <a:off x="1599741" y="686648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77" name="Ellipse 37"/>
          <p:cNvSpPr/>
          <p:nvPr/>
        </p:nvSpPr>
        <p:spPr>
          <a:xfrm>
            <a:off x="1213192" y="909285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78" name="Ellipse 38"/>
          <p:cNvSpPr/>
          <p:nvPr/>
        </p:nvSpPr>
        <p:spPr>
          <a:xfrm>
            <a:off x="1216895" y="1720319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79" name="Ellipse 39"/>
          <p:cNvSpPr/>
          <p:nvPr/>
        </p:nvSpPr>
        <p:spPr>
          <a:xfrm>
            <a:off x="1451462" y="1753851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80" name="Ellipse 41"/>
          <p:cNvSpPr/>
          <p:nvPr/>
        </p:nvSpPr>
        <p:spPr>
          <a:xfrm>
            <a:off x="1594267" y="2004389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81" name="Ellipse 42"/>
          <p:cNvSpPr/>
          <p:nvPr/>
        </p:nvSpPr>
        <p:spPr>
          <a:xfrm>
            <a:off x="1722162" y="1755947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87" name="ZoneTexte 56"/>
          <p:cNvSpPr txBox="1"/>
          <p:nvPr/>
        </p:nvSpPr>
        <p:spPr>
          <a:xfrm>
            <a:off x="3930517" y="297593"/>
            <a:ext cx="398704" cy="213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MIN’</a:t>
            </a:r>
          </a:p>
        </p:txBody>
      </p:sp>
      <p:sp>
        <p:nvSpPr>
          <p:cNvPr id="988" name="ZoneTexte 57"/>
          <p:cNvSpPr txBox="1"/>
          <p:nvPr/>
        </p:nvSpPr>
        <p:spPr>
          <a:xfrm>
            <a:off x="4657857" y="296991"/>
            <a:ext cx="398527" cy="213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T / R</a:t>
            </a:r>
          </a:p>
        </p:txBody>
      </p:sp>
      <p:sp>
        <p:nvSpPr>
          <p:cNvPr id="989" name="ZoneTexte 59"/>
          <p:cNvSpPr txBox="1"/>
          <p:nvPr/>
        </p:nvSpPr>
        <p:spPr>
          <a:xfrm>
            <a:off x="329063" y="4656249"/>
            <a:ext cx="1744296" cy="213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 u="sng">
                <a:solidFill>
                  <a:srgbClr val="FFFFFF"/>
                </a:solidFill>
              </a:defRPr>
            </a:lvl1pPr>
          </a:lstStyle>
          <a:p>
            <a:r>
              <a:t>PROJECTION CLUB </a:t>
            </a:r>
          </a:p>
        </p:txBody>
      </p:sp>
      <p:sp>
        <p:nvSpPr>
          <p:cNvPr id="990" name="ZoneTexte 60"/>
          <p:cNvSpPr txBox="1"/>
          <p:nvPr/>
        </p:nvSpPr>
        <p:spPr>
          <a:xfrm>
            <a:off x="126293" y="5143939"/>
            <a:ext cx="522275" cy="213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L1 OM</a:t>
            </a:r>
          </a:p>
        </p:txBody>
      </p:sp>
      <p:sp>
        <p:nvSpPr>
          <p:cNvPr id="991" name="ZoneTexte 61"/>
          <p:cNvSpPr txBox="1"/>
          <p:nvPr/>
        </p:nvSpPr>
        <p:spPr>
          <a:xfrm>
            <a:off x="105316" y="5523907"/>
            <a:ext cx="457379" cy="213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PRÊT</a:t>
            </a:r>
          </a:p>
        </p:txBody>
      </p:sp>
      <p:sp>
        <p:nvSpPr>
          <p:cNvPr id="992" name="ZoneTexte 62"/>
          <p:cNvSpPr txBox="1"/>
          <p:nvPr/>
        </p:nvSpPr>
        <p:spPr>
          <a:xfrm>
            <a:off x="120147" y="5903874"/>
            <a:ext cx="796977" cy="213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VENTE %</a:t>
            </a:r>
          </a:p>
        </p:txBody>
      </p:sp>
      <p:sp>
        <p:nvSpPr>
          <p:cNvPr id="994" name="ZoneTexte 1"/>
          <p:cNvSpPr txBox="1"/>
          <p:nvPr/>
        </p:nvSpPr>
        <p:spPr>
          <a:xfrm>
            <a:off x="5377784" y="290429"/>
            <a:ext cx="417196" cy="213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B / A</a:t>
            </a:r>
          </a:p>
        </p:txBody>
      </p:sp>
      <p:sp>
        <p:nvSpPr>
          <p:cNvPr id="995" name="ZoneTexte 4"/>
          <p:cNvSpPr txBox="1"/>
          <p:nvPr/>
        </p:nvSpPr>
        <p:spPr>
          <a:xfrm>
            <a:off x="3298900" y="290429"/>
            <a:ext cx="149251" cy="213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G</a:t>
            </a:r>
          </a:p>
        </p:txBody>
      </p:sp>
      <p:sp>
        <p:nvSpPr>
          <p:cNvPr id="1001" name="ZoneTexte 29"/>
          <p:cNvSpPr txBox="1"/>
          <p:nvPr/>
        </p:nvSpPr>
        <p:spPr>
          <a:xfrm>
            <a:off x="5984009" y="304527"/>
            <a:ext cx="666827" cy="213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CJ / CR</a:t>
            </a:r>
          </a:p>
        </p:txBody>
      </p:sp>
      <p:sp>
        <p:nvSpPr>
          <p:cNvPr id="1002" name="Graphique 32"/>
          <p:cNvSpPr/>
          <p:nvPr/>
        </p:nvSpPr>
        <p:spPr>
          <a:xfrm>
            <a:off x="2551460" y="546865"/>
            <a:ext cx="307073" cy="307073"/>
          </a:xfrm>
          <a:prstGeom prst="rect">
            <a:avLst/>
          </a:prstGeom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28" name="ZoneTexte 9"/>
          <p:cNvSpPr txBox="1"/>
          <p:nvPr/>
        </p:nvSpPr>
        <p:spPr>
          <a:xfrm>
            <a:off x="444489" y="3818549"/>
            <a:ext cx="33975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r>
              <a:t>TAILLE</a:t>
            </a:r>
          </a:p>
        </p:txBody>
      </p:sp>
      <p:sp>
        <p:nvSpPr>
          <p:cNvPr id="1029" name="ZoneTexte 10"/>
          <p:cNvSpPr txBox="1"/>
          <p:nvPr/>
        </p:nvSpPr>
        <p:spPr>
          <a:xfrm>
            <a:off x="454907" y="4208495"/>
            <a:ext cx="32664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r>
              <a:t>POIDS</a:t>
            </a:r>
          </a:p>
        </p:txBody>
      </p:sp>
      <p:sp>
        <p:nvSpPr>
          <p:cNvPr id="1030" name="ZoneTexte 11"/>
          <p:cNvSpPr txBox="1"/>
          <p:nvPr/>
        </p:nvSpPr>
        <p:spPr>
          <a:xfrm>
            <a:off x="83011" y="3068168"/>
            <a:ext cx="10548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r>
              <a:t>DATE DE NAISSANCE</a:t>
            </a:r>
          </a:p>
        </p:txBody>
      </p:sp>
      <p:sp>
        <p:nvSpPr>
          <p:cNvPr id="1031" name="ZoneTexte 13"/>
          <p:cNvSpPr txBox="1"/>
          <p:nvPr/>
        </p:nvSpPr>
        <p:spPr>
          <a:xfrm>
            <a:off x="350967" y="3440174"/>
            <a:ext cx="54152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r>
              <a:t>PIED FORT</a:t>
            </a:r>
          </a:p>
        </p:txBody>
      </p:sp>
      <p:sp>
        <p:nvSpPr>
          <p:cNvPr id="1032" name="ZoneTexte 30"/>
          <p:cNvSpPr txBox="1"/>
          <p:nvPr/>
        </p:nvSpPr>
        <p:spPr>
          <a:xfrm>
            <a:off x="296773" y="2391492"/>
            <a:ext cx="5802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r>
              <a:t>SÉLÉCTION</a:t>
            </a:r>
          </a:p>
        </p:txBody>
      </p:sp>
      <p:sp>
        <p:nvSpPr>
          <p:cNvPr id="1035" name="Ellipse 65"/>
          <p:cNvSpPr/>
          <p:nvPr/>
        </p:nvSpPr>
        <p:spPr>
          <a:xfrm>
            <a:off x="1437716" y="1379406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36" name="Ellipse 66"/>
          <p:cNvSpPr/>
          <p:nvPr/>
        </p:nvSpPr>
        <p:spPr>
          <a:xfrm>
            <a:off x="1997306" y="909285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37" name="Ellipse 67"/>
          <p:cNvSpPr/>
          <p:nvPr/>
        </p:nvSpPr>
        <p:spPr>
          <a:xfrm>
            <a:off x="1991897" y="1720319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38" name="Ellipse 69"/>
          <p:cNvSpPr/>
          <p:nvPr/>
        </p:nvSpPr>
        <p:spPr>
          <a:xfrm>
            <a:off x="1750816" y="1379406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39" name="ZoneTexte 22"/>
          <p:cNvSpPr txBox="1"/>
          <p:nvPr/>
        </p:nvSpPr>
        <p:spPr>
          <a:xfrm>
            <a:off x="1322041" y="3030961"/>
            <a:ext cx="679298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t>12/1/2009</a:t>
            </a:r>
          </a:p>
        </p:txBody>
      </p:sp>
      <p:sp>
        <p:nvSpPr>
          <p:cNvPr id="1040" name="ZoneTexte 22"/>
          <p:cNvSpPr txBox="1"/>
          <p:nvPr/>
        </p:nvSpPr>
        <p:spPr>
          <a:xfrm>
            <a:off x="1502691" y="3393811"/>
            <a:ext cx="376022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dirty="0"/>
              <a:t>Droit</a:t>
            </a:r>
          </a:p>
        </p:txBody>
      </p:sp>
      <p:sp>
        <p:nvSpPr>
          <p:cNvPr id="1057" name="ZoneTexte 22"/>
          <p:cNvSpPr txBox="1"/>
          <p:nvPr/>
        </p:nvSpPr>
        <p:spPr>
          <a:xfrm>
            <a:off x="1403968" y="3745881"/>
            <a:ext cx="583493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dirty="0"/>
              <a:t>185,</a:t>
            </a:r>
            <a:r>
              <a:rPr lang="fr-FR" dirty="0"/>
              <a:t>8KG</a:t>
            </a:r>
            <a:endParaRPr dirty="0"/>
          </a:p>
        </p:txBody>
      </p:sp>
      <p:sp>
        <p:nvSpPr>
          <p:cNvPr id="1058" name="ZoneTexte 22"/>
          <p:cNvSpPr txBox="1"/>
          <p:nvPr/>
        </p:nvSpPr>
        <p:spPr>
          <a:xfrm>
            <a:off x="1426130" y="4152615"/>
            <a:ext cx="51296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72.4KG</a:t>
            </a:r>
            <a:endParaRPr dirty="0"/>
          </a:p>
        </p:txBody>
      </p:sp>
      <p:sp>
        <p:nvSpPr>
          <p:cNvPr id="1061" name="Ellipse 69"/>
          <p:cNvSpPr/>
          <p:nvPr/>
        </p:nvSpPr>
        <p:spPr>
          <a:xfrm>
            <a:off x="1594636" y="1021366"/>
            <a:ext cx="156551" cy="147479"/>
          </a:xfrm>
          <a:prstGeom prst="ellipse">
            <a:avLst/>
          </a:prstGeom>
          <a:solidFill>
            <a:srgbClr val="B6954D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7E41D2B7-2EF2-A6DF-992C-1D0984646CB3}"/>
              </a:ext>
            </a:extLst>
          </p:cNvPr>
          <p:cNvSpPr/>
          <p:nvPr/>
        </p:nvSpPr>
        <p:spPr>
          <a:xfrm>
            <a:off x="2628101" y="3197221"/>
            <a:ext cx="2719447" cy="3045335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  <a:miter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" name="ZoneTexte 11">
            <a:extLst>
              <a:ext uri="{FF2B5EF4-FFF2-40B4-BE49-F238E27FC236}">
                <a16:creationId xmlns:a16="http://schemas.microsoft.com/office/drawing/2014/main" id="{64E76D6C-B8D2-A9F4-CE61-3154563F997E}"/>
              </a:ext>
            </a:extLst>
          </p:cNvPr>
          <p:cNvSpPr txBox="1"/>
          <p:nvPr/>
        </p:nvSpPr>
        <p:spPr>
          <a:xfrm>
            <a:off x="2664316" y="3216432"/>
            <a:ext cx="1258113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t>TECHNIQUE OFF</a:t>
            </a:r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A705F36A-62B9-AD92-BF3B-8FCE6EE1FB48}"/>
              </a:ext>
            </a:extLst>
          </p:cNvPr>
          <p:cNvSpPr/>
          <p:nvPr/>
        </p:nvSpPr>
        <p:spPr>
          <a:xfrm>
            <a:off x="5423822" y="3195169"/>
            <a:ext cx="2719447" cy="3045335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  <a:miter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3157BFFB-5B06-A0B3-118B-857B38AA6B9B}"/>
              </a:ext>
            </a:extLst>
          </p:cNvPr>
          <p:cNvSpPr/>
          <p:nvPr/>
        </p:nvSpPr>
        <p:spPr>
          <a:xfrm>
            <a:off x="8279093" y="3197221"/>
            <a:ext cx="2719447" cy="3045335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  <a:miter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" name="ZoneTexte 13">
            <a:extLst>
              <a:ext uri="{FF2B5EF4-FFF2-40B4-BE49-F238E27FC236}">
                <a16:creationId xmlns:a16="http://schemas.microsoft.com/office/drawing/2014/main" id="{858E0990-399E-5F10-78A2-E335759220A7}"/>
              </a:ext>
            </a:extLst>
          </p:cNvPr>
          <p:cNvSpPr txBox="1"/>
          <p:nvPr/>
        </p:nvSpPr>
        <p:spPr>
          <a:xfrm>
            <a:off x="5491695" y="3228625"/>
            <a:ext cx="1255218" cy="182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t>TECHNIQUE DEF</a:t>
            </a:r>
          </a:p>
        </p:txBody>
      </p:sp>
      <p:sp>
        <p:nvSpPr>
          <p:cNvPr id="8" name="ZoneTexte 24">
            <a:extLst>
              <a:ext uri="{FF2B5EF4-FFF2-40B4-BE49-F238E27FC236}">
                <a16:creationId xmlns:a16="http://schemas.microsoft.com/office/drawing/2014/main" id="{0971A558-FB9E-DEA7-987F-E3E9D09C917D}"/>
              </a:ext>
            </a:extLst>
          </p:cNvPr>
          <p:cNvSpPr txBox="1"/>
          <p:nvPr/>
        </p:nvSpPr>
        <p:spPr>
          <a:xfrm>
            <a:off x="8315307" y="3228625"/>
            <a:ext cx="765557" cy="182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t>TACTIQUE</a:t>
            </a:r>
          </a:p>
        </p:txBody>
      </p:sp>
      <p:sp>
        <p:nvSpPr>
          <p:cNvPr id="9" name="ZoneTexte 25">
            <a:extLst>
              <a:ext uri="{FF2B5EF4-FFF2-40B4-BE49-F238E27FC236}">
                <a16:creationId xmlns:a16="http://schemas.microsoft.com/office/drawing/2014/main" id="{BC0B8B43-6579-33E3-605C-215A5D67E429}"/>
              </a:ext>
            </a:extLst>
          </p:cNvPr>
          <p:cNvSpPr txBox="1"/>
          <p:nvPr/>
        </p:nvSpPr>
        <p:spPr>
          <a:xfrm>
            <a:off x="2863380" y="3557950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Prise de balle et enchainement </a:t>
            </a:r>
          </a:p>
        </p:txBody>
      </p:sp>
      <p:sp>
        <p:nvSpPr>
          <p:cNvPr id="10" name="Rectangle 93">
            <a:extLst>
              <a:ext uri="{FF2B5EF4-FFF2-40B4-BE49-F238E27FC236}">
                <a16:creationId xmlns:a16="http://schemas.microsoft.com/office/drawing/2014/main" id="{30C3DC21-11A7-1BA3-9DD6-558DC990BB6E}"/>
              </a:ext>
            </a:extLst>
          </p:cNvPr>
          <p:cNvSpPr/>
          <p:nvPr/>
        </p:nvSpPr>
        <p:spPr>
          <a:xfrm>
            <a:off x="2655603" y="3573176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" name="Rectangle 94">
            <a:extLst>
              <a:ext uri="{FF2B5EF4-FFF2-40B4-BE49-F238E27FC236}">
                <a16:creationId xmlns:a16="http://schemas.microsoft.com/office/drawing/2014/main" id="{3AFF0128-1367-8BD7-7684-439198AEE726}"/>
              </a:ext>
            </a:extLst>
          </p:cNvPr>
          <p:cNvSpPr/>
          <p:nvPr/>
        </p:nvSpPr>
        <p:spPr>
          <a:xfrm>
            <a:off x="2655603" y="3810920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" name="ZoneTexte 96">
            <a:extLst>
              <a:ext uri="{FF2B5EF4-FFF2-40B4-BE49-F238E27FC236}">
                <a16:creationId xmlns:a16="http://schemas.microsoft.com/office/drawing/2014/main" id="{A107C611-48E8-46A8-0628-D39D94B12447}"/>
              </a:ext>
            </a:extLst>
          </p:cNvPr>
          <p:cNvSpPr txBox="1"/>
          <p:nvPr/>
        </p:nvSpPr>
        <p:spPr>
          <a:xfrm>
            <a:off x="8548885" y="3496231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S’associer avec les autres</a:t>
            </a:r>
          </a:p>
        </p:txBody>
      </p:sp>
      <p:sp>
        <p:nvSpPr>
          <p:cNvPr id="13" name="ZoneTexte 97">
            <a:extLst>
              <a:ext uri="{FF2B5EF4-FFF2-40B4-BE49-F238E27FC236}">
                <a16:creationId xmlns:a16="http://schemas.microsoft.com/office/drawing/2014/main" id="{06A06665-51C4-3AC2-3547-8AFDA8C77F2B}"/>
              </a:ext>
            </a:extLst>
          </p:cNvPr>
          <p:cNvSpPr txBox="1"/>
          <p:nvPr/>
        </p:nvSpPr>
        <p:spPr>
          <a:xfrm>
            <a:off x="2857283" y="3804423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Technique sous pression</a:t>
            </a:r>
          </a:p>
        </p:txBody>
      </p:sp>
      <p:sp>
        <p:nvSpPr>
          <p:cNvPr id="14" name="ZoneTexte 98">
            <a:extLst>
              <a:ext uri="{FF2B5EF4-FFF2-40B4-BE49-F238E27FC236}">
                <a16:creationId xmlns:a16="http://schemas.microsoft.com/office/drawing/2014/main" id="{3CD9DF5B-2DF7-F9DD-6DDE-907C5BD78BBD}"/>
              </a:ext>
            </a:extLst>
          </p:cNvPr>
          <p:cNvSpPr txBox="1"/>
          <p:nvPr/>
        </p:nvSpPr>
        <p:spPr>
          <a:xfrm>
            <a:off x="2857283" y="4259550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C4D9EB"/>
                </a:solidFill>
              </a:defRPr>
            </a:pPr>
            <a:r>
              <a:t>Qualité de la 1</a:t>
            </a:r>
            <a:r>
              <a:rPr baseline="30000"/>
              <a:t>ère</a:t>
            </a:r>
            <a:r>
              <a:t> touche</a:t>
            </a:r>
          </a:p>
        </p:txBody>
      </p:sp>
      <p:sp>
        <p:nvSpPr>
          <p:cNvPr id="15" name="ZoneTexte 100">
            <a:extLst>
              <a:ext uri="{FF2B5EF4-FFF2-40B4-BE49-F238E27FC236}">
                <a16:creationId xmlns:a16="http://schemas.microsoft.com/office/drawing/2014/main" id="{7E358EB7-883E-C9D1-113D-F66DD2C8E1F9}"/>
              </a:ext>
            </a:extLst>
          </p:cNvPr>
          <p:cNvSpPr txBox="1"/>
          <p:nvPr/>
        </p:nvSpPr>
        <p:spPr>
          <a:xfrm>
            <a:off x="5625727" y="3557949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Cadrage porteur / Orientation </a:t>
            </a:r>
          </a:p>
        </p:txBody>
      </p:sp>
      <p:sp>
        <p:nvSpPr>
          <p:cNvPr id="16" name="ZoneTexte 101">
            <a:extLst>
              <a:ext uri="{FF2B5EF4-FFF2-40B4-BE49-F238E27FC236}">
                <a16:creationId xmlns:a16="http://schemas.microsoft.com/office/drawing/2014/main" id="{60C9ABFE-6319-BEFF-86CA-435B9F7F5D20}"/>
              </a:ext>
            </a:extLst>
          </p:cNvPr>
          <p:cNvSpPr txBox="1"/>
          <p:nvPr/>
        </p:nvSpPr>
        <p:spPr>
          <a:xfrm>
            <a:off x="5617338" y="3790157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Jeu aérien </a:t>
            </a:r>
          </a:p>
        </p:txBody>
      </p:sp>
      <p:sp>
        <p:nvSpPr>
          <p:cNvPr id="17" name="ZoneTexte 102">
            <a:extLst>
              <a:ext uri="{FF2B5EF4-FFF2-40B4-BE49-F238E27FC236}">
                <a16:creationId xmlns:a16="http://schemas.microsoft.com/office/drawing/2014/main" id="{3EA6FA28-EF34-22FA-E748-3F0920E0B6DA}"/>
              </a:ext>
            </a:extLst>
          </p:cNvPr>
          <p:cNvSpPr txBox="1"/>
          <p:nvPr/>
        </p:nvSpPr>
        <p:spPr>
          <a:xfrm>
            <a:off x="5619631" y="4013821"/>
            <a:ext cx="2328792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Distance d’intervention</a:t>
            </a:r>
          </a:p>
        </p:txBody>
      </p:sp>
      <p:sp>
        <p:nvSpPr>
          <p:cNvPr id="18" name="ZoneTexte 103">
            <a:extLst>
              <a:ext uri="{FF2B5EF4-FFF2-40B4-BE49-F238E27FC236}">
                <a16:creationId xmlns:a16="http://schemas.microsoft.com/office/drawing/2014/main" id="{40926814-491B-E4D8-5DE8-E1806050FB6C}"/>
              </a:ext>
            </a:extLst>
          </p:cNvPr>
          <p:cNvSpPr txBox="1"/>
          <p:nvPr/>
        </p:nvSpPr>
        <p:spPr>
          <a:xfrm>
            <a:off x="8548885" y="3693948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Lecture des situations offensives</a:t>
            </a:r>
          </a:p>
        </p:txBody>
      </p:sp>
      <p:sp>
        <p:nvSpPr>
          <p:cNvPr id="19" name="ZoneTexte 104">
            <a:extLst>
              <a:ext uri="{FF2B5EF4-FFF2-40B4-BE49-F238E27FC236}">
                <a16:creationId xmlns:a16="http://schemas.microsoft.com/office/drawing/2014/main" id="{7A09A0F7-D080-B598-44CD-E706F425B086}"/>
              </a:ext>
            </a:extLst>
          </p:cNvPr>
          <p:cNvSpPr txBox="1"/>
          <p:nvPr/>
        </p:nvSpPr>
        <p:spPr>
          <a:xfrm>
            <a:off x="8562062" y="5562101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Lecture des situations défensives</a:t>
            </a:r>
          </a:p>
        </p:txBody>
      </p:sp>
      <p:sp>
        <p:nvSpPr>
          <p:cNvPr id="20" name="ZoneTexte 106">
            <a:extLst>
              <a:ext uri="{FF2B5EF4-FFF2-40B4-BE49-F238E27FC236}">
                <a16:creationId xmlns:a16="http://schemas.microsoft.com/office/drawing/2014/main" id="{10C4CEE9-6F50-F8A7-6B44-FB2F2DBA76A0}"/>
              </a:ext>
            </a:extLst>
          </p:cNvPr>
          <p:cNvSpPr txBox="1"/>
          <p:nvPr/>
        </p:nvSpPr>
        <p:spPr>
          <a:xfrm>
            <a:off x="8551177" y="3865987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Capacité à reconnaitre son rôle</a:t>
            </a:r>
          </a:p>
        </p:txBody>
      </p:sp>
      <p:sp>
        <p:nvSpPr>
          <p:cNvPr id="21" name="ZoneTexte 108">
            <a:extLst>
              <a:ext uri="{FF2B5EF4-FFF2-40B4-BE49-F238E27FC236}">
                <a16:creationId xmlns:a16="http://schemas.microsoft.com/office/drawing/2014/main" id="{5AE31B80-3C1A-AA05-4706-EE77CA18A310}"/>
              </a:ext>
            </a:extLst>
          </p:cNvPr>
          <p:cNvSpPr txBox="1"/>
          <p:nvPr/>
        </p:nvSpPr>
        <p:spPr>
          <a:xfrm>
            <a:off x="8551177" y="4068871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Prise d’informations</a:t>
            </a:r>
          </a:p>
        </p:txBody>
      </p:sp>
      <p:sp>
        <p:nvSpPr>
          <p:cNvPr id="22" name="ZoneTexte 109">
            <a:extLst>
              <a:ext uri="{FF2B5EF4-FFF2-40B4-BE49-F238E27FC236}">
                <a16:creationId xmlns:a16="http://schemas.microsoft.com/office/drawing/2014/main" id="{47EFBD30-1170-1DFB-19BE-5F3132B6A50E}"/>
              </a:ext>
            </a:extLst>
          </p:cNvPr>
          <p:cNvSpPr txBox="1"/>
          <p:nvPr/>
        </p:nvSpPr>
        <p:spPr>
          <a:xfrm>
            <a:off x="2857283" y="4497788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Qualité de la conduite de balle</a:t>
            </a:r>
          </a:p>
        </p:txBody>
      </p:sp>
      <p:sp>
        <p:nvSpPr>
          <p:cNvPr id="23" name="ZoneTexte 110">
            <a:extLst>
              <a:ext uri="{FF2B5EF4-FFF2-40B4-BE49-F238E27FC236}">
                <a16:creationId xmlns:a16="http://schemas.microsoft.com/office/drawing/2014/main" id="{7415528C-F041-F6A0-9D9B-C231333ED9AE}"/>
              </a:ext>
            </a:extLst>
          </p:cNvPr>
          <p:cNvSpPr txBox="1"/>
          <p:nvPr/>
        </p:nvSpPr>
        <p:spPr>
          <a:xfrm>
            <a:off x="2863380" y="4723341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Orientation du corps</a:t>
            </a:r>
          </a:p>
        </p:txBody>
      </p:sp>
      <p:sp>
        <p:nvSpPr>
          <p:cNvPr id="24" name="ZoneTexte 111">
            <a:extLst>
              <a:ext uri="{FF2B5EF4-FFF2-40B4-BE49-F238E27FC236}">
                <a16:creationId xmlns:a16="http://schemas.microsoft.com/office/drawing/2014/main" id="{C1C358FC-0833-B50C-8DD1-CDB2660C4FC7}"/>
              </a:ext>
            </a:extLst>
          </p:cNvPr>
          <p:cNvSpPr txBox="1"/>
          <p:nvPr/>
        </p:nvSpPr>
        <p:spPr>
          <a:xfrm>
            <a:off x="8551177" y="4284842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Volonté de jouer vers l’avant</a:t>
            </a:r>
          </a:p>
        </p:txBody>
      </p:sp>
      <p:sp>
        <p:nvSpPr>
          <p:cNvPr id="25" name="ZoneTexte 112">
            <a:extLst>
              <a:ext uri="{FF2B5EF4-FFF2-40B4-BE49-F238E27FC236}">
                <a16:creationId xmlns:a16="http://schemas.microsoft.com/office/drawing/2014/main" id="{42FADFCE-6EB1-99A5-0303-76FE6153DFC4}"/>
              </a:ext>
            </a:extLst>
          </p:cNvPr>
          <p:cNvSpPr txBox="1"/>
          <p:nvPr/>
        </p:nvSpPr>
        <p:spPr>
          <a:xfrm>
            <a:off x="8551177" y="4492903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Détacher son regard du ballon</a:t>
            </a:r>
          </a:p>
        </p:txBody>
      </p:sp>
      <p:sp>
        <p:nvSpPr>
          <p:cNvPr id="26" name="ZoneTexte 12">
            <a:extLst>
              <a:ext uri="{FF2B5EF4-FFF2-40B4-BE49-F238E27FC236}">
                <a16:creationId xmlns:a16="http://schemas.microsoft.com/office/drawing/2014/main" id="{9FF9B5EE-16A6-FFD3-2EB9-BB15155D47A8}"/>
              </a:ext>
            </a:extLst>
          </p:cNvPr>
          <p:cNvSpPr txBox="1"/>
          <p:nvPr/>
        </p:nvSpPr>
        <p:spPr>
          <a:xfrm>
            <a:off x="5619631" y="4264396"/>
            <a:ext cx="2328792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C4D9EB"/>
                </a:solidFill>
              </a:defRPr>
            </a:pPr>
            <a:r>
              <a:t>Présence 2</a:t>
            </a:r>
            <a:r>
              <a:rPr baseline="30000"/>
              <a:t>nd</a:t>
            </a:r>
            <a:r>
              <a:t> ballon</a:t>
            </a:r>
          </a:p>
        </p:txBody>
      </p:sp>
      <p:sp>
        <p:nvSpPr>
          <p:cNvPr id="27" name="ZoneTexte 20">
            <a:extLst>
              <a:ext uri="{FF2B5EF4-FFF2-40B4-BE49-F238E27FC236}">
                <a16:creationId xmlns:a16="http://schemas.microsoft.com/office/drawing/2014/main" id="{43C5D00E-C1C7-1E39-3E1A-E380B24C1F28}"/>
              </a:ext>
            </a:extLst>
          </p:cNvPr>
          <p:cNvSpPr txBox="1"/>
          <p:nvPr/>
        </p:nvSpPr>
        <p:spPr>
          <a:xfrm>
            <a:off x="8551177" y="4704060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Changement de statut rapide </a:t>
            </a:r>
          </a:p>
        </p:txBody>
      </p:sp>
      <p:sp>
        <p:nvSpPr>
          <p:cNvPr id="28" name="ZoneTexte 21">
            <a:extLst>
              <a:ext uri="{FF2B5EF4-FFF2-40B4-BE49-F238E27FC236}">
                <a16:creationId xmlns:a16="http://schemas.microsoft.com/office/drawing/2014/main" id="{8ABFCFF3-D122-85B8-562D-3BEF4D74F138}"/>
              </a:ext>
            </a:extLst>
          </p:cNvPr>
          <p:cNvSpPr txBox="1"/>
          <p:nvPr/>
        </p:nvSpPr>
        <p:spPr>
          <a:xfrm>
            <a:off x="5619631" y="4519188"/>
            <a:ext cx="232879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Défendre les lignes de passes</a:t>
            </a:r>
          </a:p>
        </p:txBody>
      </p:sp>
      <p:sp>
        <p:nvSpPr>
          <p:cNvPr id="29" name="ZoneTexte 22">
            <a:extLst>
              <a:ext uri="{FF2B5EF4-FFF2-40B4-BE49-F238E27FC236}">
                <a16:creationId xmlns:a16="http://schemas.microsoft.com/office/drawing/2014/main" id="{72055D1D-2F0F-7F15-668E-DFE3C9EBDE85}"/>
              </a:ext>
            </a:extLst>
          </p:cNvPr>
          <p:cNvSpPr txBox="1"/>
          <p:nvPr/>
        </p:nvSpPr>
        <p:spPr>
          <a:xfrm>
            <a:off x="5619631" y="4758674"/>
            <a:ext cx="232879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Défendre en avançant</a:t>
            </a:r>
          </a:p>
        </p:txBody>
      </p:sp>
      <p:sp>
        <p:nvSpPr>
          <p:cNvPr id="30" name="ZoneTexte 23">
            <a:extLst>
              <a:ext uri="{FF2B5EF4-FFF2-40B4-BE49-F238E27FC236}">
                <a16:creationId xmlns:a16="http://schemas.microsoft.com/office/drawing/2014/main" id="{2E85C197-6C54-BCC9-EBC0-8D1AC6B558F4}"/>
              </a:ext>
            </a:extLst>
          </p:cNvPr>
          <p:cNvSpPr txBox="1"/>
          <p:nvPr/>
        </p:nvSpPr>
        <p:spPr>
          <a:xfrm>
            <a:off x="8562062" y="4920953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Jeu de position</a:t>
            </a:r>
          </a:p>
        </p:txBody>
      </p:sp>
      <p:sp>
        <p:nvSpPr>
          <p:cNvPr id="31" name="ZoneTexte 26">
            <a:extLst>
              <a:ext uri="{FF2B5EF4-FFF2-40B4-BE49-F238E27FC236}">
                <a16:creationId xmlns:a16="http://schemas.microsoft.com/office/drawing/2014/main" id="{71A13A51-A1EF-1EF7-A676-902DF5867646}"/>
              </a:ext>
            </a:extLst>
          </p:cNvPr>
          <p:cNvSpPr txBox="1"/>
          <p:nvPr/>
        </p:nvSpPr>
        <p:spPr>
          <a:xfrm>
            <a:off x="8562062" y="5138314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Gestion du rythme</a:t>
            </a:r>
          </a:p>
        </p:txBody>
      </p:sp>
      <p:sp>
        <p:nvSpPr>
          <p:cNvPr id="32" name="ZoneTexte 27">
            <a:extLst>
              <a:ext uri="{FF2B5EF4-FFF2-40B4-BE49-F238E27FC236}">
                <a16:creationId xmlns:a16="http://schemas.microsoft.com/office/drawing/2014/main" id="{6E2A3A0C-38AB-8A51-99BA-9F31A67BA9DC}"/>
              </a:ext>
            </a:extLst>
          </p:cNvPr>
          <p:cNvSpPr txBox="1"/>
          <p:nvPr/>
        </p:nvSpPr>
        <p:spPr>
          <a:xfrm>
            <a:off x="2857283" y="4955874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Avant dernière et dernière passe</a:t>
            </a:r>
          </a:p>
        </p:txBody>
      </p:sp>
      <p:sp>
        <p:nvSpPr>
          <p:cNvPr id="33" name="ZoneTexte 28">
            <a:extLst>
              <a:ext uri="{FF2B5EF4-FFF2-40B4-BE49-F238E27FC236}">
                <a16:creationId xmlns:a16="http://schemas.microsoft.com/office/drawing/2014/main" id="{80DF41FC-5826-2E51-7DB5-4ECC69C02B8A}"/>
              </a:ext>
            </a:extLst>
          </p:cNvPr>
          <p:cNvSpPr txBox="1"/>
          <p:nvPr/>
        </p:nvSpPr>
        <p:spPr>
          <a:xfrm>
            <a:off x="2857283" y="5173589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Finition</a:t>
            </a:r>
          </a:p>
        </p:txBody>
      </p:sp>
      <p:sp>
        <p:nvSpPr>
          <p:cNvPr id="34" name="ZoneTexte 29">
            <a:extLst>
              <a:ext uri="{FF2B5EF4-FFF2-40B4-BE49-F238E27FC236}">
                <a16:creationId xmlns:a16="http://schemas.microsoft.com/office/drawing/2014/main" id="{A2C89A96-AA8F-36C9-3FA6-CCD1C3BE8AEA}"/>
              </a:ext>
            </a:extLst>
          </p:cNvPr>
          <p:cNvSpPr txBox="1"/>
          <p:nvPr/>
        </p:nvSpPr>
        <p:spPr>
          <a:xfrm>
            <a:off x="2846397" y="4041834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Capacité à s’orienter sur une touche </a:t>
            </a:r>
          </a:p>
        </p:txBody>
      </p:sp>
      <p:sp>
        <p:nvSpPr>
          <p:cNvPr id="35" name="ZoneTexte 32">
            <a:extLst>
              <a:ext uri="{FF2B5EF4-FFF2-40B4-BE49-F238E27FC236}">
                <a16:creationId xmlns:a16="http://schemas.microsoft.com/office/drawing/2014/main" id="{34EAE2C0-338A-A299-1B26-8E41DA8AFDBD}"/>
              </a:ext>
            </a:extLst>
          </p:cNvPr>
          <p:cNvSpPr txBox="1"/>
          <p:nvPr/>
        </p:nvSpPr>
        <p:spPr>
          <a:xfrm>
            <a:off x="2846397" y="5391304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Jeu en une touche de balle</a:t>
            </a:r>
          </a:p>
        </p:txBody>
      </p:sp>
      <p:sp>
        <p:nvSpPr>
          <p:cNvPr id="36" name="ZoneTexte 44">
            <a:extLst>
              <a:ext uri="{FF2B5EF4-FFF2-40B4-BE49-F238E27FC236}">
                <a16:creationId xmlns:a16="http://schemas.microsoft.com/office/drawing/2014/main" id="{19958169-EBB4-6AC0-D2A0-8515FC489BA2}"/>
              </a:ext>
            </a:extLst>
          </p:cNvPr>
          <p:cNvSpPr txBox="1"/>
          <p:nvPr/>
        </p:nvSpPr>
        <p:spPr>
          <a:xfrm>
            <a:off x="8562062" y="5366601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Capacité à orienter le jeu </a:t>
            </a:r>
          </a:p>
        </p:txBody>
      </p:sp>
      <p:sp>
        <p:nvSpPr>
          <p:cNvPr id="37" name="ZoneTexte 45">
            <a:extLst>
              <a:ext uri="{FF2B5EF4-FFF2-40B4-BE49-F238E27FC236}">
                <a16:creationId xmlns:a16="http://schemas.microsoft.com/office/drawing/2014/main" id="{2BC7266D-7321-4F2A-595F-E08E95D645C2}"/>
              </a:ext>
            </a:extLst>
          </p:cNvPr>
          <p:cNvSpPr txBox="1"/>
          <p:nvPr/>
        </p:nvSpPr>
        <p:spPr>
          <a:xfrm>
            <a:off x="8562062" y="5787114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Gestion des situations de crise</a:t>
            </a:r>
          </a:p>
        </p:txBody>
      </p:sp>
      <p:sp>
        <p:nvSpPr>
          <p:cNvPr id="38" name="ZoneTexte 46">
            <a:extLst>
              <a:ext uri="{FF2B5EF4-FFF2-40B4-BE49-F238E27FC236}">
                <a16:creationId xmlns:a16="http://schemas.microsoft.com/office/drawing/2014/main" id="{EC92FB78-53F5-E0CD-58FC-2786EB46C47A}"/>
              </a:ext>
            </a:extLst>
          </p:cNvPr>
          <p:cNvSpPr txBox="1"/>
          <p:nvPr/>
        </p:nvSpPr>
        <p:spPr>
          <a:xfrm>
            <a:off x="8562062" y="6007749"/>
            <a:ext cx="247142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Préventif et accompagnement du bloc</a:t>
            </a:r>
          </a:p>
        </p:txBody>
      </p:sp>
      <p:sp>
        <p:nvSpPr>
          <p:cNvPr id="39" name="ZoneTexte 47">
            <a:extLst>
              <a:ext uri="{FF2B5EF4-FFF2-40B4-BE49-F238E27FC236}">
                <a16:creationId xmlns:a16="http://schemas.microsoft.com/office/drawing/2014/main" id="{522472A7-4C29-A662-0ABA-C459453D55AA}"/>
              </a:ext>
            </a:extLst>
          </p:cNvPr>
          <p:cNvSpPr txBox="1"/>
          <p:nvPr/>
        </p:nvSpPr>
        <p:spPr>
          <a:xfrm>
            <a:off x="2835512" y="5630789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Jeu court</a:t>
            </a:r>
          </a:p>
        </p:txBody>
      </p:sp>
      <p:sp>
        <p:nvSpPr>
          <p:cNvPr id="40" name="ZoneTexte 48">
            <a:extLst>
              <a:ext uri="{FF2B5EF4-FFF2-40B4-BE49-F238E27FC236}">
                <a16:creationId xmlns:a16="http://schemas.microsoft.com/office/drawing/2014/main" id="{7E389B98-4F85-5771-0FA6-071A5ED3C89B}"/>
              </a:ext>
            </a:extLst>
          </p:cNvPr>
          <p:cNvSpPr txBox="1"/>
          <p:nvPr/>
        </p:nvSpPr>
        <p:spPr>
          <a:xfrm>
            <a:off x="2835512" y="5848504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Jeu long</a:t>
            </a:r>
          </a:p>
        </p:txBody>
      </p:sp>
      <p:sp>
        <p:nvSpPr>
          <p:cNvPr id="41" name="ZoneTexte 49">
            <a:extLst>
              <a:ext uri="{FF2B5EF4-FFF2-40B4-BE49-F238E27FC236}">
                <a16:creationId xmlns:a16="http://schemas.microsoft.com/office/drawing/2014/main" id="{4537E7CE-6307-F936-8160-ABEF19CEE136}"/>
              </a:ext>
            </a:extLst>
          </p:cNvPr>
          <p:cNvSpPr txBox="1"/>
          <p:nvPr/>
        </p:nvSpPr>
        <p:spPr>
          <a:xfrm>
            <a:off x="2857283" y="6065535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Utilisation des deux pieds</a:t>
            </a:r>
          </a:p>
        </p:txBody>
      </p:sp>
      <p:sp>
        <p:nvSpPr>
          <p:cNvPr id="42" name="ZoneTexte 50">
            <a:extLst>
              <a:ext uri="{FF2B5EF4-FFF2-40B4-BE49-F238E27FC236}">
                <a16:creationId xmlns:a16="http://schemas.microsoft.com/office/drawing/2014/main" id="{9D0AC60D-DAFE-1503-51B3-97FB6ABF1A52}"/>
              </a:ext>
            </a:extLst>
          </p:cNvPr>
          <p:cNvSpPr txBox="1"/>
          <p:nvPr/>
        </p:nvSpPr>
        <p:spPr>
          <a:xfrm>
            <a:off x="5617338" y="4989588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Engagement dans le duel </a:t>
            </a:r>
          </a:p>
        </p:txBody>
      </p:sp>
      <p:sp>
        <p:nvSpPr>
          <p:cNvPr id="43" name="ZoneTexte 30">
            <a:extLst>
              <a:ext uri="{FF2B5EF4-FFF2-40B4-BE49-F238E27FC236}">
                <a16:creationId xmlns:a16="http://schemas.microsoft.com/office/drawing/2014/main" id="{F101B9E4-BA9A-2D04-25B8-2CA100324A85}"/>
              </a:ext>
            </a:extLst>
          </p:cNvPr>
          <p:cNvSpPr txBox="1"/>
          <p:nvPr/>
        </p:nvSpPr>
        <p:spPr>
          <a:xfrm>
            <a:off x="5611362" y="5210717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Anticipation / interception</a:t>
            </a:r>
          </a:p>
        </p:txBody>
      </p:sp>
      <p:sp>
        <p:nvSpPr>
          <p:cNvPr id="44" name="Rectangle 93">
            <a:extLst>
              <a:ext uri="{FF2B5EF4-FFF2-40B4-BE49-F238E27FC236}">
                <a16:creationId xmlns:a16="http://schemas.microsoft.com/office/drawing/2014/main" id="{B14C2BAC-EDD7-4CC5-076E-F6E85F07F5B8}"/>
              </a:ext>
            </a:extLst>
          </p:cNvPr>
          <p:cNvSpPr/>
          <p:nvPr/>
        </p:nvSpPr>
        <p:spPr>
          <a:xfrm>
            <a:off x="2664316" y="4056317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5" name="Rectangle 93">
            <a:extLst>
              <a:ext uri="{FF2B5EF4-FFF2-40B4-BE49-F238E27FC236}">
                <a16:creationId xmlns:a16="http://schemas.microsoft.com/office/drawing/2014/main" id="{479981A4-7D2E-6321-4497-D40136CAC1A6}"/>
              </a:ext>
            </a:extLst>
          </p:cNvPr>
          <p:cNvSpPr/>
          <p:nvPr/>
        </p:nvSpPr>
        <p:spPr>
          <a:xfrm>
            <a:off x="2664316" y="4261862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6" name="Rectangle 93">
            <a:extLst>
              <a:ext uri="{FF2B5EF4-FFF2-40B4-BE49-F238E27FC236}">
                <a16:creationId xmlns:a16="http://schemas.microsoft.com/office/drawing/2014/main" id="{0A4885CC-2DD7-6991-8CE0-6E5DCF2E4AD1}"/>
              </a:ext>
            </a:extLst>
          </p:cNvPr>
          <p:cNvSpPr/>
          <p:nvPr/>
        </p:nvSpPr>
        <p:spPr>
          <a:xfrm>
            <a:off x="2664316" y="4538054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" name="Rectangle 94">
            <a:extLst>
              <a:ext uri="{FF2B5EF4-FFF2-40B4-BE49-F238E27FC236}">
                <a16:creationId xmlns:a16="http://schemas.microsoft.com/office/drawing/2014/main" id="{76BED302-F43B-4CE8-C980-4249E3DCCC31}"/>
              </a:ext>
            </a:extLst>
          </p:cNvPr>
          <p:cNvSpPr/>
          <p:nvPr/>
        </p:nvSpPr>
        <p:spPr>
          <a:xfrm>
            <a:off x="2664316" y="4737823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" name="Rectangle 94">
            <a:extLst>
              <a:ext uri="{FF2B5EF4-FFF2-40B4-BE49-F238E27FC236}">
                <a16:creationId xmlns:a16="http://schemas.microsoft.com/office/drawing/2014/main" id="{95D5977A-3071-38A1-CBEC-05124D49C85C}"/>
              </a:ext>
            </a:extLst>
          </p:cNvPr>
          <p:cNvSpPr/>
          <p:nvPr/>
        </p:nvSpPr>
        <p:spPr>
          <a:xfrm>
            <a:off x="2664316" y="4973046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9" name="Rectangle 94">
            <a:extLst>
              <a:ext uri="{FF2B5EF4-FFF2-40B4-BE49-F238E27FC236}">
                <a16:creationId xmlns:a16="http://schemas.microsoft.com/office/drawing/2014/main" id="{94729DBD-0882-9C0D-1465-AC1EAE91644B}"/>
              </a:ext>
            </a:extLst>
          </p:cNvPr>
          <p:cNvSpPr/>
          <p:nvPr/>
        </p:nvSpPr>
        <p:spPr>
          <a:xfrm>
            <a:off x="2664316" y="5188072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0" name="Rectangle 94">
            <a:extLst>
              <a:ext uri="{FF2B5EF4-FFF2-40B4-BE49-F238E27FC236}">
                <a16:creationId xmlns:a16="http://schemas.microsoft.com/office/drawing/2014/main" id="{07E90599-BC5D-7B5F-BA7E-CA30451BE0B4}"/>
              </a:ext>
            </a:extLst>
          </p:cNvPr>
          <p:cNvSpPr/>
          <p:nvPr/>
        </p:nvSpPr>
        <p:spPr>
          <a:xfrm>
            <a:off x="2664316" y="5426407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1" name="Rectangle 93">
            <a:extLst>
              <a:ext uri="{FF2B5EF4-FFF2-40B4-BE49-F238E27FC236}">
                <a16:creationId xmlns:a16="http://schemas.microsoft.com/office/drawing/2014/main" id="{E2E54530-00CF-23F7-66E6-D6A29515AE05}"/>
              </a:ext>
            </a:extLst>
          </p:cNvPr>
          <p:cNvSpPr/>
          <p:nvPr/>
        </p:nvSpPr>
        <p:spPr>
          <a:xfrm>
            <a:off x="2664316" y="5664151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2" name="Rectangle 94">
            <a:extLst>
              <a:ext uri="{FF2B5EF4-FFF2-40B4-BE49-F238E27FC236}">
                <a16:creationId xmlns:a16="http://schemas.microsoft.com/office/drawing/2014/main" id="{42C12604-5F31-226C-F395-4D56427FD9F1}"/>
              </a:ext>
            </a:extLst>
          </p:cNvPr>
          <p:cNvSpPr/>
          <p:nvPr/>
        </p:nvSpPr>
        <p:spPr>
          <a:xfrm>
            <a:off x="2664316" y="5878576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3" name="Rectangle 94">
            <a:extLst>
              <a:ext uri="{FF2B5EF4-FFF2-40B4-BE49-F238E27FC236}">
                <a16:creationId xmlns:a16="http://schemas.microsoft.com/office/drawing/2014/main" id="{12568205-B019-5033-BB25-CABAF526BE49}"/>
              </a:ext>
            </a:extLst>
          </p:cNvPr>
          <p:cNvSpPr/>
          <p:nvPr/>
        </p:nvSpPr>
        <p:spPr>
          <a:xfrm>
            <a:off x="2690201" y="6083949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4" name="Rectangle 94">
            <a:extLst>
              <a:ext uri="{FF2B5EF4-FFF2-40B4-BE49-F238E27FC236}">
                <a16:creationId xmlns:a16="http://schemas.microsoft.com/office/drawing/2014/main" id="{4EABE7D2-F5D8-1830-10CF-D52E8C4D1925}"/>
              </a:ext>
            </a:extLst>
          </p:cNvPr>
          <p:cNvSpPr/>
          <p:nvPr/>
        </p:nvSpPr>
        <p:spPr>
          <a:xfrm>
            <a:off x="5479885" y="3572433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5" name="Rectangle 94">
            <a:extLst>
              <a:ext uri="{FF2B5EF4-FFF2-40B4-BE49-F238E27FC236}">
                <a16:creationId xmlns:a16="http://schemas.microsoft.com/office/drawing/2014/main" id="{ACB9E363-B021-3DE6-436A-0983A23CB7D7}"/>
              </a:ext>
            </a:extLst>
          </p:cNvPr>
          <p:cNvSpPr/>
          <p:nvPr/>
        </p:nvSpPr>
        <p:spPr>
          <a:xfrm>
            <a:off x="5462585" y="3810920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6" name="Rectangle 94">
            <a:extLst>
              <a:ext uri="{FF2B5EF4-FFF2-40B4-BE49-F238E27FC236}">
                <a16:creationId xmlns:a16="http://schemas.microsoft.com/office/drawing/2014/main" id="{5442997A-B5CA-8BE0-096B-2F001153249F}"/>
              </a:ext>
            </a:extLst>
          </p:cNvPr>
          <p:cNvSpPr/>
          <p:nvPr/>
        </p:nvSpPr>
        <p:spPr>
          <a:xfrm>
            <a:off x="5444073" y="4033748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7" name="Rectangle 94">
            <a:extLst>
              <a:ext uri="{FF2B5EF4-FFF2-40B4-BE49-F238E27FC236}">
                <a16:creationId xmlns:a16="http://schemas.microsoft.com/office/drawing/2014/main" id="{3C47F282-CB19-6398-B69F-0F313309BFD3}"/>
              </a:ext>
            </a:extLst>
          </p:cNvPr>
          <p:cNvSpPr/>
          <p:nvPr/>
        </p:nvSpPr>
        <p:spPr>
          <a:xfrm>
            <a:off x="5462585" y="4296369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8" name="Rectangle 94">
            <a:extLst>
              <a:ext uri="{FF2B5EF4-FFF2-40B4-BE49-F238E27FC236}">
                <a16:creationId xmlns:a16="http://schemas.microsoft.com/office/drawing/2014/main" id="{7665ACFC-3352-EE76-3903-D1C977459857}"/>
              </a:ext>
            </a:extLst>
          </p:cNvPr>
          <p:cNvSpPr/>
          <p:nvPr/>
        </p:nvSpPr>
        <p:spPr>
          <a:xfrm>
            <a:off x="5462585" y="4533671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9" name="Rectangle 94">
            <a:extLst>
              <a:ext uri="{FF2B5EF4-FFF2-40B4-BE49-F238E27FC236}">
                <a16:creationId xmlns:a16="http://schemas.microsoft.com/office/drawing/2014/main" id="{223FF210-FE61-7C51-D46B-E7639776228C}"/>
              </a:ext>
            </a:extLst>
          </p:cNvPr>
          <p:cNvSpPr/>
          <p:nvPr/>
        </p:nvSpPr>
        <p:spPr>
          <a:xfrm>
            <a:off x="5462585" y="5004071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0" name="Rectangle 94">
            <a:extLst>
              <a:ext uri="{FF2B5EF4-FFF2-40B4-BE49-F238E27FC236}">
                <a16:creationId xmlns:a16="http://schemas.microsoft.com/office/drawing/2014/main" id="{E0D2DE72-ED00-6B26-0EDF-04CCA1428298}"/>
              </a:ext>
            </a:extLst>
          </p:cNvPr>
          <p:cNvSpPr/>
          <p:nvPr/>
        </p:nvSpPr>
        <p:spPr>
          <a:xfrm>
            <a:off x="5464628" y="5225200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1" name="Rectangle 93">
            <a:extLst>
              <a:ext uri="{FF2B5EF4-FFF2-40B4-BE49-F238E27FC236}">
                <a16:creationId xmlns:a16="http://schemas.microsoft.com/office/drawing/2014/main" id="{03315AB8-7122-2A54-B208-287C969D6C5C}"/>
              </a:ext>
            </a:extLst>
          </p:cNvPr>
          <p:cNvSpPr/>
          <p:nvPr/>
        </p:nvSpPr>
        <p:spPr>
          <a:xfrm>
            <a:off x="5479885" y="4779427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2" name="Rectangle 94">
            <a:extLst>
              <a:ext uri="{FF2B5EF4-FFF2-40B4-BE49-F238E27FC236}">
                <a16:creationId xmlns:a16="http://schemas.microsoft.com/office/drawing/2014/main" id="{4D64E8C1-EE39-078C-1AE2-2F4AD7BEFD43}"/>
              </a:ext>
            </a:extLst>
          </p:cNvPr>
          <p:cNvSpPr/>
          <p:nvPr/>
        </p:nvSpPr>
        <p:spPr>
          <a:xfrm>
            <a:off x="8299649" y="3499623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3" name="Rectangle 94">
            <a:extLst>
              <a:ext uri="{FF2B5EF4-FFF2-40B4-BE49-F238E27FC236}">
                <a16:creationId xmlns:a16="http://schemas.microsoft.com/office/drawing/2014/main" id="{47888E78-922B-AEF5-6E1A-2799D1AC7208}"/>
              </a:ext>
            </a:extLst>
          </p:cNvPr>
          <p:cNvSpPr/>
          <p:nvPr/>
        </p:nvSpPr>
        <p:spPr>
          <a:xfrm>
            <a:off x="8299649" y="3917345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60" name="Rectangle 94">
            <a:extLst>
              <a:ext uri="{FF2B5EF4-FFF2-40B4-BE49-F238E27FC236}">
                <a16:creationId xmlns:a16="http://schemas.microsoft.com/office/drawing/2014/main" id="{47473876-9061-8D75-5C15-9D73059B473D}"/>
              </a:ext>
            </a:extLst>
          </p:cNvPr>
          <p:cNvSpPr/>
          <p:nvPr/>
        </p:nvSpPr>
        <p:spPr>
          <a:xfrm>
            <a:off x="8315307" y="4128227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61" name="Rectangle 93">
            <a:extLst>
              <a:ext uri="{FF2B5EF4-FFF2-40B4-BE49-F238E27FC236}">
                <a16:creationId xmlns:a16="http://schemas.microsoft.com/office/drawing/2014/main" id="{EA5C0126-01F0-2604-9636-1E9F30B80762}"/>
              </a:ext>
            </a:extLst>
          </p:cNvPr>
          <p:cNvSpPr/>
          <p:nvPr/>
        </p:nvSpPr>
        <p:spPr>
          <a:xfrm>
            <a:off x="8316949" y="4321933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62" name="Rectangle 94">
            <a:extLst>
              <a:ext uri="{FF2B5EF4-FFF2-40B4-BE49-F238E27FC236}">
                <a16:creationId xmlns:a16="http://schemas.microsoft.com/office/drawing/2014/main" id="{1FC3E03B-505F-3CD2-5ECE-8D4C45A32ECE}"/>
              </a:ext>
            </a:extLst>
          </p:cNvPr>
          <p:cNvSpPr/>
          <p:nvPr/>
        </p:nvSpPr>
        <p:spPr>
          <a:xfrm>
            <a:off x="8315307" y="4512271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63" name="Rectangle 94">
            <a:extLst>
              <a:ext uri="{FF2B5EF4-FFF2-40B4-BE49-F238E27FC236}">
                <a16:creationId xmlns:a16="http://schemas.microsoft.com/office/drawing/2014/main" id="{89824155-59D0-7076-CC46-65F4795389E1}"/>
              </a:ext>
            </a:extLst>
          </p:cNvPr>
          <p:cNvSpPr/>
          <p:nvPr/>
        </p:nvSpPr>
        <p:spPr>
          <a:xfrm>
            <a:off x="8315307" y="4709626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65" name="Rectangle 94">
            <a:extLst>
              <a:ext uri="{FF2B5EF4-FFF2-40B4-BE49-F238E27FC236}">
                <a16:creationId xmlns:a16="http://schemas.microsoft.com/office/drawing/2014/main" id="{B7305F36-0C29-6703-A5EF-899F82F197ED}"/>
              </a:ext>
            </a:extLst>
          </p:cNvPr>
          <p:cNvSpPr/>
          <p:nvPr/>
        </p:nvSpPr>
        <p:spPr>
          <a:xfrm>
            <a:off x="8316949" y="4930067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62" name="Rectangle 94">
            <a:extLst>
              <a:ext uri="{FF2B5EF4-FFF2-40B4-BE49-F238E27FC236}">
                <a16:creationId xmlns:a16="http://schemas.microsoft.com/office/drawing/2014/main" id="{282BA9CB-5DC0-9D11-F33E-B344B95F4670}"/>
              </a:ext>
            </a:extLst>
          </p:cNvPr>
          <p:cNvSpPr/>
          <p:nvPr/>
        </p:nvSpPr>
        <p:spPr>
          <a:xfrm>
            <a:off x="8316949" y="5140489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63" name="Rectangle 94">
            <a:extLst>
              <a:ext uri="{FF2B5EF4-FFF2-40B4-BE49-F238E27FC236}">
                <a16:creationId xmlns:a16="http://schemas.microsoft.com/office/drawing/2014/main" id="{544BA0F3-0B52-DBA3-493E-FB84329881E5}"/>
              </a:ext>
            </a:extLst>
          </p:cNvPr>
          <p:cNvSpPr/>
          <p:nvPr/>
        </p:nvSpPr>
        <p:spPr>
          <a:xfrm>
            <a:off x="8316949" y="5576583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64" name="Rectangle 94">
            <a:extLst>
              <a:ext uri="{FF2B5EF4-FFF2-40B4-BE49-F238E27FC236}">
                <a16:creationId xmlns:a16="http://schemas.microsoft.com/office/drawing/2014/main" id="{E2ACF6F7-1535-FDEF-F5BC-E17DA3D77767}"/>
              </a:ext>
            </a:extLst>
          </p:cNvPr>
          <p:cNvSpPr/>
          <p:nvPr/>
        </p:nvSpPr>
        <p:spPr>
          <a:xfrm>
            <a:off x="8316949" y="5801597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65" name="Rectangle 94">
            <a:extLst>
              <a:ext uri="{FF2B5EF4-FFF2-40B4-BE49-F238E27FC236}">
                <a16:creationId xmlns:a16="http://schemas.microsoft.com/office/drawing/2014/main" id="{7DDDF473-A39A-F80C-DA13-58AEA068CCA8}"/>
              </a:ext>
            </a:extLst>
          </p:cNvPr>
          <p:cNvSpPr/>
          <p:nvPr/>
        </p:nvSpPr>
        <p:spPr>
          <a:xfrm>
            <a:off x="8316949" y="6022231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66" name="Rectangle 93">
            <a:extLst>
              <a:ext uri="{FF2B5EF4-FFF2-40B4-BE49-F238E27FC236}">
                <a16:creationId xmlns:a16="http://schemas.microsoft.com/office/drawing/2014/main" id="{C4612486-D27F-6763-A3DF-049A4C5B7250}"/>
              </a:ext>
            </a:extLst>
          </p:cNvPr>
          <p:cNvSpPr/>
          <p:nvPr/>
        </p:nvSpPr>
        <p:spPr>
          <a:xfrm>
            <a:off x="8316949" y="5370387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67" name="Rectangle 93">
            <a:extLst>
              <a:ext uri="{FF2B5EF4-FFF2-40B4-BE49-F238E27FC236}">
                <a16:creationId xmlns:a16="http://schemas.microsoft.com/office/drawing/2014/main" id="{43430D78-1144-95FC-D625-2E84E78B9EBB}"/>
              </a:ext>
            </a:extLst>
          </p:cNvPr>
          <p:cNvSpPr/>
          <p:nvPr/>
        </p:nvSpPr>
        <p:spPr>
          <a:xfrm>
            <a:off x="8299649" y="3708430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72" name="Image 971">
            <a:extLst>
              <a:ext uri="{FF2B5EF4-FFF2-40B4-BE49-F238E27FC236}">
                <a16:creationId xmlns:a16="http://schemas.microsoft.com/office/drawing/2014/main" id="{1853BF80-4113-7AFE-1D10-8912C049E2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576" y="870628"/>
            <a:ext cx="463437" cy="448955"/>
          </a:xfrm>
          <a:prstGeom prst="rect">
            <a:avLst/>
          </a:prstGeom>
        </p:spPr>
      </p:pic>
      <p:sp>
        <p:nvSpPr>
          <p:cNvPr id="973" name="Rectangle 972">
            <a:extLst>
              <a:ext uri="{FF2B5EF4-FFF2-40B4-BE49-F238E27FC236}">
                <a16:creationId xmlns:a16="http://schemas.microsoft.com/office/drawing/2014/main" id="{54DCDE29-C18E-F749-83D8-91A1C95F0B48}"/>
              </a:ext>
            </a:extLst>
          </p:cNvPr>
          <p:cNvSpPr/>
          <p:nvPr/>
        </p:nvSpPr>
        <p:spPr>
          <a:xfrm>
            <a:off x="3144999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993" name="Rectangle 992">
            <a:extLst>
              <a:ext uri="{FF2B5EF4-FFF2-40B4-BE49-F238E27FC236}">
                <a16:creationId xmlns:a16="http://schemas.microsoft.com/office/drawing/2014/main" id="{47EC8F66-B7ED-3BA2-5525-3022A22B29BF}"/>
              </a:ext>
            </a:extLst>
          </p:cNvPr>
          <p:cNvSpPr/>
          <p:nvPr/>
        </p:nvSpPr>
        <p:spPr>
          <a:xfrm>
            <a:off x="3874544" y="573910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A90F0440-99A0-E5CE-0B74-33502DD13FBA}"/>
              </a:ext>
            </a:extLst>
          </p:cNvPr>
          <p:cNvSpPr/>
          <p:nvPr/>
        </p:nvSpPr>
        <p:spPr>
          <a:xfrm>
            <a:off x="4609099" y="56781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8FE1C57F-01FA-6A1B-6881-42142B9FD50A}"/>
              </a:ext>
            </a:extLst>
          </p:cNvPr>
          <p:cNvSpPr/>
          <p:nvPr/>
        </p:nvSpPr>
        <p:spPr>
          <a:xfrm>
            <a:off x="5338644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EA94CFE5-AC59-FF84-50DB-48BD71F288C4}"/>
              </a:ext>
            </a:extLst>
          </p:cNvPr>
          <p:cNvSpPr/>
          <p:nvPr/>
        </p:nvSpPr>
        <p:spPr>
          <a:xfrm>
            <a:off x="6067498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1060" name="Graphique 1059">
            <a:extLst>
              <a:ext uri="{FF2B5EF4-FFF2-40B4-BE49-F238E27FC236}">
                <a16:creationId xmlns:a16="http://schemas.microsoft.com/office/drawing/2014/main" id="{6C2CA06C-6181-C1E9-A37D-75B149507E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34742" y="563556"/>
            <a:ext cx="307072" cy="307072"/>
          </a:xfrm>
          <a:prstGeom prst="rect">
            <a:avLst/>
          </a:prstGeom>
        </p:spPr>
      </p:pic>
      <p:sp>
        <p:nvSpPr>
          <p:cNvPr id="1068" name="Rectangle 1067">
            <a:extLst>
              <a:ext uri="{FF2B5EF4-FFF2-40B4-BE49-F238E27FC236}">
                <a16:creationId xmlns:a16="http://schemas.microsoft.com/office/drawing/2014/main" id="{F47E62F1-A5DB-8EE7-0072-3A408D016594}"/>
              </a:ext>
            </a:extLst>
          </p:cNvPr>
          <p:cNvSpPr/>
          <p:nvPr/>
        </p:nvSpPr>
        <p:spPr>
          <a:xfrm>
            <a:off x="3144999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69" name="Rectangle 1068">
            <a:extLst>
              <a:ext uri="{FF2B5EF4-FFF2-40B4-BE49-F238E27FC236}">
                <a16:creationId xmlns:a16="http://schemas.microsoft.com/office/drawing/2014/main" id="{AD646570-8690-B769-8BF8-9E0451B5DE25}"/>
              </a:ext>
            </a:extLst>
          </p:cNvPr>
          <p:cNvSpPr/>
          <p:nvPr/>
        </p:nvSpPr>
        <p:spPr>
          <a:xfrm>
            <a:off x="3874544" y="98234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70" name="Rectangle 1069">
            <a:extLst>
              <a:ext uri="{FF2B5EF4-FFF2-40B4-BE49-F238E27FC236}">
                <a16:creationId xmlns:a16="http://schemas.microsoft.com/office/drawing/2014/main" id="{0367154A-78CE-F0EB-5754-3AF8363A0EA5}"/>
              </a:ext>
            </a:extLst>
          </p:cNvPr>
          <p:cNvSpPr/>
          <p:nvPr/>
        </p:nvSpPr>
        <p:spPr>
          <a:xfrm>
            <a:off x="4609099" y="97624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71" name="Rectangle 1070">
            <a:extLst>
              <a:ext uri="{FF2B5EF4-FFF2-40B4-BE49-F238E27FC236}">
                <a16:creationId xmlns:a16="http://schemas.microsoft.com/office/drawing/2014/main" id="{B02212C4-D753-ADDE-6872-B17E772DC432}"/>
              </a:ext>
            </a:extLst>
          </p:cNvPr>
          <p:cNvSpPr/>
          <p:nvPr/>
        </p:nvSpPr>
        <p:spPr>
          <a:xfrm>
            <a:off x="5338644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72" name="Rectangle 1071">
            <a:extLst>
              <a:ext uri="{FF2B5EF4-FFF2-40B4-BE49-F238E27FC236}">
                <a16:creationId xmlns:a16="http://schemas.microsoft.com/office/drawing/2014/main" id="{29FFB75F-1455-2BFD-6F4C-0166674B7B58}"/>
              </a:ext>
            </a:extLst>
          </p:cNvPr>
          <p:cNvSpPr/>
          <p:nvPr/>
        </p:nvSpPr>
        <p:spPr>
          <a:xfrm>
            <a:off x="6067498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73" name="Rectangle 1072">
            <a:extLst>
              <a:ext uri="{FF2B5EF4-FFF2-40B4-BE49-F238E27FC236}">
                <a16:creationId xmlns:a16="http://schemas.microsoft.com/office/drawing/2014/main" id="{FF656928-4709-E8A4-957B-25DA67C56F75}"/>
              </a:ext>
            </a:extLst>
          </p:cNvPr>
          <p:cNvSpPr/>
          <p:nvPr/>
        </p:nvSpPr>
        <p:spPr>
          <a:xfrm>
            <a:off x="3144999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74" name="Rectangle 1073">
            <a:extLst>
              <a:ext uri="{FF2B5EF4-FFF2-40B4-BE49-F238E27FC236}">
                <a16:creationId xmlns:a16="http://schemas.microsoft.com/office/drawing/2014/main" id="{9A5BD325-0FDD-1E30-40B3-B7EEA462E400}"/>
              </a:ext>
            </a:extLst>
          </p:cNvPr>
          <p:cNvSpPr/>
          <p:nvPr/>
        </p:nvSpPr>
        <p:spPr>
          <a:xfrm>
            <a:off x="3874544" y="140906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75" name="Rectangle 1074">
            <a:extLst>
              <a:ext uri="{FF2B5EF4-FFF2-40B4-BE49-F238E27FC236}">
                <a16:creationId xmlns:a16="http://schemas.microsoft.com/office/drawing/2014/main" id="{D21469CF-18AF-9953-6FC0-DF313CF78773}"/>
              </a:ext>
            </a:extLst>
          </p:cNvPr>
          <p:cNvSpPr/>
          <p:nvPr/>
        </p:nvSpPr>
        <p:spPr>
          <a:xfrm>
            <a:off x="4609099" y="140296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76" name="Rectangle 1075">
            <a:extLst>
              <a:ext uri="{FF2B5EF4-FFF2-40B4-BE49-F238E27FC236}">
                <a16:creationId xmlns:a16="http://schemas.microsoft.com/office/drawing/2014/main" id="{60B92C50-A7FC-961E-A34A-DAF018B37F41}"/>
              </a:ext>
            </a:extLst>
          </p:cNvPr>
          <p:cNvSpPr/>
          <p:nvPr/>
        </p:nvSpPr>
        <p:spPr>
          <a:xfrm>
            <a:off x="5338644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77" name="Rectangle 1076">
            <a:extLst>
              <a:ext uri="{FF2B5EF4-FFF2-40B4-BE49-F238E27FC236}">
                <a16:creationId xmlns:a16="http://schemas.microsoft.com/office/drawing/2014/main" id="{7DB99939-ABDE-CAE0-EEAD-2C266F93168C}"/>
              </a:ext>
            </a:extLst>
          </p:cNvPr>
          <p:cNvSpPr/>
          <p:nvPr/>
        </p:nvSpPr>
        <p:spPr>
          <a:xfrm>
            <a:off x="6067498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8CBBF551-E669-2CC0-4C0D-A09913C6D7E3}"/>
              </a:ext>
            </a:extLst>
          </p:cNvPr>
          <p:cNvSpPr/>
          <p:nvPr/>
        </p:nvSpPr>
        <p:spPr>
          <a:xfrm>
            <a:off x="3144999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79" name="Rectangle 1078">
            <a:extLst>
              <a:ext uri="{FF2B5EF4-FFF2-40B4-BE49-F238E27FC236}">
                <a16:creationId xmlns:a16="http://schemas.microsoft.com/office/drawing/2014/main" id="{43E893EF-D229-A14B-D8CB-A1BE7D235E68}"/>
              </a:ext>
            </a:extLst>
          </p:cNvPr>
          <p:cNvSpPr/>
          <p:nvPr/>
        </p:nvSpPr>
        <p:spPr>
          <a:xfrm>
            <a:off x="3874544" y="183578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80" name="Rectangle 1079">
            <a:extLst>
              <a:ext uri="{FF2B5EF4-FFF2-40B4-BE49-F238E27FC236}">
                <a16:creationId xmlns:a16="http://schemas.microsoft.com/office/drawing/2014/main" id="{83330B35-86CF-A3F9-CE7E-49ECC205E790}"/>
              </a:ext>
            </a:extLst>
          </p:cNvPr>
          <p:cNvSpPr/>
          <p:nvPr/>
        </p:nvSpPr>
        <p:spPr>
          <a:xfrm>
            <a:off x="4609099" y="182968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81" name="Rectangle 1080">
            <a:extLst>
              <a:ext uri="{FF2B5EF4-FFF2-40B4-BE49-F238E27FC236}">
                <a16:creationId xmlns:a16="http://schemas.microsoft.com/office/drawing/2014/main" id="{4CC1D5B3-9C27-5388-3156-B9F0D5D82A8B}"/>
              </a:ext>
            </a:extLst>
          </p:cNvPr>
          <p:cNvSpPr/>
          <p:nvPr/>
        </p:nvSpPr>
        <p:spPr>
          <a:xfrm>
            <a:off x="5338644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82" name="Rectangle 1081">
            <a:extLst>
              <a:ext uri="{FF2B5EF4-FFF2-40B4-BE49-F238E27FC236}">
                <a16:creationId xmlns:a16="http://schemas.microsoft.com/office/drawing/2014/main" id="{DF20ACFB-12BE-46D6-D888-31903424CEDB}"/>
              </a:ext>
            </a:extLst>
          </p:cNvPr>
          <p:cNvSpPr/>
          <p:nvPr/>
        </p:nvSpPr>
        <p:spPr>
          <a:xfrm>
            <a:off x="6067498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1099" name="Image 1098">
            <a:extLst>
              <a:ext uri="{FF2B5EF4-FFF2-40B4-BE49-F238E27FC236}">
                <a16:creationId xmlns:a16="http://schemas.microsoft.com/office/drawing/2014/main" id="{84FEDF71-7394-6F2C-5C80-7062D9F772E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42463" y="1369788"/>
            <a:ext cx="293945" cy="277870"/>
          </a:xfrm>
          <a:prstGeom prst="rect">
            <a:avLst/>
          </a:prstGeom>
        </p:spPr>
      </p:pic>
      <p:pic>
        <p:nvPicPr>
          <p:cNvPr id="1100" name="Image 1099">
            <a:extLst>
              <a:ext uri="{FF2B5EF4-FFF2-40B4-BE49-F238E27FC236}">
                <a16:creationId xmlns:a16="http://schemas.microsoft.com/office/drawing/2014/main" id="{86A8A8B5-224C-1A3A-FAEF-A2E35F5829D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424" y="1729743"/>
            <a:ext cx="464634" cy="448955"/>
          </a:xfrm>
          <a:prstGeom prst="rect">
            <a:avLst/>
          </a:prstGeom>
        </p:spPr>
      </p:pic>
      <p:pic>
        <p:nvPicPr>
          <p:cNvPr id="982" name="Image 981">
            <a:extLst>
              <a:ext uri="{FF2B5EF4-FFF2-40B4-BE49-F238E27FC236}">
                <a16:creationId xmlns:a16="http://schemas.microsoft.com/office/drawing/2014/main" id="{81FC245D-BC66-0BDF-66B0-AF1B985C1F5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5455" y="2134642"/>
            <a:ext cx="463436" cy="447798"/>
          </a:xfrm>
          <a:prstGeom prst="rect">
            <a:avLst/>
          </a:prstGeom>
        </p:spPr>
      </p:pic>
      <p:sp>
        <p:nvSpPr>
          <p:cNvPr id="983" name="Rectangle 982">
            <a:extLst>
              <a:ext uri="{FF2B5EF4-FFF2-40B4-BE49-F238E27FC236}">
                <a16:creationId xmlns:a16="http://schemas.microsoft.com/office/drawing/2014/main" id="{BDBF17CB-5DC9-52E2-4991-6F592BD06BF8}"/>
              </a:ext>
            </a:extLst>
          </p:cNvPr>
          <p:cNvSpPr/>
          <p:nvPr/>
        </p:nvSpPr>
        <p:spPr>
          <a:xfrm>
            <a:off x="3147555" y="2238535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984" name="Rectangle 983">
            <a:extLst>
              <a:ext uri="{FF2B5EF4-FFF2-40B4-BE49-F238E27FC236}">
                <a16:creationId xmlns:a16="http://schemas.microsoft.com/office/drawing/2014/main" id="{E2E8BE4F-8300-F2F3-62FA-261D9F214700}"/>
              </a:ext>
            </a:extLst>
          </p:cNvPr>
          <p:cNvSpPr/>
          <p:nvPr/>
        </p:nvSpPr>
        <p:spPr>
          <a:xfrm>
            <a:off x="3876919" y="222363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985" name="Rectangle 984">
            <a:extLst>
              <a:ext uri="{FF2B5EF4-FFF2-40B4-BE49-F238E27FC236}">
                <a16:creationId xmlns:a16="http://schemas.microsoft.com/office/drawing/2014/main" id="{793CA100-78A7-FD50-2D34-6612411E18CD}"/>
              </a:ext>
            </a:extLst>
          </p:cNvPr>
          <p:cNvSpPr/>
          <p:nvPr/>
        </p:nvSpPr>
        <p:spPr>
          <a:xfrm>
            <a:off x="4611474" y="221753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986" name="Rectangle 985">
            <a:extLst>
              <a:ext uri="{FF2B5EF4-FFF2-40B4-BE49-F238E27FC236}">
                <a16:creationId xmlns:a16="http://schemas.microsoft.com/office/drawing/2014/main" id="{C7A9202E-E3D0-6F59-E386-89EE519113E7}"/>
              </a:ext>
            </a:extLst>
          </p:cNvPr>
          <p:cNvSpPr/>
          <p:nvPr/>
        </p:nvSpPr>
        <p:spPr>
          <a:xfrm>
            <a:off x="5341019" y="222972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996" name="Rectangle 995">
            <a:extLst>
              <a:ext uri="{FF2B5EF4-FFF2-40B4-BE49-F238E27FC236}">
                <a16:creationId xmlns:a16="http://schemas.microsoft.com/office/drawing/2014/main" id="{EADA879D-249E-D233-E23C-5D308892A2D1}"/>
              </a:ext>
            </a:extLst>
          </p:cNvPr>
          <p:cNvSpPr/>
          <p:nvPr/>
        </p:nvSpPr>
        <p:spPr>
          <a:xfrm>
            <a:off x="6069873" y="222972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997" name="Graphique 996">
            <a:extLst>
              <a:ext uri="{FF2B5EF4-FFF2-40B4-BE49-F238E27FC236}">
                <a16:creationId xmlns:a16="http://schemas.microsoft.com/office/drawing/2014/main" id="{7E082E7B-88FF-E5F0-7509-FEC59F1CC7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75040" y="2732750"/>
            <a:ext cx="211222" cy="211222"/>
          </a:xfrm>
          <a:prstGeom prst="rect">
            <a:avLst/>
          </a:prstGeom>
        </p:spPr>
      </p:pic>
      <p:sp>
        <p:nvSpPr>
          <p:cNvPr id="998" name="ZoneTexte 997">
            <a:extLst>
              <a:ext uri="{FF2B5EF4-FFF2-40B4-BE49-F238E27FC236}">
                <a16:creationId xmlns:a16="http://schemas.microsoft.com/office/drawing/2014/main" id="{93036CC4-C07A-5428-1B87-0117956EBE7F}"/>
              </a:ext>
            </a:extLst>
          </p:cNvPr>
          <p:cNvSpPr txBox="1"/>
          <p:nvPr/>
        </p:nvSpPr>
        <p:spPr>
          <a:xfrm>
            <a:off x="2881791" y="2767753"/>
            <a:ext cx="272645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Hors compétitions officielles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">
  <a:themeElements>
    <a:clrScheme name="Benutzerdefiniert 90">
      <a:dk1>
        <a:sysClr val="windowText" lastClr="000000"/>
      </a:dk1>
      <a:lt1>
        <a:sysClr val="window" lastClr="FFFFFF"/>
      </a:lt1>
      <a:dk2>
        <a:srgbClr val="7F7F7F"/>
      </a:dk2>
      <a:lt2>
        <a:srgbClr val="D8D8D8"/>
      </a:lt2>
      <a:accent1>
        <a:srgbClr val="0B4A89"/>
      </a:accent1>
      <a:accent2>
        <a:srgbClr val="0B61AC"/>
      </a:accent2>
      <a:accent3>
        <a:srgbClr val="3C81BD"/>
      </a:accent3>
      <a:accent4>
        <a:srgbClr val="6DA0CD"/>
      </a:accent4>
      <a:accent5>
        <a:srgbClr val="9DC0DE"/>
      </a:accent5>
      <a:accent6>
        <a:srgbClr val="CEDFEE"/>
      </a:accent6>
      <a:hlink>
        <a:srgbClr val="000000"/>
      </a:hlink>
      <a:folHlink>
        <a:srgbClr val="000000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288000" tIns="144000" rIns="144000" bIns="144000" rtlCol="0" anchor="t" anchorCtr="0"/>
      <a:lstStyle>
        <a:defPPr algn="l">
          <a:defRPr sz="14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M_PowerPoint_2026-02-27.potx" id="{DF3612FC-EDCE-4203-8D57-49F1927BD6EC}" vid="{48407813-946E-4201-8363-4C3D5CF0F9C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2aa4942-3767-4fb4-b828-61a76fcbf9df" xsi:nil="true"/>
    <lcf76f155ced4ddcb4097134ff3c332f xmlns="1d40e6f8-d294-4e0a-a4ec-60755aee44ca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84ACF31B36D74C8A8D9F1563B7614F" ma:contentTypeVersion="14" ma:contentTypeDescription="Crée un document." ma:contentTypeScope="" ma:versionID="6944943d1de8f9ba8dc321df97983e02">
  <xsd:schema xmlns:xsd="http://www.w3.org/2001/XMLSchema" xmlns:xs="http://www.w3.org/2001/XMLSchema" xmlns:p="http://schemas.microsoft.com/office/2006/metadata/properties" xmlns:ns2="1d40e6f8-d294-4e0a-a4ec-60755aee44ca" xmlns:ns3="d2aa4942-3767-4fb4-b828-61a76fcbf9df" targetNamespace="http://schemas.microsoft.com/office/2006/metadata/properties" ma:root="true" ma:fieldsID="711673d70673af0f64fe2a8d88156ea9" ns2:_="" ns3:_="">
    <xsd:import namespace="1d40e6f8-d294-4e0a-a4ec-60755aee44ca"/>
    <xsd:import namespace="d2aa4942-3767-4fb4-b828-61a76fcbf9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40e6f8-d294-4e0a-a4ec-60755aee44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Balises d’images" ma:readOnly="false" ma:fieldId="{5cf76f15-5ced-4ddc-b409-7134ff3c332f}" ma:taxonomyMulti="true" ma:sspId="f88b8358-9c83-4b24-b5de-0c1930eec4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aa4942-3767-4fb4-b828-61a76fcbf9df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6f857251-e8ee-4f1b-b7b7-9c85b1efc469}" ma:internalName="TaxCatchAll" ma:showField="CatchAllData" ma:web="d2aa4942-3767-4fb4-b828-61a76fcbf9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E9B66EE-43D2-49FF-898E-DCD517785142}">
  <ds:schemaRefs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d2aa4942-3767-4fb4-b828-61a76fcbf9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1d40e6f8-d294-4e0a-a4ec-60755aee44ca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0371EAD-D329-4D52-AE09-9178E65A3A5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8E81A49-0A80-4C54-B12C-C93AB1B5DFFA}"/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184</Words>
  <Application>Microsoft Macintosh PowerPoint</Application>
  <PresentationFormat>Grand écran</PresentationFormat>
  <Paragraphs>62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OM Marseille Medium</vt:lpstr>
      <vt:lpstr>OM Marseille Light</vt:lpstr>
      <vt:lpstr>Office</vt:lpstr>
      <vt:lpstr>ÉVALUATION INDIVIDUALISATION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Genty</dc:creator>
  <cp:lastModifiedBy>Lucas Genty</cp:lastModifiedBy>
  <cp:revision>3</cp:revision>
  <dcterms:created xsi:type="dcterms:W3CDTF">2026-08-04T15:33:25Z</dcterms:created>
  <dcterms:modified xsi:type="dcterms:W3CDTF">2026-08-06T07:38:53Z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0x0101004D84ACF31B36D74C8A8D9F1563B7614F</vt:lpwstr>
  </property>
  <property fmtid="{D5CDD505-2E9C-101B-9397-08002B2CF9AE}" pid="3" name="MediaServiceImageTags">
    <vt:lpwstr/>
  </property>
</Properties>
</file>