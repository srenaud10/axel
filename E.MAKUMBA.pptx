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13" r:id="rId6"/>
  </p:sldIdLst>
  <p:sldSz cx="12192000" cy="6858000"/>
  <p:notesSz cx="6858000" cy="9144000"/>
  <p:embeddedFontLst>
    <p:embeddedFont>
      <p:font typeface="OM Marseille Light" pitchFamily="50" charset="0"/>
      <p:regular r:id="rId9"/>
    </p:embeddedFont>
    <p:embeddedFont>
      <p:font typeface="OM Marseille Medium" pitchFamily="50" charset="0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58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ecouvreur" userId="eb6916c3-51ba-4176-b211-2d3af9ee51de" providerId="ADAL" clId="{C83E26FE-4162-4AA5-97C8-454BCC2C930F}"/>
    <pc:docChg chg="undo custSel modSld">
      <pc:chgData name="David Recouvreur" userId="eb6916c3-51ba-4176-b211-2d3af9ee51de" providerId="ADAL" clId="{C83E26FE-4162-4AA5-97C8-454BCC2C930F}" dt="2026-08-06T15:39:22.270" v="17" actId="22"/>
      <pc:docMkLst>
        <pc:docMk/>
      </pc:docMkLst>
      <pc:sldChg chg="addSp modSp mod">
        <pc:chgData name="David Recouvreur" userId="eb6916c3-51ba-4176-b211-2d3af9ee51de" providerId="ADAL" clId="{C83E26FE-4162-4AA5-97C8-454BCC2C930F}" dt="2026-08-06T15:39:22.270" v="17" actId="22"/>
        <pc:sldMkLst>
          <pc:docMk/>
          <pc:sldMk cId="3488168118" sldId="313"/>
        </pc:sldMkLst>
        <pc:spChg chg="mod">
          <ac:chgData name="David Recouvreur" userId="eb6916c3-51ba-4176-b211-2d3af9ee51de" providerId="ADAL" clId="{C83E26FE-4162-4AA5-97C8-454BCC2C930F}" dt="2026-08-06T07:15:41.004" v="5" actId="20577"/>
          <ac:spMkLst>
            <pc:docMk/>
            <pc:sldMk cId="3488168118" sldId="313"/>
            <ac:spMk id="26" creationId="{F1B9C073-5314-ECA7-541B-F396012BB416}"/>
          </ac:spMkLst>
        </pc:spChg>
        <pc:spChg chg="mod">
          <ac:chgData name="David Recouvreur" userId="eb6916c3-51ba-4176-b211-2d3af9ee51de" providerId="ADAL" clId="{C83E26FE-4162-4AA5-97C8-454BCC2C930F}" dt="2026-08-06T15:35:20.240" v="13" actId="1076"/>
          <ac:spMkLst>
            <pc:docMk/>
            <pc:sldMk cId="3488168118" sldId="313"/>
            <ac:spMk id="70" creationId="{0C0AC390-C067-F21A-9496-962EB04C32D2}"/>
          </ac:spMkLst>
        </pc:spChg>
        <pc:spChg chg="mod">
          <ac:chgData name="David Recouvreur" userId="eb6916c3-51ba-4176-b211-2d3af9ee51de" providerId="ADAL" clId="{C83E26FE-4162-4AA5-97C8-454BCC2C930F}" dt="2026-08-06T15:35:42.148" v="16" actId="207"/>
          <ac:spMkLst>
            <pc:docMk/>
            <pc:sldMk cId="3488168118" sldId="313"/>
            <ac:spMk id="144" creationId="{75A30F5A-7A9C-EDC7-DBF4-25CFCEE58590}"/>
          </ac:spMkLst>
        </pc:spChg>
        <pc:picChg chg="add mod">
          <ac:chgData name="David Recouvreur" userId="eb6916c3-51ba-4176-b211-2d3af9ee51de" providerId="ADAL" clId="{C83E26FE-4162-4AA5-97C8-454BCC2C930F}" dt="2026-08-06T15:35:00.597" v="9" actId="1076"/>
          <ac:picMkLst>
            <pc:docMk/>
            <pc:sldMk cId="3488168118" sldId="313"/>
            <ac:picMk id="9" creationId="{0F798A5A-DDB4-498E-5852-8738E7AA1F36}"/>
          </ac:picMkLst>
        </pc:picChg>
        <pc:picChg chg="add mod">
          <ac:chgData name="David Recouvreur" userId="eb6916c3-51ba-4176-b211-2d3af9ee51de" providerId="ADAL" clId="{C83E26FE-4162-4AA5-97C8-454BCC2C930F}" dt="2026-08-06T15:35:04.639" v="11" actId="1076"/>
          <ac:picMkLst>
            <pc:docMk/>
            <pc:sldMk cId="3488168118" sldId="313"/>
            <ac:picMk id="29" creationId="{726D005F-F66F-0EC1-3FAA-E80FC2A4485F}"/>
          </ac:picMkLst>
        </pc:picChg>
        <pc:picChg chg="add">
          <ac:chgData name="David Recouvreur" userId="eb6916c3-51ba-4176-b211-2d3af9ee51de" providerId="ADAL" clId="{C83E26FE-4162-4AA5-97C8-454BCC2C930F}" dt="2026-08-06T15:39:22.270" v="17" actId="22"/>
          <ac:picMkLst>
            <pc:docMk/>
            <pc:sldMk cId="3488168118" sldId="313"/>
            <ac:picMk id="45" creationId="{FD4DD084-B00A-2E61-610B-AD6668314735}"/>
          </ac:picMkLst>
        </pc:picChg>
        <pc:cxnChg chg="mod">
          <ac:chgData name="David Recouvreur" userId="eb6916c3-51ba-4176-b211-2d3af9ee51de" providerId="ADAL" clId="{C83E26FE-4162-4AA5-97C8-454BCC2C930F}" dt="2026-08-06T15:31:46.370" v="6" actId="1076"/>
          <ac:cxnSpMkLst>
            <pc:docMk/>
            <pc:sldMk cId="3488168118" sldId="313"/>
            <ac:cxnSpMk id="15" creationId="{3DED9627-978B-038A-32BB-6B5FEA7ADBBD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3279-C94A-BE8A-1E96BA248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ENZO MAKUMBA – 2010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6690E777-B78C-56F0-0D03-1C4ACA453C91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FBF29CF2-60EF-8489-1700-0D6B910C9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DED9627-978B-038A-32BB-6B5FEA7ADBBD}"/>
              </a:ext>
            </a:extLst>
          </p:cNvPr>
          <p:cNvCxnSpPr/>
          <p:nvPr/>
        </p:nvCxnSpPr>
        <p:spPr>
          <a:xfrm>
            <a:off x="2351948" y="234314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3D497D5E-7DE6-56EE-6DEA-76F0160BA5B7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2DE0E4B1-D342-AD1C-4CC6-E1E956FBABB7}"/>
              </a:ext>
            </a:extLst>
          </p:cNvPr>
          <p:cNvCxnSpPr>
            <a:cxnSpLocks/>
          </p:cNvCxnSpPr>
          <p:nvPr/>
        </p:nvCxnSpPr>
        <p:spPr>
          <a:xfrm flipH="1">
            <a:off x="2560371" y="3018407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A637ED6-8166-84D4-F8BB-277D58282B47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36467A2-A2CE-926A-EC77-5BA6C8012E23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41009723-279C-DA60-2328-6DC405A71BFB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920FA25-6DF1-F347-9FE4-C9EB800AF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FB740C58-F6AC-D70B-16A9-D7E876EED6B2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EF021A8-A85B-EF7A-FCC9-5360DABBCA11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5B4DB6A-D783-1917-1DEE-25BB9E6CB0B6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CB715BB-1691-0723-C68E-F9A59DFA21E2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A82BF4D-803F-269B-464C-93C23D262CF6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B0AF13D-4F92-E1E7-8859-08ED44290E9D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0092E82-D504-6F9A-94CF-9EB4471DE1A9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8A1C83D3-9357-B752-B8AD-BA0189CA1A9B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0BB9F33A-9AE0-9C08-A3A8-7E67808B470D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E2415246-E4C7-023F-7994-46D653866AC8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00042F-5882-7DD4-BB77-DA8B5E7C7B50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431B55F9-A3D8-2AA2-B958-515D2BE8FBCB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E92C561-3D04-5A8E-84D9-9F61071AD9A7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86488E4-AF34-F59D-45B3-40EFEAC2CD84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179794B-EB1B-5BB7-2329-E03963BA8C9C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87E16E89-8072-E50E-84B6-1E4414BB091C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659DE3CA-7672-E73B-E7F6-F717D9C7C2C5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DE13A11-3F11-9EB9-3C8A-1B3BD9C4DD71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932BE92-0955-0F1C-BA03-4B4E4AFA0EAF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8D4DDDD-2722-0258-89D3-04C87DCE6D5D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1735D1A6-6C69-B2E7-EF9A-ED3FC6A5ECAC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5400C37D-866E-7083-E298-DF6416A39034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C6BD62EF-096E-DD75-AA03-4C40D15012E9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39A9D6B4-3095-7B73-83D6-0D41B0518227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11F7016F-8B6D-6A76-0213-3383FCD7239D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E8B9BB-8D00-71AD-0C72-F25AA5DBA8AD}"/>
              </a:ext>
            </a:extLst>
          </p:cNvPr>
          <p:cNvSpPr/>
          <p:nvPr/>
        </p:nvSpPr>
        <p:spPr>
          <a:xfrm>
            <a:off x="1328391" y="30184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DBC0F-53EA-9E31-7CC8-EFC5A29D0096}"/>
              </a:ext>
            </a:extLst>
          </p:cNvPr>
          <p:cNvSpPr/>
          <p:nvPr/>
        </p:nvSpPr>
        <p:spPr>
          <a:xfrm>
            <a:off x="1334487" y="338416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29E83-92AD-2F00-5DE4-7A5CB56B4F56}"/>
              </a:ext>
            </a:extLst>
          </p:cNvPr>
          <p:cNvSpPr/>
          <p:nvPr/>
        </p:nvSpPr>
        <p:spPr>
          <a:xfrm>
            <a:off x="1328391" y="378936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712E6D-E3FE-3F90-BE88-F51AFB6FEA85}"/>
              </a:ext>
            </a:extLst>
          </p:cNvPr>
          <p:cNvSpPr/>
          <p:nvPr/>
        </p:nvSpPr>
        <p:spPr>
          <a:xfrm>
            <a:off x="1328387" y="421007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1B9C073-5314-ECA7-541B-F396012BB416}"/>
              </a:ext>
            </a:extLst>
          </p:cNvPr>
          <p:cNvSpPr txBox="1"/>
          <p:nvPr/>
        </p:nvSpPr>
        <p:spPr>
          <a:xfrm>
            <a:off x="1398416" y="3085623"/>
            <a:ext cx="45852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07/02/2010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4CE246B-0984-B544-4BE8-F15AC8A765A7}"/>
              </a:ext>
            </a:extLst>
          </p:cNvPr>
          <p:cNvSpPr txBox="1"/>
          <p:nvPr/>
        </p:nvSpPr>
        <p:spPr>
          <a:xfrm>
            <a:off x="1529738" y="3410266"/>
            <a:ext cx="2112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BF6A239-EFD2-DE53-0359-28D6932C6328}"/>
              </a:ext>
            </a:extLst>
          </p:cNvPr>
          <p:cNvSpPr txBox="1"/>
          <p:nvPr/>
        </p:nvSpPr>
        <p:spPr>
          <a:xfrm>
            <a:off x="1417515" y="3812979"/>
            <a:ext cx="4107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172,5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54B2DA5-95E0-97C6-DC0D-DBA8900D3F13}"/>
              </a:ext>
            </a:extLst>
          </p:cNvPr>
          <p:cNvSpPr txBox="1"/>
          <p:nvPr/>
        </p:nvSpPr>
        <p:spPr>
          <a:xfrm>
            <a:off x="1381196" y="4229059"/>
            <a:ext cx="4107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66,5</a:t>
            </a:r>
          </a:p>
        </p:txBody>
      </p:sp>
      <p:pic>
        <p:nvPicPr>
          <p:cNvPr id="131" name="Picture 2" descr="France • Fabio’s LifeTour">
            <a:extLst>
              <a:ext uri="{FF2B5EF4-FFF2-40B4-BE49-F238E27FC236}">
                <a16:creationId xmlns:a16="http://schemas.microsoft.com/office/drawing/2014/main" id="{A7976F10-2681-A81B-4B0F-9D19C4684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7" y="2354795"/>
            <a:ext cx="290387" cy="19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34ADB3F-6C43-3FCB-FFCD-B9544238CCAC}"/>
              </a:ext>
            </a:extLst>
          </p:cNvPr>
          <p:cNvSpPr/>
          <p:nvPr/>
        </p:nvSpPr>
        <p:spPr>
          <a:xfrm>
            <a:off x="2744664" y="3195253"/>
            <a:ext cx="2719446" cy="249921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F222157D-ECCA-7247-1A5F-D0E86471411D}"/>
              </a:ext>
            </a:extLst>
          </p:cNvPr>
          <p:cNvSpPr txBox="1"/>
          <p:nvPr/>
        </p:nvSpPr>
        <p:spPr>
          <a:xfrm>
            <a:off x="2780878" y="3214464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179D8F1-2634-26EC-A565-5995C23C7ABE}"/>
              </a:ext>
            </a:extLst>
          </p:cNvPr>
          <p:cNvSpPr/>
          <p:nvPr/>
        </p:nvSpPr>
        <p:spPr>
          <a:xfrm>
            <a:off x="5570160" y="3191280"/>
            <a:ext cx="2719446" cy="249921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C0AC390-C067-F21A-9496-962EB04C32D2}"/>
              </a:ext>
            </a:extLst>
          </p:cNvPr>
          <p:cNvSpPr/>
          <p:nvPr/>
        </p:nvSpPr>
        <p:spPr>
          <a:xfrm>
            <a:off x="8395656" y="3191280"/>
            <a:ext cx="2719446" cy="249921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306B6984-0B4D-CCE9-45D5-C566B9AE1EFA}"/>
              </a:ext>
            </a:extLst>
          </p:cNvPr>
          <p:cNvSpPr txBox="1"/>
          <p:nvPr/>
        </p:nvSpPr>
        <p:spPr>
          <a:xfrm>
            <a:off x="5608257" y="3226656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C8368AA4-4C91-735E-C864-AE87CE0E3BAF}"/>
              </a:ext>
            </a:extLst>
          </p:cNvPr>
          <p:cNvSpPr txBox="1"/>
          <p:nvPr/>
        </p:nvSpPr>
        <p:spPr>
          <a:xfrm>
            <a:off x="8431870" y="3226656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B2D38B7F-CBF4-3294-E38A-1988F4E4991E}"/>
              </a:ext>
            </a:extLst>
          </p:cNvPr>
          <p:cNvSpPr txBox="1"/>
          <p:nvPr/>
        </p:nvSpPr>
        <p:spPr>
          <a:xfrm>
            <a:off x="2979942" y="35559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passe 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217590A2-A319-F499-A129-B50118058C25}"/>
              </a:ext>
            </a:extLst>
          </p:cNvPr>
          <p:cNvSpPr txBox="1"/>
          <p:nvPr/>
        </p:nvSpPr>
        <p:spPr>
          <a:xfrm>
            <a:off x="2973846" y="379372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1B5B2F8-9795-5F6C-CB4F-70E6740873B1}"/>
              </a:ext>
            </a:extLst>
          </p:cNvPr>
          <p:cNvSpPr/>
          <p:nvPr/>
        </p:nvSpPr>
        <p:spPr>
          <a:xfrm>
            <a:off x="2772165" y="3571209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D684EB5-1A62-3DB8-CF79-7E54A3F05EFC}"/>
              </a:ext>
            </a:extLst>
          </p:cNvPr>
          <p:cNvSpPr/>
          <p:nvPr/>
        </p:nvSpPr>
        <p:spPr>
          <a:xfrm>
            <a:off x="2772165" y="3808953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5546E53-1A0C-80EE-C10F-B7FFD1DB4346}"/>
              </a:ext>
            </a:extLst>
          </p:cNvPr>
          <p:cNvSpPr/>
          <p:nvPr/>
        </p:nvSpPr>
        <p:spPr>
          <a:xfrm>
            <a:off x="5593360" y="4019838"/>
            <a:ext cx="132154" cy="76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09488BE6-A5A6-E237-E879-C256C0D21E6D}"/>
              </a:ext>
            </a:extLst>
          </p:cNvPr>
          <p:cNvSpPr txBox="1"/>
          <p:nvPr/>
        </p:nvSpPr>
        <p:spPr>
          <a:xfrm>
            <a:off x="8665447" y="351699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B9AAADF-8C0E-2858-1495-DFDC7F276B2B}"/>
              </a:ext>
            </a:extLst>
          </p:cNvPr>
          <p:cNvSpPr txBox="1"/>
          <p:nvPr/>
        </p:nvSpPr>
        <p:spPr>
          <a:xfrm>
            <a:off x="2973846" y="401983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 Z1 / Z2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356CB8FD-FC37-5E1B-5E3D-BC8BC091A972}"/>
              </a:ext>
            </a:extLst>
          </p:cNvPr>
          <p:cNvSpPr txBox="1"/>
          <p:nvPr/>
        </p:nvSpPr>
        <p:spPr>
          <a:xfrm>
            <a:off x="2967750" y="447895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1C6B3C13-C235-2FFE-C4DD-B5A53FE4C3A7}"/>
              </a:ext>
            </a:extLst>
          </p:cNvPr>
          <p:cNvSpPr txBox="1"/>
          <p:nvPr/>
        </p:nvSpPr>
        <p:spPr>
          <a:xfrm>
            <a:off x="5778006" y="353825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Duel 1c1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EDD00D1E-7BF7-26C6-1D41-6F1DA74A1C9D}"/>
              </a:ext>
            </a:extLst>
          </p:cNvPr>
          <p:cNvSpPr txBox="1"/>
          <p:nvPr/>
        </p:nvSpPr>
        <p:spPr>
          <a:xfrm>
            <a:off x="5765487" y="377989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BC84D35D-51A8-1C4C-05A6-8E8886654052}"/>
              </a:ext>
            </a:extLst>
          </p:cNvPr>
          <p:cNvSpPr txBox="1"/>
          <p:nvPr/>
        </p:nvSpPr>
        <p:spPr>
          <a:xfrm>
            <a:off x="5765487" y="402472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86DBF645-B00C-5C69-9FB9-EB9F942E172D}"/>
              </a:ext>
            </a:extLst>
          </p:cNvPr>
          <p:cNvSpPr txBox="1"/>
          <p:nvPr/>
        </p:nvSpPr>
        <p:spPr>
          <a:xfrm>
            <a:off x="5765487" y="425027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8E806F27-B3EC-E75A-8058-94FC2C52BF07}"/>
              </a:ext>
            </a:extLst>
          </p:cNvPr>
          <p:cNvSpPr txBox="1"/>
          <p:nvPr/>
        </p:nvSpPr>
        <p:spPr>
          <a:xfrm>
            <a:off x="8665447" y="37030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A8AF559A-6646-3149-F371-3AE49634EC43}"/>
              </a:ext>
            </a:extLst>
          </p:cNvPr>
          <p:cNvSpPr txBox="1"/>
          <p:nvPr/>
        </p:nvSpPr>
        <p:spPr>
          <a:xfrm>
            <a:off x="8665447" y="49882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6A728CB8-E7AD-8C6E-4897-72023B548CF7}"/>
              </a:ext>
            </a:extLst>
          </p:cNvPr>
          <p:cNvSpPr txBox="1"/>
          <p:nvPr/>
        </p:nvSpPr>
        <p:spPr>
          <a:xfrm>
            <a:off x="5765487" y="449557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sur centre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D2255ABB-AF39-2D22-E5EB-2F4E2DE96BE9}"/>
              </a:ext>
            </a:extLst>
          </p:cNvPr>
          <p:cNvSpPr txBox="1"/>
          <p:nvPr/>
        </p:nvSpPr>
        <p:spPr>
          <a:xfrm>
            <a:off x="8665447" y="53833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 la profondeur 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6F9758BE-5B55-9A4B-DDC6-B5A8D1BD7992}"/>
              </a:ext>
            </a:extLst>
          </p:cNvPr>
          <p:cNvSpPr txBox="1"/>
          <p:nvPr/>
        </p:nvSpPr>
        <p:spPr>
          <a:xfrm>
            <a:off x="8665447" y="3902310"/>
            <a:ext cx="25557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Maitrise des différents dédoublements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DAB2B0EF-54B2-50D0-B702-B5F90C013AE6}"/>
              </a:ext>
            </a:extLst>
          </p:cNvPr>
          <p:cNvSpPr txBox="1"/>
          <p:nvPr/>
        </p:nvSpPr>
        <p:spPr>
          <a:xfrm>
            <a:off x="8665447" y="40985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6E1F3AF1-5B63-CBE7-ADB8-C22AF71BEA52}"/>
              </a:ext>
            </a:extLst>
          </p:cNvPr>
          <p:cNvSpPr txBox="1"/>
          <p:nvPr/>
        </p:nvSpPr>
        <p:spPr>
          <a:xfrm>
            <a:off x="2967750" y="471719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654EB250-2EB9-CF36-39B5-DA3381FFABDF}"/>
              </a:ext>
            </a:extLst>
          </p:cNvPr>
          <p:cNvSpPr txBox="1"/>
          <p:nvPr/>
        </p:nvSpPr>
        <p:spPr>
          <a:xfrm>
            <a:off x="2973846" y="49427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9457C317-1589-C96A-D8D5-5E6C9D723C75}"/>
              </a:ext>
            </a:extLst>
          </p:cNvPr>
          <p:cNvSpPr txBox="1"/>
          <p:nvPr/>
        </p:nvSpPr>
        <p:spPr>
          <a:xfrm>
            <a:off x="8665447" y="429600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F9460E33-4073-EC35-C3E8-CB7E13EE10AE}"/>
              </a:ext>
            </a:extLst>
          </p:cNvPr>
          <p:cNvSpPr txBox="1"/>
          <p:nvPr/>
        </p:nvSpPr>
        <p:spPr>
          <a:xfrm>
            <a:off x="8665447" y="448219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9665F85A-4C9B-33BA-C77F-7ECBE34BFAA8}"/>
              </a:ext>
            </a:extLst>
          </p:cNvPr>
          <p:cNvSpPr txBox="1"/>
          <p:nvPr/>
        </p:nvSpPr>
        <p:spPr>
          <a:xfrm>
            <a:off x="2979942" y="42493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en Z3 / Finition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B3AEAE6B-CB79-9495-8B80-E5DB76A8ECD5}"/>
              </a:ext>
            </a:extLst>
          </p:cNvPr>
          <p:cNvSpPr txBox="1"/>
          <p:nvPr/>
        </p:nvSpPr>
        <p:spPr>
          <a:xfrm>
            <a:off x="8665447" y="46767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adapter sa hauteur 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E513C4D3-FE83-AD59-3044-F0D88B866DA3}"/>
              </a:ext>
            </a:extLst>
          </p:cNvPr>
          <p:cNvSpPr txBox="1"/>
          <p:nvPr/>
        </p:nvSpPr>
        <p:spPr>
          <a:xfrm>
            <a:off x="5765487" y="471329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a défendre en infériorité 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7017DBE0-6EF8-F1C5-3F88-6F3371DB0F31}"/>
              </a:ext>
            </a:extLst>
          </p:cNvPr>
          <p:cNvSpPr txBox="1"/>
          <p:nvPr/>
        </p:nvSpPr>
        <p:spPr>
          <a:xfrm>
            <a:off x="5765487" y="49636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Éviter le centre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0F9A7F7-31D7-8C65-D2E9-53DDB5814E35}"/>
              </a:ext>
            </a:extLst>
          </p:cNvPr>
          <p:cNvSpPr txBox="1"/>
          <p:nvPr/>
        </p:nvSpPr>
        <p:spPr>
          <a:xfrm>
            <a:off x="8665447" y="518582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488AC3B0-ADD7-33FA-0A7A-C478A3AF7302}"/>
              </a:ext>
            </a:extLst>
          </p:cNvPr>
          <p:cNvSpPr txBox="1"/>
          <p:nvPr/>
        </p:nvSpPr>
        <p:spPr>
          <a:xfrm>
            <a:off x="5754602" y="52031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198EAFE-3373-7AA5-0A73-B1034AA4706D}"/>
              </a:ext>
            </a:extLst>
          </p:cNvPr>
          <p:cNvSpPr txBox="1"/>
          <p:nvPr/>
        </p:nvSpPr>
        <p:spPr>
          <a:xfrm>
            <a:off x="2967750" y="51456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changer de décision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D87E7A3-F159-ABA3-67ED-077BB4BB9454}"/>
              </a:ext>
            </a:extLst>
          </p:cNvPr>
          <p:cNvSpPr txBox="1"/>
          <p:nvPr/>
        </p:nvSpPr>
        <p:spPr>
          <a:xfrm>
            <a:off x="2973846" y="536701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F17B9C4C-24B5-7956-47A2-D6629656203A}"/>
              </a:ext>
            </a:extLst>
          </p:cNvPr>
          <p:cNvSpPr txBox="1"/>
          <p:nvPr/>
        </p:nvSpPr>
        <p:spPr>
          <a:xfrm>
            <a:off x="5754602" y="545352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581E522-3694-5BAE-DCB7-ED672F6788D9}"/>
              </a:ext>
            </a:extLst>
          </p:cNvPr>
          <p:cNvSpPr/>
          <p:nvPr/>
        </p:nvSpPr>
        <p:spPr>
          <a:xfrm>
            <a:off x="8448608" y="4096782"/>
            <a:ext cx="132154" cy="76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BD95271-0B1D-68DD-B6E0-243FD879041F}"/>
              </a:ext>
            </a:extLst>
          </p:cNvPr>
          <p:cNvSpPr/>
          <p:nvPr/>
        </p:nvSpPr>
        <p:spPr>
          <a:xfrm>
            <a:off x="8448608" y="4507571"/>
            <a:ext cx="132154" cy="76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A414194-AE95-D05D-5042-76FC847164C8}"/>
              </a:ext>
            </a:extLst>
          </p:cNvPr>
          <p:cNvSpPr/>
          <p:nvPr/>
        </p:nvSpPr>
        <p:spPr>
          <a:xfrm>
            <a:off x="2746802" y="4969133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88FF98-0F76-177A-6B67-961E8CB35946}"/>
              </a:ext>
            </a:extLst>
          </p:cNvPr>
          <p:cNvSpPr/>
          <p:nvPr/>
        </p:nvSpPr>
        <p:spPr>
          <a:xfrm>
            <a:off x="5608006" y="3553480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F09F580-D801-92CD-5810-64CA7C2C9E34}"/>
              </a:ext>
            </a:extLst>
          </p:cNvPr>
          <p:cNvSpPr/>
          <p:nvPr/>
        </p:nvSpPr>
        <p:spPr>
          <a:xfrm>
            <a:off x="5593360" y="4510806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039BC5B-66E0-3C98-98EE-F06C1426DC42}"/>
              </a:ext>
            </a:extLst>
          </p:cNvPr>
          <p:cNvSpPr/>
          <p:nvPr/>
        </p:nvSpPr>
        <p:spPr>
          <a:xfrm>
            <a:off x="2746802" y="4728520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5A30F5A-7A9C-EDC7-DBF4-25CFCEE58590}"/>
              </a:ext>
            </a:extLst>
          </p:cNvPr>
          <p:cNvSpPr/>
          <p:nvPr/>
        </p:nvSpPr>
        <p:spPr>
          <a:xfrm>
            <a:off x="8460868" y="3563285"/>
            <a:ext cx="132154" cy="7651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38562E1-078B-B238-39D6-AF5DD442FF02}"/>
              </a:ext>
            </a:extLst>
          </p:cNvPr>
          <p:cNvSpPr/>
          <p:nvPr/>
        </p:nvSpPr>
        <p:spPr>
          <a:xfrm>
            <a:off x="5601747" y="4968323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F9D5A67-7C6B-75AC-B56D-AA97AAB9154E}"/>
              </a:ext>
            </a:extLst>
          </p:cNvPr>
          <p:cNvSpPr/>
          <p:nvPr/>
        </p:nvSpPr>
        <p:spPr>
          <a:xfrm>
            <a:off x="5593360" y="3778876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7A21A07-F995-6C02-C84B-AFD06B28A595}"/>
              </a:ext>
            </a:extLst>
          </p:cNvPr>
          <p:cNvSpPr/>
          <p:nvPr/>
        </p:nvSpPr>
        <p:spPr>
          <a:xfrm>
            <a:off x="5621119" y="4711667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FAFE389-CC44-1242-EEC8-C791E5C42E12}"/>
              </a:ext>
            </a:extLst>
          </p:cNvPr>
          <p:cNvSpPr/>
          <p:nvPr/>
        </p:nvSpPr>
        <p:spPr>
          <a:xfrm>
            <a:off x="5593360" y="5213735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C49807F-9FE5-D8D9-1053-70AA195F61B4}"/>
              </a:ext>
            </a:extLst>
          </p:cNvPr>
          <p:cNvSpPr/>
          <p:nvPr/>
        </p:nvSpPr>
        <p:spPr>
          <a:xfrm>
            <a:off x="2782499" y="4047502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ECFCC7E-64D2-2152-D3CC-349414A64656}"/>
              </a:ext>
            </a:extLst>
          </p:cNvPr>
          <p:cNvSpPr/>
          <p:nvPr/>
        </p:nvSpPr>
        <p:spPr>
          <a:xfrm>
            <a:off x="5595781" y="4264589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9609552-48EE-37DB-0B1F-06B6A75103FD}"/>
              </a:ext>
            </a:extLst>
          </p:cNvPr>
          <p:cNvSpPr/>
          <p:nvPr/>
        </p:nvSpPr>
        <p:spPr>
          <a:xfrm>
            <a:off x="5582475" y="5460326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01CBC34-4B7C-8730-A944-BB3908E83A15}"/>
              </a:ext>
            </a:extLst>
          </p:cNvPr>
          <p:cNvSpPr/>
          <p:nvPr/>
        </p:nvSpPr>
        <p:spPr>
          <a:xfrm>
            <a:off x="8419465" y="3736937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28DF373-F792-7A9D-FCDB-B7311B09939A}"/>
              </a:ext>
            </a:extLst>
          </p:cNvPr>
          <p:cNvSpPr/>
          <p:nvPr/>
        </p:nvSpPr>
        <p:spPr>
          <a:xfrm>
            <a:off x="8431870" y="3922435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12E2467-3651-8C5D-9539-C6295D9351AE}"/>
              </a:ext>
            </a:extLst>
          </p:cNvPr>
          <p:cNvSpPr/>
          <p:nvPr/>
        </p:nvSpPr>
        <p:spPr>
          <a:xfrm>
            <a:off x="8437433" y="4317132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C06A770-7566-372E-2305-DF02B4534578}"/>
              </a:ext>
            </a:extLst>
          </p:cNvPr>
          <p:cNvSpPr/>
          <p:nvPr/>
        </p:nvSpPr>
        <p:spPr>
          <a:xfrm>
            <a:off x="8448608" y="4691952"/>
            <a:ext cx="132154" cy="765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1C3B3F5-2AB9-CFE0-EEA9-13E7605A9BD4}"/>
              </a:ext>
            </a:extLst>
          </p:cNvPr>
          <p:cNvSpPr/>
          <p:nvPr/>
        </p:nvSpPr>
        <p:spPr>
          <a:xfrm>
            <a:off x="2765442" y="5394476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9448690-BEF5-4645-2E8F-845A10D83584}"/>
              </a:ext>
            </a:extLst>
          </p:cNvPr>
          <p:cNvSpPr/>
          <p:nvPr/>
        </p:nvSpPr>
        <p:spPr>
          <a:xfrm>
            <a:off x="2757090" y="5160060"/>
            <a:ext cx="132154" cy="76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F8FE006-F84B-AA95-9FCB-3742E4F68F3F}"/>
              </a:ext>
            </a:extLst>
          </p:cNvPr>
          <p:cNvSpPr/>
          <p:nvPr/>
        </p:nvSpPr>
        <p:spPr>
          <a:xfrm>
            <a:off x="8448608" y="5195661"/>
            <a:ext cx="132154" cy="76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7AB3378-1F3E-D171-AC28-21F3D3779A62}"/>
              </a:ext>
            </a:extLst>
          </p:cNvPr>
          <p:cNvSpPr/>
          <p:nvPr/>
        </p:nvSpPr>
        <p:spPr>
          <a:xfrm>
            <a:off x="2784034" y="4270762"/>
            <a:ext cx="132154" cy="76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79F65DF-5F27-CD72-4EB0-B8080ABBDBE2}"/>
              </a:ext>
            </a:extLst>
          </p:cNvPr>
          <p:cNvSpPr/>
          <p:nvPr/>
        </p:nvSpPr>
        <p:spPr>
          <a:xfrm>
            <a:off x="2766778" y="4490776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227D2C1-9AD3-8EDB-00F1-3074F5DCBDB9}"/>
              </a:ext>
            </a:extLst>
          </p:cNvPr>
          <p:cNvSpPr/>
          <p:nvPr/>
        </p:nvSpPr>
        <p:spPr>
          <a:xfrm>
            <a:off x="8474048" y="5425215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10BF8AD-217B-6458-F33D-6F00D6C37010}"/>
              </a:ext>
            </a:extLst>
          </p:cNvPr>
          <p:cNvSpPr/>
          <p:nvPr/>
        </p:nvSpPr>
        <p:spPr>
          <a:xfrm>
            <a:off x="8448608" y="5003509"/>
            <a:ext cx="132154" cy="765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9BC2F30-6272-F26D-C635-A01AED9172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50" y="883788"/>
            <a:ext cx="463437" cy="4489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750593-E4C1-E318-783A-3C4815F7E93D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F23EE9-9D4C-BFCF-824A-D2236CB52D2F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170EE4-BFC3-6D34-B67D-C19B97787F73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36DB11-DAB3-965D-49F6-9B813770B257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66" name="Graphique 65">
            <a:extLst>
              <a:ext uri="{FF2B5EF4-FFF2-40B4-BE49-F238E27FC236}">
                <a16:creationId xmlns:a16="http://schemas.microsoft.com/office/drawing/2014/main" id="{7010836A-3284-AF2A-42DC-42939394C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37217"/>
            <a:ext cx="307072" cy="307072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69685A16-BC11-DAF9-ACBA-459ED36B04D2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A468EE6-5C85-803F-8DBC-38C5D3E65F4F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DD51838-6DB8-5A1A-61D9-99F8C5BD9F2A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2AD3658-5014-671D-4AEF-D1B338A5EBFA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39DA8BD-3DA5-5A32-BA31-2169CAF40EDA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D362A16-8EA9-E3CF-0293-C0216398C31F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FA2EB9F-1391-1B01-9466-AADD035DB44D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CF5CA32-E752-5CD0-1967-DE574B0077F7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D52D232-17B8-5130-3032-8E264044BD30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33DD71B-24EA-1562-02D9-1EEF59F1E26F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4D7F0A9-113A-F318-E1B1-380B9D97821E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38A6919-814F-4557-3A0A-BC8773B04713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2756CEB-B41A-96D2-8DEF-DB3871A16912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0D51FC5-6D93-9197-61C6-019CBED04C9B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D92AD61-7F67-F85C-F2D0-2AF1DAFD8258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93" name="Image 192">
            <a:extLst>
              <a:ext uri="{FF2B5EF4-FFF2-40B4-BE49-F238E27FC236}">
                <a16:creationId xmlns:a16="http://schemas.microsoft.com/office/drawing/2014/main" id="{BE8331FA-12B9-CEC7-9835-C20E244284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0488" y="1392981"/>
            <a:ext cx="293945" cy="277870"/>
          </a:xfrm>
          <a:prstGeom prst="rect">
            <a:avLst/>
          </a:prstGeom>
        </p:spPr>
      </p:pic>
      <p:pic>
        <p:nvPicPr>
          <p:cNvPr id="194" name="Image 193">
            <a:extLst>
              <a:ext uri="{FF2B5EF4-FFF2-40B4-BE49-F238E27FC236}">
                <a16:creationId xmlns:a16="http://schemas.microsoft.com/office/drawing/2014/main" id="{12271590-B3B2-7B12-ACA6-A006FA9599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00CF9A0-AC57-A838-22E7-645FB29713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1335FB-6219-9CC9-F6FA-C5F121AE8A3F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0AC437-86C0-680D-F54F-1A7DAAE04010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4155E4-F36D-8C8F-9998-DE56AD97F02D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2956EFD-BAF6-AC21-4EF6-20DA634A0745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B83D6B-A1A5-5909-DD86-008D06D7617B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D272694-A0E5-9634-CE85-0EBF3C18056A}"/>
              </a:ext>
            </a:extLst>
          </p:cNvPr>
          <p:cNvSpPr/>
          <p:nvPr/>
        </p:nvSpPr>
        <p:spPr>
          <a:xfrm>
            <a:off x="3879713" y="58641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52" name="Graphique 51">
            <a:extLst>
              <a:ext uri="{FF2B5EF4-FFF2-40B4-BE49-F238E27FC236}">
                <a16:creationId xmlns:a16="http://schemas.microsoft.com/office/drawing/2014/main" id="{4BC840B6-8956-1018-CB7E-9A9C80E2C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53" name="ZoneTexte 52">
            <a:extLst>
              <a:ext uri="{FF2B5EF4-FFF2-40B4-BE49-F238E27FC236}">
                <a16:creationId xmlns:a16="http://schemas.microsoft.com/office/drawing/2014/main" id="{1C2C75AE-326E-9E85-36B7-9A115A076546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F798A5A-DDB4-498E-5852-8738E7AA1F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2094" y="1216664"/>
            <a:ext cx="690386" cy="690386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726D005F-F66F-0EC1-3FAA-E80FC2A448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33622" y="503538"/>
            <a:ext cx="690386" cy="690386"/>
          </a:xfrm>
          <a:prstGeom prst="rect">
            <a:avLst/>
          </a:prstGeom>
        </p:spPr>
      </p:pic>
      <p:pic>
        <p:nvPicPr>
          <p:cNvPr id="45" name="Graphique 44" descr="Badge Tick1 contour">
            <a:extLst>
              <a:ext uri="{FF2B5EF4-FFF2-40B4-BE49-F238E27FC236}">
                <a16:creationId xmlns:a16="http://schemas.microsoft.com/office/drawing/2014/main" id="{FD4DD084-B00A-2E61-610B-AD6668314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93634" y="5077933"/>
            <a:ext cx="383037" cy="38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68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2006/metadata/properties"/>
    <ds:schemaRef ds:uri="http://schemas.microsoft.com/office/infopath/2007/PartnerControls"/>
    <ds:schemaRef ds:uri="2d8829ac-d7a6-47bf-913f-17470f5814bd"/>
    <ds:schemaRef ds:uri="d2aa4942-3767-4fb4-b828-61a76fcbf9df"/>
    <ds:schemaRef ds:uri="1d40e6f8-d294-4e0a-a4ec-60755aee44ca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ABFDFB-2F9C-49AB-A9B8-B431AE2F938C}"/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163</Words>
  <Application>Microsoft Office PowerPoint</Application>
  <PresentationFormat>Grand écran</PresentationFormat>
  <Paragraphs>56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OM Marseille Light</vt:lpstr>
      <vt:lpstr>Arial</vt:lpstr>
      <vt:lpstr>OM Marseille Medium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David Recouvreur</cp:lastModifiedBy>
  <cp:revision>3</cp:revision>
  <dcterms:created xsi:type="dcterms:W3CDTF">2026-08-04T15:26:26Z</dcterms:created>
  <dcterms:modified xsi:type="dcterms:W3CDTF">2026-08-06T15:39:31Z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