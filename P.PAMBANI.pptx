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70" r:id="rId5"/>
    <p:sldId id="302" r:id="rId6"/>
  </p:sldIdLst>
  <p:sldSz cx="12192000" cy="6858000"/>
  <p:notesSz cx="6858000" cy="9144000"/>
  <p:embeddedFontLst>
    <p:embeddedFont>
      <p:font typeface="OM Marseille Light" pitchFamily="2" charset="77"/>
      <p:regular r:id="rId9"/>
    </p:embeddedFont>
    <p:embeddedFont>
      <p:font typeface="OM Marseille Medium" pitchFamily="2" charset="77"/>
      <p:regular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6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4C5140-46BA-2941-A847-B435051DEF0B}" v="1" dt="2026-08-06T07:41:45.5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58"/>
  </p:normalViewPr>
  <p:slideViewPr>
    <p:cSldViewPr snapToGrid="0" showGuides="1">
      <p:cViewPr varScale="1">
        <p:scale>
          <a:sx n="105" d="100"/>
          <a:sy n="105" d="100"/>
        </p:scale>
        <p:origin x="472" y="5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Genty" userId="0ff89410-5e71-4be0-bd77-4c071ba329e4" providerId="ADAL" clId="{299A151C-5B74-5660-9229-42BC38DFE690}"/>
    <pc:docChg chg="custSel modSld">
      <pc:chgData name="Lucas Genty" userId="0ff89410-5e71-4be0-bd77-4c071ba329e4" providerId="ADAL" clId="{299A151C-5B74-5660-9229-42BC38DFE690}" dt="2026-08-06T07:42:09.631" v="29" actId="20577"/>
      <pc:docMkLst>
        <pc:docMk/>
      </pc:docMkLst>
      <pc:sldChg chg="addSp delSp modSp mod">
        <pc:chgData name="Lucas Genty" userId="0ff89410-5e71-4be0-bd77-4c071ba329e4" providerId="ADAL" clId="{299A151C-5B74-5660-9229-42BC38DFE690}" dt="2026-08-06T07:42:09.631" v="29" actId="20577"/>
        <pc:sldMkLst>
          <pc:docMk/>
          <pc:sldMk cId="4276959918" sldId="302"/>
        </pc:sldMkLst>
        <pc:spChg chg="del">
          <ac:chgData name="Lucas Genty" userId="0ff89410-5e71-4be0-bd77-4c071ba329e4" providerId="ADAL" clId="{299A151C-5B74-5660-9229-42BC38DFE690}" dt="2026-08-06T07:41:45.263" v="1" actId="478"/>
          <ac:spMkLst>
            <pc:docMk/>
            <pc:sldMk cId="4276959918" sldId="302"/>
            <ac:spMk id="31" creationId="{A842BEB0-0C59-3D8F-5615-C4B30B97AAA2}"/>
          </ac:spMkLst>
        </pc:spChg>
        <pc:spChg chg="add mod">
          <ac:chgData name="Lucas Genty" userId="0ff89410-5e71-4be0-bd77-4c071ba329e4" providerId="ADAL" clId="{299A151C-5B74-5660-9229-42BC38DFE690}" dt="2026-08-06T07:41:59.343" v="16" actId="20577"/>
          <ac:spMkLst>
            <pc:docMk/>
            <pc:sldMk cId="4276959918" sldId="302"/>
            <ac:spMk id="45" creationId="{93A35FF7-87B8-B997-6C57-704D80F95670}"/>
          </ac:spMkLst>
        </pc:spChg>
        <pc:spChg chg="add mod">
          <ac:chgData name="Lucas Genty" userId="0ff89410-5e71-4be0-bd77-4c071ba329e4" providerId="ADAL" clId="{299A151C-5B74-5660-9229-42BC38DFE690}" dt="2026-08-06T07:41:45.539" v="2"/>
          <ac:spMkLst>
            <pc:docMk/>
            <pc:sldMk cId="4276959918" sldId="302"/>
            <ac:spMk id="46" creationId="{66D4EF6C-46EE-4B39-E258-4E5ADDCDE857}"/>
          </ac:spMkLst>
        </pc:spChg>
        <pc:spChg chg="add mod">
          <ac:chgData name="Lucas Genty" userId="0ff89410-5e71-4be0-bd77-4c071ba329e4" providerId="ADAL" clId="{299A151C-5B74-5660-9229-42BC38DFE690}" dt="2026-08-06T07:42:05.121" v="23" actId="20577"/>
          <ac:spMkLst>
            <pc:docMk/>
            <pc:sldMk cId="4276959918" sldId="302"/>
            <ac:spMk id="47" creationId="{9F9581E4-D673-250E-69FF-0AA9814477A2}"/>
          </ac:spMkLst>
        </pc:spChg>
        <pc:spChg chg="add mod">
          <ac:chgData name="Lucas Genty" userId="0ff89410-5e71-4be0-bd77-4c071ba329e4" providerId="ADAL" clId="{299A151C-5B74-5660-9229-42BC38DFE690}" dt="2026-08-06T07:42:09.631" v="29" actId="20577"/>
          <ac:spMkLst>
            <pc:docMk/>
            <pc:sldMk cId="4276959918" sldId="302"/>
            <ac:spMk id="48" creationId="{92C9545E-D91E-5416-B58E-7F184DCFA834}"/>
          </ac:spMkLst>
        </pc:spChg>
        <pc:spChg chg="del">
          <ac:chgData name="Lucas Genty" userId="0ff89410-5e71-4be0-bd77-4c071ba329e4" providerId="ADAL" clId="{299A151C-5B74-5660-9229-42BC38DFE690}" dt="2026-08-06T07:41:43.363" v="0" actId="478"/>
          <ac:spMkLst>
            <pc:docMk/>
            <pc:sldMk cId="4276959918" sldId="302"/>
            <ac:spMk id="93" creationId="{A198C229-0AAB-4941-5809-B19A17527163}"/>
          </ac:spMkLst>
        </pc:spChg>
        <pc:spChg chg="del">
          <ac:chgData name="Lucas Genty" userId="0ff89410-5e71-4be0-bd77-4c071ba329e4" providerId="ADAL" clId="{299A151C-5B74-5660-9229-42BC38DFE690}" dt="2026-08-06T07:41:45.263" v="1" actId="478"/>
          <ac:spMkLst>
            <pc:docMk/>
            <pc:sldMk cId="4276959918" sldId="302"/>
            <ac:spMk id="94" creationId="{226A62F4-32E4-C5ED-7922-88C7CB359F78}"/>
          </ac:spMkLst>
        </pc:spChg>
        <pc:spChg chg="del">
          <ac:chgData name="Lucas Genty" userId="0ff89410-5e71-4be0-bd77-4c071ba329e4" providerId="ADAL" clId="{299A151C-5B74-5660-9229-42BC38DFE690}" dt="2026-08-06T07:41:43.363" v="0" actId="478"/>
          <ac:spMkLst>
            <pc:docMk/>
            <pc:sldMk cId="4276959918" sldId="302"/>
            <ac:spMk id="95" creationId="{E9D41704-1FB1-DF00-BB9C-B2EC8F54A0AF}"/>
          </ac:spMkLst>
        </pc:spChg>
        <pc:spChg chg="del">
          <ac:chgData name="Lucas Genty" userId="0ff89410-5e71-4be0-bd77-4c071ba329e4" providerId="ADAL" clId="{299A151C-5B74-5660-9229-42BC38DFE690}" dt="2026-08-06T07:41:43.363" v="0" actId="478"/>
          <ac:spMkLst>
            <pc:docMk/>
            <pc:sldMk cId="4276959918" sldId="302"/>
            <ac:spMk id="103" creationId="{C4B5B831-F7A8-AF3F-EB0E-B162D3119B05}"/>
          </ac:spMkLst>
        </pc:spChg>
        <pc:spChg chg="del">
          <ac:chgData name="Lucas Genty" userId="0ff89410-5e71-4be0-bd77-4c071ba329e4" providerId="ADAL" clId="{299A151C-5B74-5660-9229-42BC38DFE690}" dt="2026-08-06T07:41:43.363" v="0" actId="478"/>
          <ac:spMkLst>
            <pc:docMk/>
            <pc:sldMk cId="4276959918" sldId="302"/>
            <ac:spMk id="104" creationId="{8E849903-D9FA-88A0-1D6A-35CADDD44F17}"/>
          </ac:spMkLst>
        </pc:spChg>
        <pc:spChg chg="del">
          <ac:chgData name="Lucas Genty" userId="0ff89410-5e71-4be0-bd77-4c071ba329e4" providerId="ADAL" clId="{299A151C-5B74-5660-9229-42BC38DFE690}" dt="2026-08-06T07:41:43.363" v="0" actId="478"/>
          <ac:spMkLst>
            <pc:docMk/>
            <pc:sldMk cId="4276959918" sldId="302"/>
            <ac:spMk id="105" creationId="{7272E304-C6D8-AB71-4294-C079A0771D00}"/>
          </ac:spMkLst>
        </pc:spChg>
        <pc:spChg chg="del">
          <ac:chgData name="Lucas Genty" userId="0ff89410-5e71-4be0-bd77-4c071ba329e4" providerId="ADAL" clId="{299A151C-5B74-5660-9229-42BC38DFE690}" dt="2026-08-06T07:41:43.363" v="0" actId="478"/>
          <ac:spMkLst>
            <pc:docMk/>
            <pc:sldMk cId="4276959918" sldId="302"/>
            <ac:spMk id="106" creationId="{D181CA4D-8201-98C7-6384-0D5E98161DB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942759902688944E-2"/>
          <c:y val="3.0184601416695649E-2"/>
          <c:w val="0.91313465354950873"/>
          <c:h val="0.82971685893175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Feuil1!$A$2:$A$6</c:f>
              <c:strCache>
                <c:ptCount val="5"/>
                <c:pt idx="0">
                  <c:v>TOP 5 EU</c:v>
                </c:pt>
                <c:pt idx="1">
                  <c:v>LIGUE TOP 8</c:v>
                </c:pt>
                <c:pt idx="2">
                  <c:v>L1</c:v>
                </c:pt>
                <c:pt idx="3">
                  <c:v>L2 / NAT</c:v>
                </c:pt>
                <c:pt idx="4">
                  <c:v>N3 / N2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29D7-884A-A11D-9FFF3A11DA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763071"/>
        <c:axId val="447620287"/>
      </c:barChart>
      <c:catAx>
        <c:axId val="459763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7620287"/>
        <c:crosses val="autoZero"/>
        <c:auto val="1"/>
        <c:lblAlgn val="ctr"/>
        <c:lblOffset val="100"/>
        <c:noMultiLvlLbl val="0"/>
      </c:catAx>
      <c:valAx>
        <c:axId val="447620287"/>
        <c:scaling>
          <c:orientation val="minMax"/>
          <c:max val="10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5976307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2390A9-1F65-D38D-9790-B78C858D3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25ADC1-26C0-5BD3-C73B-05DBEBDD37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4FD9-6393-40EA-A13C-0717774DD95D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81E3FD-1717-1B9C-D3FF-CD53D355C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D8799-F91C-D6B6-FA49-AE7FA299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38E2F-A441-4EFD-9A7B-F6024EC1468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82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79978-9587-4FFB-8987-67BE67FCF4DF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E323D-5B79-4A3D-A846-DD2B6281790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0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FE36F-4D36-01D1-ED9A-4895DC4141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2425" y="1600200"/>
            <a:ext cx="4752975" cy="1427480"/>
          </a:xfrm>
        </p:spPr>
        <p:txBody>
          <a:bodyPr anchor="b"/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de la</a:t>
            </a:r>
            <a:br>
              <a:rPr lang="fr-FR" noProof="0" dirty="0"/>
            </a:br>
            <a:r>
              <a:rPr lang="fr-FR" noProof="0" dirty="0"/>
              <a:t>présentation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8EA753-9C9D-1ACE-AC93-91469FFC03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2425" y="3429000"/>
            <a:ext cx="4752975" cy="2484438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 dirty="0"/>
              <a:t>Sous-titre de la présentation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95D65-0840-AA45-FA3E-BED80617F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2425" y="382270"/>
            <a:ext cx="1128712" cy="112871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79FB73B-18B9-7B4B-4306-1AB0E29D7AC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52425" y="3281125"/>
            <a:ext cx="1981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D11C76-9ADD-3501-7802-B144E33AB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5B46B84-2E0E-E721-B84C-A8C1D99259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34D718-DC94-6708-FBA2-602A99AAB174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C4D28B-E2E5-06D0-2352-AE54759288A2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79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1866900"/>
            <a:ext cx="6734175" cy="2677798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du chapitre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F830D-78E3-5112-0211-3A04BB7767C3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bg1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bg1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122FE4-328B-01FF-9254-76EBD917C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9ABF71-D4FC-0D5E-6D3F-11FB68BE4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2425" y="304800"/>
            <a:ext cx="1981200" cy="820738"/>
          </a:xfrm>
        </p:spPr>
        <p:txBody>
          <a:bodyPr/>
          <a:lstStyle>
            <a:lvl1pPr>
              <a:defRPr sz="56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362E56-738D-5EC7-4570-4C2ED6CAA0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96200" y="152400"/>
            <a:ext cx="4381500" cy="6078542"/>
          </a:xfrm>
        </p:spPr>
        <p:txBody>
          <a:bodyPr anchor="ctr"/>
          <a:lstStyle>
            <a:lvl1pPr algn="r">
              <a:defRPr sz="58000">
                <a:solidFill>
                  <a:schemeClr val="accent1"/>
                </a:solidFill>
                <a:latin typeface="OM Marseille Medium" pitchFamily="2" charset="0"/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F6FAB5-02B2-0D1D-CE11-56FD8FB770AC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879162-50CC-A295-CA48-D19D34C15FF4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70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5178425"/>
            <a:ext cx="11487150" cy="735013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noProof="0" dirty="0"/>
              <a:t>Titre du sous-chapitre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1327E9-7BFB-B90A-8D7E-06DA25EC8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730499" y="368300"/>
            <a:ext cx="9109075" cy="46228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0188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8126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324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27AA6BF-AD26-9390-8C31-3A3792C4F68E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5105400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2131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415622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299085"/>
            <a:ext cx="9109075" cy="2586355"/>
          </a:xfrm>
        </p:spPr>
        <p:txBody>
          <a:bodyPr/>
          <a:lstStyle>
            <a:lvl1pPr>
              <a:lnSpc>
                <a:spcPct val="93000"/>
              </a:lnSpc>
              <a:defRPr sz="3500"/>
            </a:lvl1pPr>
          </a:lstStyle>
          <a:p>
            <a:r>
              <a:rPr lang="fr-FR" noProof="0" dirty="0"/>
              <a:t>Titre de la slide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AC2861C-C409-85BD-A456-8900F5D384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3096578"/>
            <a:ext cx="4356100" cy="2816859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7255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6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D383CF44-F0AF-65F5-3433-6A696412D0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105400" y="368300"/>
            <a:ext cx="6734174" cy="53467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382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83475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CA7126D-0013-7E83-243B-A49D1E594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5" y="1125539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C9D441E-41B7-BADA-89AE-C53419624B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352425" y="3581400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8D2146-CB0B-5A42-B80B-B18B9A541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483475" y="1125539"/>
            <a:ext cx="4356100" cy="2151062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FA7FB43-7777-8A8B-170F-3CF9F84E1C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483475" y="3581400"/>
            <a:ext cx="4356100" cy="2151061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3031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E23B8BC-103F-39F0-2D6B-98F649292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EE8B42AE-AFED-5DF1-4F4C-9AED8A80A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082F372B-DEA5-5334-81BD-4DEAA5D75E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242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AA5E0F6E-96E7-FBD1-FD61-84FD46E06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2727325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DE2920-3076-DFFF-A039-7EBA533DD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7325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F33DD2-C24B-43DB-0034-8C1B8BB41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727324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1A7F2F-7B9C-D17F-5FD2-D2E41924F5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105400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80DC451-D05D-16E6-7714-6A737BBC4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05400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A5537B97-3685-B97B-7C12-E1CB3535F9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05399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53957FA-CA48-6196-84FE-6641E2BF98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748347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CAE4CD-B6C4-74CB-957E-6044C75304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48347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6560E43-E108-1A4D-B0A3-FE7435F430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48347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159A958-60C1-16C9-D6D1-6D03B1DD69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861552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409A5C0-AEA4-650F-E6DE-5DD458DC01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861552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397BD12-559D-B092-3ED2-FF3C773B6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861551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94316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5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A7F085-0943-0DDC-771A-B999207C0BC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2425" y="339725"/>
            <a:ext cx="9109075" cy="574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8ABB7-A16D-8DF8-5E38-7368E430A4F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2425" y="1125539"/>
            <a:ext cx="9109075" cy="4787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D98BDE4-60FE-EF19-D052-F2C9AFD05DF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A3A8EF0-FFBA-B177-44B0-D1718956129E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accent2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accent2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accent2"/>
              </a:solidFill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46017A4-BE5A-18C3-DCC5-3EB4040AA5E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974F32B-204D-8A94-4ED9-6E4819234991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661EB8-DC41-20FC-808A-56B88E3B4C23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1382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50" r:id="rId4"/>
    <p:sldLayoutId id="2147483657" r:id="rId5"/>
    <p:sldLayoutId id="2147483656" r:id="rId6"/>
    <p:sldLayoutId id="2147483654" r:id="rId7"/>
    <p:sldLayoutId id="2147483662" r:id="rId8"/>
    <p:sldLayoutId id="2147483660" r:id="rId9"/>
    <p:sldLayoutId id="2147483661" r:id="rId10"/>
    <p:sldLayoutId id="2147483663" r:id="rId11"/>
    <p:sldLayoutId id="21474836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222" userDrawn="1">
          <p15:clr>
            <a:srgbClr val="A4A3A4"/>
          </p15:clr>
        </p15:guide>
        <p15:guide id="3" pos="7458" userDrawn="1">
          <p15:clr>
            <a:srgbClr val="A4A3A4"/>
          </p15:clr>
        </p15:guide>
        <p15:guide id="4" pos="3216" userDrawn="1">
          <p15:clr>
            <a:srgbClr val="A4A3A4"/>
          </p15:clr>
        </p15:guide>
        <p15:guide id="5" pos="4464" userDrawn="1">
          <p15:clr>
            <a:srgbClr val="A4A3A4"/>
          </p15:clr>
        </p15:guide>
        <p15:guide id="6" pos="2966" userDrawn="1">
          <p15:clr>
            <a:srgbClr val="A4A3A4"/>
          </p15:clr>
        </p15:guide>
        <p15:guide id="7" pos="4714" userDrawn="1">
          <p15:clr>
            <a:srgbClr val="A4A3A4"/>
          </p15:clr>
        </p15:guide>
        <p15:guide id="9" pos="1720" userDrawn="1">
          <p15:clr>
            <a:srgbClr val="A4A3A4"/>
          </p15:clr>
        </p15:guide>
        <p15:guide id="10" pos="5960" userDrawn="1">
          <p15:clr>
            <a:srgbClr val="A4A3A4"/>
          </p15:clr>
        </p15:guide>
        <p15:guide id="11" pos="6210" userDrawn="1">
          <p15:clr>
            <a:srgbClr val="A4A3A4"/>
          </p15:clr>
        </p15:guide>
        <p15:guide id="12" pos="1470" userDrawn="1">
          <p15:clr>
            <a:srgbClr val="A4A3A4"/>
          </p15:clr>
        </p15:guide>
        <p15:guide id="13" orient="horz" pos="372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chart" Target="../charts/chart1.xml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876DB-A14E-B1BA-9DE3-E2270A9A9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1600200"/>
            <a:ext cx="5822823" cy="1427480"/>
          </a:xfrm>
        </p:spPr>
        <p:txBody>
          <a:bodyPr/>
          <a:lstStyle/>
          <a:p>
            <a:r>
              <a:rPr lang="fr-FR" sz="4400" dirty="0"/>
              <a:t>ÉVALUATION</a:t>
            </a:r>
            <a:br>
              <a:rPr lang="fr-FR" sz="4400" dirty="0"/>
            </a:br>
            <a:r>
              <a:rPr lang="fr-FR" sz="4400" dirty="0"/>
              <a:t>INDIVIDUALISATION</a:t>
            </a:r>
            <a:endParaRPr lang="fr-FR" sz="4400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A4C429-B4D3-5B80-6871-81092322D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PLADI PAMBANI – 2007</a:t>
            </a:r>
          </a:p>
          <a:p>
            <a:r>
              <a:rPr lang="fr-FR" dirty="0"/>
              <a:t>SAISON 2026/2027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38589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D015E-E5AC-8E54-51C8-2C646165B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DF76A0CF-EBBB-2856-28D0-7399F9A86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1819" y="112547"/>
            <a:ext cx="2162755" cy="2162755"/>
          </a:xfrm>
          <a:prstGeom prst="rect">
            <a:avLst/>
          </a:prstGeo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BA6D695A-9F7C-3BDA-D525-6D0BB4EB6858}"/>
              </a:ext>
            </a:extLst>
          </p:cNvPr>
          <p:cNvCxnSpPr/>
          <p:nvPr/>
        </p:nvCxnSpPr>
        <p:spPr>
          <a:xfrm>
            <a:off x="2409245" y="206733"/>
            <a:ext cx="0" cy="56533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8F763BFE-36A3-4AAA-BD5B-8DE394D872EF}"/>
              </a:ext>
            </a:extLst>
          </p:cNvPr>
          <p:cNvSpPr txBox="1"/>
          <p:nvPr/>
        </p:nvSpPr>
        <p:spPr>
          <a:xfrm>
            <a:off x="552555" y="48962"/>
            <a:ext cx="132087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FICHE JOUEUR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73A3083E-3CE6-A3EA-2751-A1D63A2FDFE8}"/>
              </a:ext>
            </a:extLst>
          </p:cNvPr>
          <p:cNvCxnSpPr>
            <a:cxnSpLocks/>
          </p:cNvCxnSpPr>
          <p:nvPr/>
        </p:nvCxnSpPr>
        <p:spPr>
          <a:xfrm flipH="1">
            <a:off x="2593437" y="3033421"/>
            <a:ext cx="897702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B5DBD92A-A71F-A6A9-644B-88A8BE0B3CAF}"/>
              </a:ext>
            </a:extLst>
          </p:cNvPr>
          <p:cNvSpPr txBox="1"/>
          <p:nvPr/>
        </p:nvSpPr>
        <p:spPr>
          <a:xfrm>
            <a:off x="2593437" y="49648"/>
            <a:ext cx="108523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FICHE SAISON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B79A539D-18E3-4D86-8A85-19A350B64874}"/>
              </a:ext>
            </a:extLst>
          </p:cNvPr>
          <p:cNvCxnSpPr>
            <a:cxnSpLocks/>
          </p:cNvCxnSpPr>
          <p:nvPr/>
        </p:nvCxnSpPr>
        <p:spPr>
          <a:xfrm>
            <a:off x="7187978" y="206733"/>
            <a:ext cx="0" cy="28266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8A632286-192D-3CD1-F291-2C07A315ABD4}"/>
              </a:ext>
            </a:extLst>
          </p:cNvPr>
          <p:cNvSpPr txBox="1"/>
          <p:nvPr/>
        </p:nvSpPr>
        <p:spPr>
          <a:xfrm>
            <a:off x="7311224" y="74051"/>
            <a:ext cx="184505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PROJECTION CARRIÈRE </a:t>
            </a:r>
          </a:p>
        </p:txBody>
      </p:sp>
      <p:graphicFrame>
        <p:nvGraphicFramePr>
          <p:cNvPr id="28" name="Graphique 27">
            <a:extLst>
              <a:ext uri="{FF2B5EF4-FFF2-40B4-BE49-F238E27FC236}">
                <a16:creationId xmlns:a16="http://schemas.microsoft.com/office/drawing/2014/main" id="{0FB31654-AA41-1722-C93F-44AB3BC14185}"/>
              </a:ext>
            </a:extLst>
          </p:cNvPr>
          <p:cNvGraphicFramePr/>
          <p:nvPr/>
        </p:nvGraphicFramePr>
        <p:xfrm>
          <a:off x="7187978" y="508955"/>
          <a:ext cx="4917427" cy="252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2" name="Image 31">
            <a:extLst>
              <a:ext uri="{FF2B5EF4-FFF2-40B4-BE49-F238E27FC236}">
                <a16:creationId xmlns:a16="http://schemas.microsoft.com/office/drawing/2014/main" id="{08D5302B-A1BD-1AD9-8517-519DFF28A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84" y="482834"/>
            <a:ext cx="1130867" cy="1718917"/>
          </a:xfrm>
          <a:prstGeom prst="rect">
            <a:avLst/>
          </a:prstGeom>
        </p:spPr>
      </p:pic>
      <p:sp>
        <p:nvSpPr>
          <p:cNvPr id="34" name="Ellipse 33">
            <a:extLst>
              <a:ext uri="{FF2B5EF4-FFF2-40B4-BE49-F238E27FC236}">
                <a16:creationId xmlns:a16="http://schemas.microsoft.com/office/drawing/2014/main" id="{09517641-2056-292C-F044-4EDF81FD9C39}"/>
              </a:ext>
            </a:extLst>
          </p:cNvPr>
          <p:cNvSpPr>
            <a:spLocks noChangeAspect="1"/>
          </p:cNvSpPr>
          <p:nvPr/>
        </p:nvSpPr>
        <p:spPr>
          <a:xfrm>
            <a:off x="1599742" y="68664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3C624C49-6952-CBC8-3078-32203A0A116F}"/>
              </a:ext>
            </a:extLst>
          </p:cNvPr>
          <p:cNvSpPr>
            <a:spLocks noChangeAspect="1"/>
          </p:cNvSpPr>
          <p:nvPr/>
        </p:nvSpPr>
        <p:spPr>
          <a:xfrm>
            <a:off x="1599742" y="1020604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9AB6DA20-D603-CDCE-91A1-28F8698324EA}"/>
              </a:ext>
            </a:extLst>
          </p:cNvPr>
          <p:cNvSpPr>
            <a:spLocks noChangeAspect="1"/>
          </p:cNvSpPr>
          <p:nvPr/>
        </p:nvSpPr>
        <p:spPr>
          <a:xfrm>
            <a:off x="1437717" y="137940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E86E4E08-F058-3988-B652-64DB9315AE96}"/>
              </a:ext>
            </a:extLst>
          </p:cNvPr>
          <p:cNvSpPr>
            <a:spLocks noChangeAspect="1"/>
          </p:cNvSpPr>
          <p:nvPr/>
        </p:nvSpPr>
        <p:spPr>
          <a:xfrm>
            <a:off x="1213192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2D65B515-B3AC-F6C0-205D-85C48461B551}"/>
              </a:ext>
            </a:extLst>
          </p:cNvPr>
          <p:cNvSpPr>
            <a:spLocks noChangeAspect="1"/>
          </p:cNvSpPr>
          <p:nvPr/>
        </p:nvSpPr>
        <p:spPr>
          <a:xfrm>
            <a:off x="1216896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75B1D760-4EE4-6255-C9F4-575240C2BF40}"/>
              </a:ext>
            </a:extLst>
          </p:cNvPr>
          <p:cNvSpPr>
            <a:spLocks noChangeAspect="1"/>
          </p:cNvSpPr>
          <p:nvPr/>
        </p:nvSpPr>
        <p:spPr>
          <a:xfrm>
            <a:off x="1594267" y="200438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3550C5FC-E35F-46C0-EA81-7F209457D8D0}"/>
              </a:ext>
            </a:extLst>
          </p:cNvPr>
          <p:cNvSpPr>
            <a:spLocks noChangeAspect="1"/>
          </p:cNvSpPr>
          <p:nvPr/>
        </p:nvSpPr>
        <p:spPr>
          <a:xfrm>
            <a:off x="1750817" y="137940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CD651C98-510D-1B5E-40CE-310E511F0899}"/>
              </a:ext>
            </a:extLst>
          </p:cNvPr>
          <p:cNvSpPr txBox="1"/>
          <p:nvPr/>
        </p:nvSpPr>
        <p:spPr>
          <a:xfrm>
            <a:off x="3930517" y="297593"/>
            <a:ext cx="3879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MIN’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7C3EBCA9-9806-5C5A-BDEE-DB8EB5B0BE5B}"/>
              </a:ext>
            </a:extLst>
          </p:cNvPr>
          <p:cNvSpPr txBox="1"/>
          <p:nvPr/>
        </p:nvSpPr>
        <p:spPr>
          <a:xfrm>
            <a:off x="4657858" y="296991"/>
            <a:ext cx="4023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 err="1">
                <a:solidFill>
                  <a:schemeClr val="bg1"/>
                </a:solidFill>
              </a:rPr>
              <a:t>T</a:t>
            </a:r>
            <a:r>
              <a:rPr lang="fr-FR" sz="1400" dirty="0">
                <a:solidFill>
                  <a:schemeClr val="bg1"/>
                </a:solidFill>
              </a:rPr>
              <a:t> / R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1F60BF2A-20CD-8F8F-E418-705FEAA61603}"/>
              </a:ext>
            </a:extLst>
          </p:cNvPr>
          <p:cNvSpPr txBox="1"/>
          <p:nvPr/>
        </p:nvSpPr>
        <p:spPr>
          <a:xfrm>
            <a:off x="329064" y="4656249"/>
            <a:ext cx="175689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u="sng" dirty="0">
                <a:solidFill>
                  <a:schemeClr val="bg1"/>
                </a:solidFill>
              </a:rPr>
              <a:t>PROJECTION CLUB 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DE265DF6-003A-38DF-BEF5-E64B75FBF919}"/>
              </a:ext>
            </a:extLst>
          </p:cNvPr>
          <p:cNvSpPr txBox="1"/>
          <p:nvPr/>
        </p:nvSpPr>
        <p:spPr>
          <a:xfrm>
            <a:off x="126293" y="5143939"/>
            <a:ext cx="51456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L1 OM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2DAFD213-FA6D-5246-9563-045EE1CB84CC}"/>
              </a:ext>
            </a:extLst>
          </p:cNvPr>
          <p:cNvSpPr txBox="1"/>
          <p:nvPr/>
        </p:nvSpPr>
        <p:spPr>
          <a:xfrm>
            <a:off x="105317" y="5523907"/>
            <a:ext cx="44723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PRÊT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0223F5E3-DA15-B50C-4D7E-44617E8C24DE}"/>
              </a:ext>
            </a:extLst>
          </p:cNvPr>
          <p:cNvSpPr txBox="1"/>
          <p:nvPr/>
        </p:nvSpPr>
        <p:spPr>
          <a:xfrm>
            <a:off x="120148" y="5903875"/>
            <a:ext cx="78867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VENTE %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DB055E5-CD15-1FAC-E145-E0DE3FAF6A99}"/>
              </a:ext>
            </a:extLst>
          </p:cNvPr>
          <p:cNvSpPr txBox="1"/>
          <p:nvPr/>
        </p:nvSpPr>
        <p:spPr>
          <a:xfrm>
            <a:off x="5377785" y="290430"/>
            <a:ext cx="42159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B / A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7E89A28-7BDF-5917-AA69-B1B80E5A3113}"/>
              </a:ext>
            </a:extLst>
          </p:cNvPr>
          <p:cNvSpPr txBox="1"/>
          <p:nvPr/>
        </p:nvSpPr>
        <p:spPr>
          <a:xfrm>
            <a:off x="3298900" y="290430"/>
            <a:ext cx="13785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E5905F30-C97A-5D8C-102C-660361196B76}"/>
              </a:ext>
            </a:extLst>
          </p:cNvPr>
          <p:cNvSpPr txBox="1"/>
          <p:nvPr/>
        </p:nvSpPr>
        <p:spPr>
          <a:xfrm>
            <a:off x="5984009" y="304527"/>
            <a:ext cx="66684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CJ / CR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B3E661A5-1FF9-D288-FBB7-9C38A7966192}"/>
              </a:ext>
            </a:extLst>
          </p:cNvPr>
          <p:cNvSpPr>
            <a:spLocks noChangeAspect="1"/>
          </p:cNvSpPr>
          <p:nvPr/>
        </p:nvSpPr>
        <p:spPr>
          <a:xfrm>
            <a:off x="1451463" y="1753851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3C4455D0-6F67-B91F-D08E-26D4D91405F3}"/>
              </a:ext>
            </a:extLst>
          </p:cNvPr>
          <p:cNvSpPr>
            <a:spLocks noChangeAspect="1"/>
          </p:cNvSpPr>
          <p:nvPr/>
        </p:nvSpPr>
        <p:spPr>
          <a:xfrm>
            <a:off x="1722163" y="1755947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9C5B8C6E-1749-F1C8-8EB3-2C76B253FC4A}"/>
              </a:ext>
            </a:extLst>
          </p:cNvPr>
          <p:cNvSpPr>
            <a:spLocks noChangeAspect="1"/>
          </p:cNvSpPr>
          <p:nvPr/>
        </p:nvSpPr>
        <p:spPr>
          <a:xfrm>
            <a:off x="1997307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B66ACCF-3484-B769-E64B-9AE53FA7D028}"/>
              </a:ext>
            </a:extLst>
          </p:cNvPr>
          <p:cNvSpPr>
            <a:spLocks noChangeAspect="1"/>
          </p:cNvSpPr>
          <p:nvPr/>
        </p:nvSpPr>
        <p:spPr>
          <a:xfrm>
            <a:off x="1991897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D108FAB-B255-B0D2-EDEC-FD26E08F630D}"/>
              </a:ext>
            </a:extLst>
          </p:cNvPr>
          <p:cNvSpPr txBox="1"/>
          <p:nvPr/>
        </p:nvSpPr>
        <p:spPr>
          <a:xfrm>
            <a:off x="444489" y="3818549"/>
            <a:ext cx="3382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TAILLE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5FA9C79-4545-D6E2-8494-2FA513427E0D}"/>
              </a:ext>
            </a:extLst>
          </p:cNvPr>
          <p:cNvSpPr txBox="1"/>
          <p:nvPr/>
        </p:nvSpPr>
        <p:spPr>
          <a:xfrm>
            <a:off x="454908" y="4208495"/>
            <a:ext cx="31739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POIDS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44F753E4-AE7A-534C-E23E-A38D36C4E749}"/>
              </a:ext>
            </a:extLst>
          </p:cNvPr>
          <p:cNvSpPr txBox="1"/>
          <p:nvPr/>
        </p:nvSpPr>
        <p:spPr>
          <a:xfrm>
            <a:off x="83012" y="3068169"/>
            <a:ext cx="10611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DATE DE NAISSANCE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2DFF32A8-9FAC-DDB0-9739-DD7607656E2A}"/>
              </a:ext>
            </a:extLst>
          </p:cNvPr>
          <p:cNvSpPr txBox="1"/>
          <p:nvPr/>
        </p:nvSpPr>
        <p:spPr>
          <a:xfrm>
            <a:off x="350968" y="3440174"/>
            <a:ext cx="53700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PIED FORT</a:t>
            </a: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0C300106-2A6B-6392-C8E8-6CF0934B5C8F}"/>
              </a:ext>
            </a:extLst>
          </p:cNvPr>
          <p:cNvSpPr txBox="1"/>
          <p:nvPr/>
        </p:nvSpPr>
        <p:spPr>
          <a:xfrm>
            <a:off x="296774" y="2391492"/>
            <a:ext cx="57547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SÉLÉCTION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A4D0705-13F3-4321-DFA9-19CEB4E0CB11}"/>
              </a:ext>
            </a:extLst>
          </p:cNvPr>
          <p:cNvSpPr/>
          <p:nvPr/>
        </p:nvSpPr>
        <p:spPr>
          <a:xfrm>
            <a:off x="2681192" y="3148025"/>
            <a:ext cx="2719446" cy="291834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8" name="ZoneTexte 107">
            <a:extLst>
              <a:ext uri="{FF2B5EF4-FFF2-40B4-BE49-F238E27FC236}">
                <a16:creationId xmlns:a16="http://schemas.microsoft.com/office/drawing/2014/main" id="{B52FBDA0-1332-4C7E-D3FE-59C18B98987E}"/>
              </a:ext>
            </a:extLst>
          </p:cNvPr>
          <p:cNvSpPr txBox="1"/>
          <p:nvPr/>
        </p:nvSpPr>
        <p:spPr>
          <a:xfrm>
            <a:off x="2717406" y="3167236"/>
            <a:ext cx="125835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OFF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242AB86A-8C30-6271-45A5-044B387B2526}"/>
              </a:ext>
            </a:extLst>
          </p:cNvPr>
          <p:cNvSpPr/>
          <p:nvPr/>
        </p:nvSpPr>
        <p:spPr>
          <a:xfrm>
            <a:off x="5506688" y="3144052"/>
            <a:ext cx="2719446" cy="291834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94B7A84-C7C0-40A8-5713-72A59FA2589B}"/>
              </a:ext>
            </a:extLst>
          </p:cNvPr>
          <p:cNvSpPr/>
          <p:nvPr/>
        </p:nvSpPr>
        <p:spPr>
          <a:xfrm>
            <a:off x="8332184" y="3148025"/>
            <a:ext cx="2719446" cy="291834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1" name="ZoneTexte 110">
            <a:extLst>
              <a:ext uri="{FF2B5EF4-FFF2-40B4-BE49-F238E27FC236}">
                <a16:creationId xmlns:a16="http://schemas.microsoft.com/office/drawing/2014/main" id="{23922D96-98E7-FAB1-879B-15997487557A}"/>
              </a:ext>
            </a:extLst>
          </p:cNvPr>
          <p:cNvSpPr txBox="1"/>
          <p:nvPr/>
        </p:nvSpPr>
        <p:spPr>
          <a:xfrm>
            <a:off x="5544785" y="3179428"/>
            <a:ext cx="12551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DEF</a:t>
            </a:r>
          </a:p>
        </p:txBody>
      </p:sp>
      <p:sp>
        <p:nvSpPr>
          <p:cNvPr id="112" name="ZoneTexte 111">
            <a:extLst>
              <a:ext uri="{FF2B5EF4-FFF2-40B4-BE49-F238E27FC236}">
                <a16:creationId xmlns:a16="http://schemas.microsoft.com/office/drawing/2014/main" id="{51F58AED-16A6-CF93-DCFF-1A51AB040B6E}"/>
              </a:ext>
            </a:extLst>
          </p:cNvPr>
          <p:cNvSpPr txBox="1"/>
          <p:nvPr/>
        </p:nvSpPr>
        <p:spPr>
          <a:xfrm>
            <a:off x="8368398" y="3179428"/>
            <a:ext cx="7790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TACTIQUE</a:t>
            </a: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1C84E16C-6CC5-C25F-11F3-B79972C3821F}"/>
              </a:ext>
            </a:extLst>
          </p:cNvPr>
          <p:cNvSpPr txBox="1"/>
          <p:nvPr/>
        </p:nvSpPr>
        <p:spPr>
          <a:xfrm>
            <a:off x="2917097" y="352397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jouer sous pression en Z1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178AAD6-4632-A9DB-49E6-0BC3C1272261}"/>
              </a:ext>
            </a:extLst>
          </p:cNvPr>
          <p:cNvSpPr/>
          <p:nvPr/>
        </p:nvSpPr>
        <p:spPr>
          <a:xfrm>
            <a:off x="2726168" y="3765317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FA56B2E6-093B-5C9B-163B-2937F5B152A0}"/>
              </a:ext>
            </a:extLst>
          </p:cNvPr>
          <p:cNvSpPr/>
          <p:nvPr/>
        </p:nvSpPr>
        <p:spPr>
          <a:xfrm>
            <a:off x="8399741" y="3870309"/>
            <a:ext cx="132154" cy="893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4C0F4AF7-29D9-B2FB-3E51-D1CAD0A83861}"/>
              </a:ext>
            </a:extLst>
          </p:cNvPr>
          <p:cNvSpPr txBox="1"/>
          <p:nvPr/>
        </p:nvSpPr>
        <p:spPr>
          <a:xfrm>
            <a:off x="2917097" y="375009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court</a:t>
            </a:r>
          </a:p>
        </p:txBody>
      </p:sp>
      <p:sp>
        <p:nvSpPr>
          <p:cNvPr id="117" name="ZoneTexte 116">
            <a:extLst>
              <a:ext uri="{FF2B5EF4-FFF2-40B4-BE49-F238E27FC236}">
                <a16:creationId xmlns:a16="http://schemas.microsoft.com/office/drawing/2014/main" id="{3E901832-E2E6-3A1B-879C-7BF1D37ACA92}"/>
              </a:ext>
            </a:extLst>
          </p:cNvPr>
          <p:cNvSpPr txBox="1"/>
          <p:nvPr/>
        </p:nvSpPr>
        <p:spPr>
          <a:xfrm>
            <a:off x="2917097" y="417607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1</a:t>
            </a:r>
            <a:r>
              <a:rPr lang="fr-FR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ère</a:t>
            </a:r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touche</a:t>
            </a:r>
          </a:p>
        </p:txBody>
      </p:sp>
      <p:sp>
        <p:nvSpPr>
          <p:cNvPr id="118" name="ZoneTexte 117">
            <a:extLst>
              <a:ext uri="{FF2B5EF4-FFF2-40B4-BE49-F238E27FC236}">
                <a16:creationId xmlns:a16="http://schemas.microsoft.com/office/drawing/2014/main" id="{7281117E-EB62-4BD5-B829-1A70ABB08381}"/>
              </a:ext>
            </a:extLst>
          </p:cNvPr>
          <p:cNvSpPr txBox="1"/>
          <p:nvPr/>
        </p:nvSpPr>
        <p:spPr>
          <a:xfrm>
            <a:off x="5714534" y="349102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Duel 1c1</a:t>
            </a: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386BD29F-F437-8932-F2F9-78A5A7F9A742}"/>
              </a:ext>
            </a:extLst>
          </p:cNvPr>
          <p:cNvSpPr txBox="1"/>
          <p:nvPr/>
        </p:nvSpPr>
        <p:spPr>
          <a:xfrm>
            <a:off x="5702015" y="373266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Cadrage porteur / Orientation 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748E1EB4-A424-0405-9F2C-DA8E3888CEC5}"/>
              </a:ext>
            </a:extLst>
          </p:cNvPr>
          <p:cNvSpPr txBox="1"/>
          <p:nvPr/>
        </p:nvSpPr>
        <p:spPr>
          <a:xfrm>
            <a:off x="5702015" y="394889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aérien 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93A4C146-821B-CB29-D7D7-1BA637FEFE35}"/>
              </a:ext>
            </a:extLst>
          </p:cNvPr>
          <p:cNvSpPr txBox="1"/>
          <p:nvPr/>
        </p:nvSpPr>
        <p:spPr>
          <a:xfrm>
            <a:off x="5702015" y="420304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Interception 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A084C388-5827-A3AB-B75B-A00F645B67C1}"/>
              </a:ext>
            </a:extLst>
          </p:cNvPr>
          <p:cNvSpPr txBox="1"/>
          <p:nvPr/>
        </p:nvSpPr>
        <p:spPr>
          <a:xfrm>
            <a:off x="8601975" y="346226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Lecture des situations offensives</a:t>
            </a: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36EFC7F5-2509-C2C3-EF71-1691C2AB08F6}"/>
              </a:ext>
            </a:extLst>
          </p:cNvPr>
          <p:cNvSpPr txBox="1"/>
          <p:nvPr/>
        </p:nvSpPr>
        <p:spPr>
          <a:xfrm>
            <a:off x="8595879" y="403386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Lecture des situations défensives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4AAC9FFB-CE99-79A8-B0F6-F25B9A3B6AE8}"/>
              </a:ext>
            </a:extLst>
          </p:cNvPr>
          <p:cNvSpPr txBox="1"/>
          <p:nvPr/>
        </p:nvSpPr>
        <p:spPr>
          <a:xfrm>
            <a:off x="5698206" y="541260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Défense sur centre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52246E69-82F3-0ECB-F64C-E1E35235EC64}"/>
              </a:ext>
            </a:extLst>
          </p:cNvPr>
          <p:cNvSpPr txBox="1"/>
          <p:nvPr/>
        </p:nvSpPr>
        <p:spPr>
          <a:xfrm>
            <a:off x="8595879" y="422475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Gestion de la profondeur </a:t>
            </a:r>
          </a:p>
        </p:txBody>
      </p:sp>
      <p:sp>
        <p:nvSpPr>
          <p:cNvPr id="126" name="ZoneTexte 125">
            <a:extLst>
              <a:ext uri="{FF2B5EF4-FFF2-40B4-BE49-F238E27FC236}">
                <a16:creationId xmlns:a16="http://schemas.microsoft.com/office/drawing/2014/main" id="{AA9E6C81-3814-3EF5-F8E4-30E007768277}"/>
              </a:ext>
            </a:extLst>
          </p:cNvPr>
          <p:cNvSpPr txBox="1"/>
          <p:nvPr/>
        </p:nvSpPr>
        <p:spPr>
          <a:xfrm>
            <a:off x="8595879" y="365572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Prise d’informations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9D5CF6D5-FAE3-337D-8BC9-215C7F956EC0}"/>
              </a:ext>
            </a:extLst>
          </p:cNvPr>
          <p:cNvSpPr txBox="1"/>
          <p:nvPr/>
        </p:nvSpPr>
        <p:spPr>
          <a:xfrm>
            <a:off x="2917097" y="4395926"/>
            <a:ext cx="253656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conduite de balle/Fixation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5E6FB54C-D36A-96A2-94FB-CC8E447C2924}"/>
              </a:ext>
            </a:extLst>
          </p:cNvPr>
          <p:cNvSpPr txBox="1"/>
          <p:nvPr/>
        </p:nvSpPr>
        <p:spPr>
          <a:xfrm>
            <a:off x="2923194" y="462147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sous pression</a:t>
            </a: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F1C470AC-F858-E313-BC6D-55234766274A}"/>
              </a:ext>
            </a:extLst>
          </p:cNvPr>
          <p:cNvSpPr txBox="1"/>
          <p:nvPr/>
        </p:nvSpPr>
        <p:spPr>
          <a:xfrm>
            <a:off x="2923194" y="484703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faire avancer l’équipe</a:t>
            </a: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C1B1F613-0CE4-5B35-5493-08939DCD6072}"/>
              </a:ext>
            </a:extLst>
          </p:cNvPr>
          <p:cNvSpPr txBox="1"/>
          <p:nvPr/>
        </p:nvSpPr>
        <p:spPr>
          <a:xfrm>
            <a:off x="8595879" y="465634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Couverture et alignement</a:t>
            </a: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B80C73CD-E0F3-3268-F986-CBACCA5D235E}"/>
              </a:ext>
            </a:extLst>
          </p:cNvPr>
          <p:cNvSpPr txBox="1"/>
          <p:nvPr/>
        </p:nvSpPr>
        <p:spPr>
          <a:xfrm>
            <a:off x="8595879" y="486866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Détacher son regard du ballon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C37D5CF4-84B3-896E-041D-D0CC2BB7671D}"/>
              </a:ext>
            </a:extLst>
          </p:cNvPr>
          <p:cNvSpPr txBox="1"/>
          <p:nvPr/>
        </p:nvSpPr>
        <p:spPr>
          <a:xfrm>
            <a:off x="8595879" y="506379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Défense préventive</a:t>
            </a:r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474ED7C4-7CF1-AE87-985E-ECEC099D7ED5}"/>
              </a:ext>
            </a:extLst>
          </p:cNvPr>
          <p:cNvSpPr txBox="1"/>
          <p:nvPr/>
        </p:nvSpPr>
        <p:spPr>
          <a:xfrm>
            <a:off x="5698206" y="443441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de dégagement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7C4D0759-5D2D-BF82-0C4B-16FA7C6039C6}"/>
              </a:ext>
            </a:extLst>
          </p:cNvPr>
          <p:cNvSpPr txBox="1"/>
          <p:nvPr/>
        </p:nvSpPr>
        <p:spPr>
          <a:xfrm>
            <a:off x="5698206" y="466934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Utilisation de son corps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07CA6059-77A7-68E2-98BF-BD275DB3FC5F}"/>
              </a:ext>
            </a:extLst>
          </p:cNvPr>
          <p:cNvSpPr txBox="1"/>
          <p:nvPr/>
        </p:nvSpPr>
        <p:spPr>
          <a:xfrm>
            <a:off x="5698206" y="490652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Défendre en avançant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8EC0716A-314F-33BE-35CB-612CEA40DD6F}"/>
              </a:ext>
            </a:extLst>
          </p:cNvPr>
          <p:cNvSpPr txBox="1"/>
          <p:nvPr/>
        </p:nvSpPr>
        <p:spPr>
          <a:xfrm>
            <a:off x="2917097" y="507258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changer de décision</a:t>
            </a: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93E0175A-52E1-D6CD-08F4-D64FF65CC4E1}"/>
              </a:ext>
            </a:extLst>
          </p:cNvPr>
          <p:cNvSpPr txBox="1"/>
          <p:nvPr/>
        </p:nvSpPr>
        <p:spPr>
          <a:xfrm>
            <a:off x="8595879" y="444403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Gestion des joueurs entre les lignes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BBD84C0D-5F10-5199-E94C-5BE7D4D6A825}"/>
              </a:ext>
            </a:extLst>
          </p:cNvPr>
          <p:cNvSpPr txBox="1"/>
          <p:nvPr/>
        </p:nvSpPr>
        <p:spPr>
          <a:xfrm>
            <a:off x="2917097" y="529614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Utilisation des deux pieds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C7809EBA-0977-44AF-58B7-C27C7968A2EF}"/>
              </a:ext>
            </a:extLst>
          </p:cNvPr>
          <p:cNvSpPr txBox="1"/>
          <p:nvPr/>
        </p:nvSpPr>
        <p:spPr>
          <a:xfrm>
            <a:off x="2917097" y="395691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long</a:t>
            </a:r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BC8D2AB9-D83B-9AD2-6D64-2AC301FDD645}"/>
              </a:ext>
            </a:extLst>
          </p:cNvPr>
          <p:cNvSpPr txBox="1"/>
          <p:nvPr/>
        </p:nvSpPr>
        <p:spPr>
          <a:xfrm>
            <a:off x="5698206" y="517096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Engagement dans le duel </a:t>
            </a:r>
          </a:p>
        </p:txBody>
      </p:sp>
      <p:sp>
        <p:nvSpPr>
          <p:cNvPr id="141" name="ZoneTexte 140">
            <a:extLst>
              <a:ext uri="{FF2B5EF4-FFF2-40B4-BE49-F238E27FC236}">
                <a16:creationId xmlns:a16="http://schemas.microsoft.com/office/drawing/2014/main" id="{7A24827E-32D4-EB34-52EE-D4498E69594E}"/>
              </a:ext>
            </a:extLst>
          </p:cNvPr>
          <p:cNvSpPr txBox="1"/>
          <p:nvPr/>
        </p:nvSpPr>
        <p:spPr>
          <a:xfrm>
            <a:off x="8595879" y="384661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Analyse de l’adversaire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F8CE679A-220A-0830-51A8-8B823C772C89}"/>
              </a:ext>
            </a:extLst>
          </p:cNvPr>
          <p:cNvSpPr txBox="1"/>
          <p:nvPr/>
        </p:nvSpPr>
        <p:spPr>
          <a:xfrm>
            <a:off x="2917097" y="550091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CPA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82C09A64-D5DE-6B82-8C87-DE9A879EF07B}"/>
              </a:ext>
            </a:extLst>
          </p:cNvPr>
          <p:cNvSpPr txBox="1"/>
          <p:nvPr/>
        </p:nvSpPr>
        <p:spPr>
          <a:xfrm>
            <a:off x="5714534" y="563128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CPA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FFDF026A-80FC-FEFD-9E43-ABE361AAE793}"/>
              </a:ext>
            </a:extLst>
          </p:cNvPr>
          <p:cNvSpPr txBox="1"/>
          <p:nvPr/>
        </p:nvSpPr>
        <p:spPr>
          <a:xfrm>
            <a:off x="5714534" y="585022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Efficacité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9178049-19F6-9148-CD49-8E2448F3A08F}"/>
              </a:ext>
            </a:extLst>
          </p:cNvPr>
          <p:cNvSpPr/>
          <p:nvPr/>
        </p:nvSpPr>
        <p:spPr>
          <a:xfrm>
            <a:off x="2723356" y="3540527"/>
            <a:ext cx="132154" cy="893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BC730DB0-33DA-444A-8AED-E56EE846DB81}"/>
              </a:ext>
            </a:extLst>
          </p:cNvPr>
          <p:cNvSpPr/>
          <p:nvPr/>
        </p:nvSpPr>
        <p:spPr>
          <a:xfrm>
            <a:off x="2726168" y="3972146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FD9177B0-8DBD-242B-3F77-7054AFF7E1E1}"/>
              </a:ext>
            </a:extLst>
          </p:cNvPr>
          <p:cNvSpPr/>
          <p:nvPr/>
        </p:nvSpPr>
        <p:spPr>
          <a:xfrm>
            <a:off x="2720191" y="4199252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25467349-9988-E5A1-F8A1-E2863B284133}"/>
              </a:ext>
            </a:extLst>
          </p:cNvPr>
          <p:cNvSpPr/>
          <p:nvPr/>
        </p:nvSpPr>
        <p:spPr>
          <a:xfrm>
            <a:off x="2723356" y="4413092"/>
            <a:ext cx="132154" cy="893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A7AD6726-96EC-F2BE-C472-CA1516881E35}"/>
              </a:ext>
            </a:extLst>
          </p:cNvPr>
          <p:cNvSpPr/>
          <p:nvPr/>
        </p:nvSpPr>
        <p:spPr>
          <a:xfrm>
            <a:off x="2723356" y="4634221"/>
            <a:ext cx="132154" cy="893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A08F7646-9F49-5F55-119A-2D0249382E7D}"/>
              </a:ext>
            </a:extLst>
          </p:cNvPr>
          <p:cNvSpPr/>
          <p:nvPr/>
        </p:nvSpPr>
        <p:spPr>
          <a:xfrm>
            <a:off x="2720191" y="4856664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17A77D3E-4D35-F303-8A1D-5153FE22D630}"/>
              </a:ext>
            </a:extLst>
          </p:cNvPr>
          <p:cNvSpPr/>
          <p:nvPr/>
        </p:nvSpPr>
        <p:spPr>
          <a:xfrm>
            <a:off x="2717380" y="5082456"/>
            <a:ext cx="132154" cy="893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C5FA93EC-B4E4-2AF6-9A84-3EEBF78D1B2C}"/>
              </a:ext>
            </a:extLst>
          </p:cNvPr>
          <p:cNvSpPr/>
          <p:nvPr/>
        </p:nvSpPr>
        <p:spPr>
          <a:xfrm>
            <a:off x="2714215" y="5310876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B8B183EF-5689-C568-CC14-CB9336BC91A0}"/>
              </a:ext>
            </a:extLst>
          </p:cNvPr>
          <p:cNvSpPr/>
          <p:nvPr/>
        </p:nvSpPr>
        <p:spPr>
          <a:xfrm>
            <a:off x="5542407" y="3506252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BBDE464-9202-7EED-B933-B1D32B3CC7A9}"/>
              </a:ext>
            </a:extLst>
          </p:cNvPr>
          <p:cNvSpPr/>
          <p:nvPr/>
        </p:nvSpPr>
        <p:spPr>
          <a:xfrm>
            <a:off x="2714215" y="5508099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EA6AB79E-0139-43CB-0819-E157B898969F}"/>
              </a:ext>
            </a:extLst>
          </p:cNvPr>
          <p:cNvSpPr/>
          <p:nvPr/>
        </p:nvSpPr>
        <p:spPr>
          <a:xfrm>
            <a:off x="5542407" y="3739334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2D4D8C4B-DAA5-7A6F-8146-4DBEB16D8996}"/>
              </a:ext>
            </a:extLst>
          </p:cNvPr>
          <p:cNvSpPr/>
          <p:nvPr/>
        </p:nvSpPr>
        <p:spPr>
          <a:xfrm>
            <a:off x="5542407" y="3978393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D3A1F061-5510-EA57-DEE9-264E16E6A3E5}"/>
              </a:ext>
            </a:extLst>
          </p:cNvPr>
          <p:cNvSpPr/>
          <p:nvPr/>
        </p:nvSpPr>
        <p:spPr>
          <a:xfrm>
            <a:off x="5542407" y="4217452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EC8C2864-9826-21F6-4B4E-F0A183BB7C76}"/>
              </a:ext>
            </a:extLst>
          </p:cNvPr>
          <p:cNvSpPr/>
          <p:nvPr/>
        </p:nvSpPr>
        <p:spPr>
          <a:xfrm>
            <a:off x="5536370" y="5188625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11C5EEAC-3533-6C01-2049-3C1F6BAD2D7E}"/>
              </a:ext>
            </a:extLst>
          </p:cNvPr>
          <p:cNvSpPr/>
          <p:nvPr/>
        </p:nvSpPr>
        <p:spPr>
          <a:xfrm>
            <a:off x="5536431" y="4432604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6B975818-D2FA-5D7C-464F-706715A1AFB9}"/>
              </a:ext>
            </a:extLst>
          </p:cNvPr>
          <p:cNvSpPr/>
          <p:nvPr/>
        </p:nvSpPr>
        <p:spPr>
          <a:xfrm>
            <a:off x="5536431" y="4683616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0E728A5C-B5E0-AB16-DB88-163A6330AE96}"/>
              </a:ext>
            </a:extLst>
          </p:cNvPr>
          <p:cNvSpPr/>
          <p:nvPr/>
        </p:nvSpPr>
        <p:spPr>
          <a:xfrm>
            <a:off x="5530454" y="4934628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2" name="ZoneTexte 161">
            <a:extLst>
              <a:ext uri="{FF2B5EF4-FFF2-40B4-BE49-F238E27FC236}">
                <a16:creationId xmlns:a16="http://schemas.microsoft.com/office/drawing/2014/main" id="{32F6C77C-6C7E-2019-6AB3-4DF36399D9EC}"/>
              </a:ext>
            </a:extLst>
          </p:cNvPr>
          <p:cNvSpPr txBox="1"/>
          <p:nvPr/>
        </p:nvSpPr>
        <p:spPr>
          <a:xfrm>
            <a:off x="8595879" y="526699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Communication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8F5CADA4-AB95-3884-68D3-394F8FF590D8}"/>
              </a:ext>
            </a:extLst>
          </p:cNvPr>
          <p:cNvSpPr/>
          <p:nvPr/>
        </p:nvSpPr>
        <p:spPr>
          <a:xfrm>
            <a:off x="8411053" y="5284248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67219D07-FC5B-573A-265E-1D8B32B417C5}"/>
              </a:ext>
            </a:extLst>
          </p:cNvPr>
          <p:cNvSpPr/>
          <p:nvPr/>
        </p:nvSpPr>
        <p:spPr>
          <a:xfrm>
            <a:off x="5542407" y="5430675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85E3F3FB-4F21-8ED8-2FF3-761D63BD9374}"/>
              </a:ext>
            </a:extLst>
          </p:cNvPr>
          <p:cNvSpPr/>
          <p:nvPr/>
        </p:nvSpPr>
        <p:spPr>
          <a:xfrm>
            <a:off x="5542347" y="5654789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C2CEA4CC-0584-FD89-CF6A-997285ACF5FD}"/>
              </a:ext>
            </a:extLst>
          </p:cNvPr>
          <p:cNvSpPr/>
          <p:nvPr/>
        </p:nvSpPr>
        <p:spPr>
          <a:xfrm>
            <a:off x="5542407" y="5866957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3CD156BD-F6A9-8B2A-B5BC-06195C27452D}"/>
              </a:ext>
            </a:extLst>
          </p:cNvPr>
          <p:cNvSpPr/>
          <p:nvPr/>
        </p:nvSpPr>
        <p:spPr>
          <a:xfrm>
            <a:off x="8393183" y="3673592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1E5C1BC9-73AB-EB5C-1F1D-54E572E8AF2A}"/>
              </a:ext>
            </a:extLst>
          </p:cNvPr>
          <p:cNvSpPr/>
          <p:nvPr/>
        </p:nvSpPr>
        <p:spPr>
          <a:xfrm>
            <a:off x="8387206" y="3476368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C8470BF6-6439-0E91-5AD0-88B3806FD814}"/>
              </a:ext>
            </a:extLst>
          </p:cNvPr>
          <p:cNvSpPr/>
          <p:nvPr/>
        </p:nvSpPr>
        <p:spPr>
          <a:xfrm>
            <a:off x="8404056" y="4050631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5F60F89F-2F5F-DB0A-45B3-F38F98EAD471}"/>
              </a:ext>
            </a:extLst>
          </p:cNvPr>
          <p:cNvSpPr/>
          <p:nvPr/>
        </p:nvSpPr>
        <p:spPr>
          <a:xfrm>
            <a:off x="8410700" y="4245391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2DE27DAA-1539-9320-DE0B-E2496470E790}"/>
              </a:ext>
            </a:extLst>
          </p:cNvPr>
          <p:cNvSpPr/>
          <p:nvPr/>
        </p:nvSpPr>
        <p:spPr>
          <a:xfrm>
            <a:off x="8410700" y="4447936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F9F7521C-8560-D4BF-B7E3-97702CB155CF}"/>
              </a:ext>
            </a:extLst>
          </p:cNvPr>
          <p:cNvSpPr/>
          <p:nvPr/>
        </p:nvSpPr>
        <p:spPr>
          <a:xfrm>
            <a:off x="8410032" y="4672184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37184E46-EA9C-DC54-CAEA-574971FBBAEA}"/>
              </a:ext>
            </a:extLst>
          </p:cNvPr>
          <p:cNvSpPr/>
          <p:nvPr/>
        </p:nvSpPr>
        <p:spPr>
          <a:xfrm>
            <a:off x="8404056" y="4887337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30573A67-3076-9ED0-F8FF-5284FA6C2C35}"/>
              </a:ext>
            </a:extLst>
          </p:cNvPr>
          <p:cNvSpPr/>
          <p:nvPr/>
        </p:nvSpPr>
        <p:spPr>
          <a:xfrm>
            <a:off x="8404056" y="5078584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6033D1B-2C29-E36B-7D31-E9B1EA1EDC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576" y="870628"/>
            <a:ext cx="463437" cy="4489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60D0650-8BDC-E84E-9294-616AC7FC9326}"/>
              </a:ext>
            </a:extLst>
          </p:cNvPr>
          <p:cNvSpPr/>
          <p:nvPr/>
        </p:nvSpPr>
        <p:spPr>
          <a:xfrm>
            <a:off x="3144999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6662FF-BE64-0BB6-4DBE-05EB7DD640A6}"/>
              </a:ext>
            </a:extLst>
          </p:cNvPr>
          <p:cNvSpPr/>
          <p:nvPr/>
        </p:nvSpPr>
        <p:spPr>
          <a:xfrm>
            <a:off x="3874544" y="573910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CA8381-B8D6-2633-B193-4AC6D5EEAC28}"/>
              </a:ext>
            </a:extLst>
          </p:cNvPr>
          <p:cNvSpPr/>
          <p:nvPr/>
        </p:nvSpPr>
        <p:spPr>
          <a:xfrm>
            <a:off x="4609099" y="56781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85ACB68-1DE2-000B-3FBB-9624C47905F8}"/>
              </a:ext>
            </a:extLst>
          </p:cNvPr>
          <p:cNvSpPr/>
          <p:nvPr/>
        </p:nvSpPr>
        <p:spPr>
          <a:xfrm>
            <a:off x="5338644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347E4DD-D792-DF5C-FF52-190CDFB1E96D}"/>
              </a:ext>
            </a:extLst>
          </p:cNvPr>
          <p:cNvSpPr/>
          <p:nvPr/>
        </p:nvSpPr>
        <p:spPr>
          <a:xfrm>
            <a:off x="6067498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102" name="Graphique 101">
            <a:extLst>
              <a:ext uri="{FF2B5EF4-FFF2-40B4-BE49-F238E27FC236}">
                <a16:creationId xmlns:a16="http://schemas.microsoft.com/office/drawing/2014/main" id="{05161CD0-724A-B8BB-9404-039C4EB39D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4742" y="563556"/>
            <a:ext cx="307072" cy="307072"/>
          </a:xfrm>
          <a:prstGeom prst="rect">
            <a:avLst/>
          </a:prstGeom>
        </p:spPr>
      </p:pic>
      <p:sp>
        <p:nvSpPr>
          <p:cNvPr id="107" name="Rectangle 106">
            <a:extLst>
              <a:ext uri="{FF2B5EF4-FFF2-40B4-BE49-F238E27FC236}">
                <a16:creationId xmlns:a16="http://schemas.microsoft.com/office/drawing/2014/main" id="{2C83BDA4-0208-F9C9-4298-6B1048F777DA}"/>
              </a:ext>
            </a:extLst>
          </p:cNvPr>
          <p:cNvSpPr/>
          <p:nvPr/>
        </p:nvSpPr>
        <p:spPr>
          <a:xfrm>
            <a:off x="3144999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44201B3B-6037-C22D-AEB1-C6BDA0F9A4E6}"/>
              </a:ext>
            </a:extLst>
          </p:cNvPr>
          <p:cNvSpPr/>
          <p:nvPr/>
        </p:nvSpPr>
        <p:spPr>
          <a:xfrm>
            <a:off x="3874544" y="98234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D668BA36-D91D-6E06-EBE0-AD99C16BBA9E}"/>
              </a:ext>
            </a:extLst>
          </p:cNvPr>
          <p:cNvSpPr/>
          <p:nvPr/>
        </p:nvSpPr>
        <p:spPr>
          <a:xfrm>
            <a:off x="4609099" y="97624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362EA958-2287-0927-2660-0C39A8953CF4}"/>
              </a:ext>
            </a:extLst>
          </p:cNvPr>
          <p:cNvSpPr/>
          <p:nvPr/>
        </p:nvSpPr>
        <p:spPr>
          <a:xfrm>
            <a:off x="5338644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8EE69054-3710-7FC6-2D0A-DCD608F71B35}"/>
              </a:ext>
            </a:extLst>
          </p:cNvPr>
          <p:cNvSpPr/>
          <p:nvPr/>
        </p:nvSpPr>
        <p:spPr>
          <a:xfrm>
            <a:off x="6067498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4175B762-3BBA-E2EA-F449-C8F406A96454}"/>
              </a:ext>
            </a:extLst>
          </p:cNvPr>
          <p:cNvSpPr/>
          <p:nvPr/>
        </p:nvSpPr>
        <p:spPr>
          <a:xfrm>
            <a:off x="3144999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E7889D17-6ABA-F403-AFD1-375336EE3E67}"/>
              </a:ext>
            </a:extLst>
          </p:cNvPr>
          <p:cNvSpPr/>
          <p:nvPr/>
        </p:nvSpPr>
        <p:spPr>
          <a:xfrm>
            <a:off x="3874544" y="140906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5DA001E0-C2C8-1AB8-2F4F-2AD5A0C0762D}"/>
              </a:ext>
            </a:extLst>
          </p:cNvPr>
          <p:cNvSpPr/>
          <p:nvPr/>
        </p:nvSpPr>
        <p:spPr>
          <a:xfrm>
            <a:off x="4609099" y="140296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A51873E8-EC43-04BF-CD80-32012398E711}"/>
              </a:ext>
            </a:extLst>
          </p:cNvPr>
          <p:cNvSpPr/>
          <p:nvPr/>
        </p:nvSpPr>
        <p:spPr>
          <a:xfrm>
            <a:off x="5338644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F004CE97-F21D-4973-659E-D5EE26DAFFDA}"/>
              </a:ext>
            </a:extLst>
          </p:cNvPr>
          <p:cNvSpPr/>
          <p:nvPr/>
        </p:nvSpPr>
        <p:spPr>
          <a:xfrm>
            <a:off x="6067498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205" name="Image 204">
            <a:extLst>
              <a:ext uri="{FF2B5EF4-FFF2-40B4-BE49-F238E27FC236}">
                <a16:creationId xmlns:a16="http://schemas.microsoft.com/office/drawing/2014/main" id="{022BC03F-FA44-2945-2AC1-919BEB34A2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2463" y="1369788"/>
            <a:ext cx="293945" cy="2778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40716E4-49DA-0F4D-0F81-6BE6007CB27C}"/>
              </a:ext>
            </a:extLst>
          </p:cNvPr>
          <p:cNvSpPr/>
          <p:nvPr/>
        </p:nvSpPr>
        <p:spPr>
          <a:xfrm>
            <a:off x="3139420" y="179520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632C89-3E6C-134F-FB2E-058C77C2BFD0}"/>
              </a:ext>
            </a:extLst>
          </p:cNvPr>
          <p:cNvSpPr/>
          <p:nvPr/>
        </p:nvSpPr>
        <p:spPr>
          <a:xfrm>
            <a:off x="3868965" y="17891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12246F-2539-3691-CA8B-0B8343DB8FFB}"/>
              </a:ext>
            </a:extLst>
          </p:cNvPr>
          <p:cNvSpPr/>
          <p:nvPr/>
        </p:nvSpPr>
        <p:spPr>
          <a:xfrm>
            <a:off x="4603520" y="178301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D7C917-FA04-96D7-184E-4F314C2EF2C4}"/>
              </a:ext>
            </a:extLst>
          </p:cNvPr>
          <p:cNvSpPr/>
          <p:nvPr/>
        </p:nvSpPr>
        <p:spPr>
          <a:xfrm>
            <a:off x="5333065" y="179520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BD7B43-3DF6-3A01-156D-43CF025F957D}"/>
              </a:ext>
            </a:extLst>
          </p:cNvPr>
          <p:cNvSpPr/>
          <p:nvPr/>
        </p:nvSpPr>
        <p:spPr>
          <a:xfrm>
            <a:off x="6061919" y="179520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BBE2013B-6DCB-F5C8-AB2A-FA30555CCC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76849" y="1788718"/>
            <a:ext cx="222863" cy="278579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2D76BAD5-3D32-92ED-C5B7-53A6B5A314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219" y="1762690"/>
            <a:ext cx="296513" cy="298061"/>
          </a:xfrm>
          <a:prstGeom prst="rect">
            <a:avLst/>
          </a:prstGeom>
        </p:spPr>
      </p:pic>
      <p:pic>
        <p:nvPicPr>
          <p:cNvPr id="41" name="Graphique 40">
            <a:extLst>
              <a:ext uri="{FF2B5EF4-FFF2-40B4-BE49-F238E27FC236}">
                <a16:creationId xmlns:a16="http://schemas.microsoft.com/office/drawing/2014/main" id="{A0FA7A34-5BC5-EAE0-47F8-FA4FF2B4B1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5040" y="2732750"/>
            <a:ext cx="211222" cy="211222"/>
          </a:xfrm>
          <a:prstGeom prst="rect">
            <a:avLst/>
          </a:prstGeom>
        </p:spPr>
      </p:pic>
      <p:sp>
        <p:nvSpPr>
          <p:cNvPr id="43" name="ZoneTexte 42">
            <a:extLst>
              <a:ext uri="{FF2B5EF4-FFF2-40B4-BE49-F238E27FC236}">
                <a16:creationId xmlns:a16="http://schemas.microsoft.com/office/drawing/2014/main" id="{EE68A943-1BF7-05D4-8D27-4F58DAF39AAC}"/>
              </a:ext>
            </a:extLst>
          </p:cNvPr>
          <p:cNvSpPr txBox="1"/>
          <p:nvPr/>
        </p:nvSpPr>
        <p:spPr>
          <a:xfrm>
            <a:off x="2881791" y="2767753"/>
            <a:ext cx="272645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Hors compétitions officielles</a:t>
            </a:r>
          </a:p>
        </p:txBody>
      </p:sp>
      <p:sp>
        <p:nvSpPr>
          <p:cNvPr id="45" name="ZoneTexte 22">
            <a:extLst>
              <a:ext uri="{FF2B5EF4-FFF2-40B4-BE49-F238E27FC236}">
                <a16:creationId xmlns:a16="http://schemas.microsoft.com/office/drawing/2014/main" id="{93A35FF7-87B8-B997-6C57-704D80F95670}"/>
              </a:ext>
            </a:extLst>
          </p:cNvPr>
          <p:cNvSpPr txBox="1"/>
          <p:nvPr/>
        </p:nvSpPr>
        <p:spPr>
          <a:xfrm>
            <a:off x="1322041" y="3030961"/>
            <a:ext cx="756617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17.03.2007</a:t>
            </a:r>
            <a:endParaRPr dirty="0"/>
          </a:p>
        </p:txBody>
      </p:sp>
      <p:sp>
        <p:nvSpPr>
          <p:cNvPr id="46" name="ZoneTexte 22">
            <a:extLst>
              <a:ext uri="{FF2B5EF4-FFF2-40B4-BE49-F238E27FC236}">
                <a16:creationId xmlns:a16="http://schemas.microsoft.com/office/drawing/2014/main" id="{66D4EF6C-46EE-4B39-E258-4E5ADDCDE857}"/>
              </a:ext>
            </a:extLst>
          </p:cNvPr>
          <p:cNvSpPr txBox="1"/>
          <p:nvPr/>
        </p:nvSpPr>
        <p:spPr>
          <a:xfrm>
            <a:off x="1482925" y="3385101"/>
            <a:ext cx="376022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dirty="0"/>
              <a:t>Droit</a:t>
            </a:r>
          </a:p>
        </p:txBody>
      </p:sp>
      <p:sp>
        <p:nvSpPr>
          <p:cNvPr id="47" name="ZoneTexte 22">
            <a:extLst>
              <a:ext uri="{FF2B5EF4-FFF2-40B4-BE49-F238E27FC236}">
                <a16:creationId xmlns:a16="http://schemas.microsoft.com/office/drawing/2014/main" id="{9F9581E4-D673-250E-69FF-0AA9814477A2}"/>
              </a:ext>
            </a:extLst>
          </p:cNvPr>
          <p:cNvSpPr txBox="1"/>
          <p:nvPr/>
        </p:nvSpPr>
        <p:spPr>
          <a:xfrm>
            <a:off x="1399146" y="3765633"/>
            <a:ext cx="612347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193.9CM</a:t>
            </a:r>
            <a:endParaRPr dirty="0"/>
          </a:p>
        </p:txBody>
      </p:sp>
      <p:sp>
        <p:nvSpPr>
          <p:cNvPr id="48" name="ZoneTexte 22">
            <a:extLst>
              <a:ext uri="{FF2B5EF4-FFF2-40B4-BE49-F238E27FC236}">
                <a16:creationId xmlns:a16="http://schemas.microsoft.com/office/drawing/2014/main" id="{92C9545E-D91E-5416-B58E-7F184DCFA834}"/>
              </a:ext>
            </a:extLst>
          </p:cNvPr>
          <p:cNvSpPr txBox="1"/>
          <p:nvPr/>
        </p:nvSpPr>
        <p:spPr>
          <a:xfrm>
            <a:off x="1428487" y="4180555"/>
            <a:ext cx="492122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90.1KG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6959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90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0B4A89"/>
      </a:accent1>
      <a:accent2>
        <a:srgbClr val="0B61AC"/>
      </a:accent2>
      <a:accent3>
        <a:srgbClr val="3C81BD"/>
      </a:accent3>
      <a:accent4>
        <a:srgbClr val="6DA0CD"/>
      </a:accent4>
      <a:accent5>
        <a:srgbClr val="9DC0DE"/>
      </a:accent5>
      <a:accent6>
        <a:srgbClr val="CEDFEE"/>
      </a:accent6>
      <a:hlink>
        <a:srgbClr val="000000"/>
      </a:hlink>
      <a:folHlink>
        <a:srgbClr val="000000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288000" tIns="144000" rIns="144000" bIns="144000" rtlCol="0" anchor="t" anchorCtr="0"/>
      <a:lstStyle>
        <a:defPPr algn="l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M_PowerPoint_2026-02-27.potx" id="{DF3612FC-EDCE-4203-8D57-49F1927BD6EC}" vid="{48407813-946E-4201-8363-4C3D5CF0F9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aa4942-3767-4fb4-b828-61a76fcbf9df" xsi:nil="true"/>
    <lcf76f155ced4ddcb4097134ff3c332f xmlns="1d40e6f8-d294-4e0a-a4ec-60755aee44c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4ACF31B36D74C8A8D9F1563B7614F" ma:contentTypeVersion="14" ma:contentTypeDescription="Crée un document." ma:contentTypeScope="" ma:versionID="6944943d1de8f9ba8dc321df97983e02">
  <xsd:schema xmlns:xsd="http://www.w3.org/2001/XMLSchema" xmlns:xs="http://www.w3.org/2001/XMLSchema" xmlns:p="http://schemas.microsoft.com/office/2006/metadata/properties" xmlns:ns2="1d40e6f8-d294-4e0a-a4ec-60755aee44ca" xmlns:ns3="d2aa4942-3767-4fb4-b828-61a76fcbf9df" targetNamespace="http://schemas.microsoft.com/office/2006/metadata/properties" ma:root="true" ma:fieldsID="711673d70673af0f64fe2a8d88156ea9" ns2:_="" ns3:_="">
    <xsd:import namespace="1d40e6f8-d294-4e0a-a4ec-60755aee44ca"/>
    <xsd:import namespace="d2aa4942-3767-4fb4-b828-61a76fcbf9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0e6f8-d294-4e0a-a4ec-60755aee4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f88b8358-9c83-4b24-b5de-0c1930eec4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a4942-3767-4fb4-b828-61a76fcbf9d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6f857251-e8ee-4f1b-b7b7-9c85b1efc469}" ma:internalName="TaxCatchAll" ma:showField="CatchAllData" ma:web="d2aa4942-3767-4fb4-b828-61a76fcbf9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9B66EE-43D2-49FF-898E-DCD517785142}">
  <ds:schemaRefs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dcmitype/"/>
    <ds:schemaRef ds:uri="1d40e6f8-d294-4e0a-a4ec-60755aee44ca"/>
    <ds:schemaRef ds:uri="http://schemas.openxmlformats.org/package/2006/metadata/core-properties"/>
    <ds:schemaRef ds:uri="d2aa4942-3767-4fb4-b828-61a76fcbf9df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0371EAD-D329-4D52-AE09-9178E65A3A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34C86B-EC3B-4876-852F-98CF1C621A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40e6f8-d294-4e0a-a4ec-60755aee44ca"/>
    <ds:schemaRef ds:uri="d2aa4942-3767-4fb4-b828-61a76fcbf9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1</TotalTime>
  <Words>158</Words>
  <Application>Microsoft Macintosh PowerPoint</Application>
  <PresentationFormat>Grand écran</PresentationFormat>
  <Paragraphs>59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OM Marseille Medium</vt:lpstr>
      <vt:lpstr>OM Marseille Light</vt:lpstr>
      <vt:lpstr>Office</vt:lpstr>
      <vt:lpstr>ÉVALUATION INDIVIDUALISATION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Genty</dc:creator>
  <cp:lastModifiedBy>Lucas Genty</cp:lastModifiedBy>
  <cp:revision>4</cp:revision>
  <dcterms:created xsi:type="dcterms:W3CDTF">2026-08-04T15:50:44Z</dcterms:created>
  <dcterms:modified xsi:type="dcterms:W3CDTF">2026-08-06T07:42:13Z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0x0101004D84ACF31B36D74C8A8D9F1563B7614F</vt:lpwstr>
  </property>
  <property fmtid="{D5CDD505-2E9C-101B-9397-08002B2CF9AE}" pid="3" name="MediaServiceImageTags">
    <vt:lpwstr/>
  </property>
</Properties>
</file>