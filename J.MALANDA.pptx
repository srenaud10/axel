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70" r:id="rId5"/>
    <p:sldId id="285" r:id="rId6"/>
  </p:sldIdLst>
  <p:sldSz cx="12192000" cy="6858000"/>
  <p:notesSz cx="6858000" cy="9144000"/>
  <p:embeddedFontLst>
    <p:embeddedFont>
      <p:font typeface="OM Marseille Light" pitchFamily="2" charset="77"/>
      <p:regular r:id="rId9"/>
    </p:embeddedFont>
    <p:embeddedFont>
      <p:font typeface="OM Marseille Medium" pitchFamily="2" charset="77"/>
      <p:regular r:id="rId10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61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886BE8-62D2-1C41-B2A0-00BDCA5E06E8}" v="1" dt="2026-08-06T07:37:12.0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58"/>
  </p:normalViewPr>
  <p:slideViewPr>
    <p:cSldViewPr snapToGrid="0" showGuides="1">
      <p:cViewPr varScale="1">
        <p:scale>
          <a:sx n="120" d="100"/>
          <a:sy n="120" d="100"/>
        </p:scale>
        <p:origin x="840" y="1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Genty" userId="0ff89410-5e71-4be0-bd77-4c071ba329e4" providerId="ADAL" clId="{299A151C-5B74-5660-9229-42BC38DFE690}"/>
    <pc:docChg chg="custSel modSld">
      <pc:chgData name="Lucas Genty" userId="0ff89410-5e71-4be0-bd77-4c071ba329e4" providerId="ADAL" clId="{299A151C-5B74-5660-9229-42BC38DFE690}" dt="2026-08-06T07:37:31.671" v="26" actId="20577"/>
      <pc:docMkLst>
        <pc:docMk/>
      </pc:docMkLst>
      <pc:sldChg chg="addSp delSp modSp mod">
        <pc:chgData name="Lucas Genty" userId="0ff89410-5e71-4be0-bd77-4c071ba329e4" providerId="ADAL" clId="{299A151C-5B74-5660-9229-42BC38DFE690}" dt="2026-08-06T07:37:31.671" v="26" actId="20577"/>
        <pc:sldMkLst>
          <pc:docMk/>
          <pc:sldMk cId="2523577696" sldId="285"/>
        </pc:sldMkLst>
        <pc:spChg chg="del">
          <ac:chgData name="Lucas Genty" userId="0ff89410-5e71-4be0-bd77-4c071ba329e4" providerId="ADAL" clId="{299A151C-5B74-5660-9229-42BC38DFE690}" dt="2026-08-06T07:37:11.768" v="0" actId="478"/>
          <ac:spMkLst>
            <pc:docMk/>
            <pc:sldMk cId="2523577696" sldId="285"/>
            <ac:spMk id="31" creationId="{655539A4-EB08-5921-5699-11AF5A70D403}"/>
          </ac:spMkLst>
        </pc:spChg>
        <pc:spChg chg="add mod">
          <ac:chgData name="Lucas Genty" userId="0ff89410-5e71-4be0-bd77-4c071ba329e4" providerId="ADAL" clId="{299A151C-5B74-5660-9229-42BC38DFE690}" dt="2026-08-06T07:37:18.285" v="11" actId="20577"/>
          <ac:spMkLst>
            <pc:docMk/>
            <pc:sldMk cId="2523577696" sldId="285"/>
            <ac:spMk id="33" creationId="{82FFC587-D241-A14F-CEBF-1A5ABE759EF3}"/>
          </ac:spMkLst>
        </pc:spChg>
        <pc:spChg chg="del">
          <ac:chgData name="Lucas Genty" userId="0ff89410-5e71-4be0-bd77-4c071ba329e4" providerId="ADAL" clId="{299A151C-5B74-5660-9229-42BC38DFE690}" dt="2026-08-06T07:37:11.768" v="0" actId="478"/>
          <ac:spMkLst>
            <pc:docMk/>
            <pc:sldMk cId="2523577696" sldId="285"/>
            <ac:spMk id="37" creationId="{B769FD55-5F14-F709-6DF6-AC1BFA0D14E2}"/>
          </ac:spMkLst>
        </pc:spChg>
        <pc:spChg chg="del">
          <ac:chgData name="Lucas Genty" userId="0ff89410-5e71-4be0-bd77-4c071ba329e4" providerId="ADAL" clId="{299A151C-5B74-5660-9229-42BC38DFE690}" dt="2026-08-06T07:37:11.768" v="0" actId="478"/>
          <ac:spMkLst>
            <pc:docMk/>
            <pc:sldMk cId="2523577696" sldId="285"/>
            <ac:spMk id="40" creationId="{FD063836-3520-95C1-4B7C-B79F8E755B60}"/>
          </ac:spMkLst>
        </pc:spChg>
        <pc:spChg chg="del">
          <ac:chgData name="Lucas Genty" userId="0ff89410-5e71-4be0-bd77-4c071ba329e4" providerId="ADAL" clId="{299A151C-5B74-5660-9229-42BC38DFE690}" dt="2026-08-06T07:37:11.768" v="0" actId="478"/>
          <ac:spMkLst>
            <pc:docMk/>
            <pc:sldMk cId="2523577696" sldId="285"/>
            <ac:spMk id="41" creationId="{AD7F1876-6032-FB7F-22BD-E4261C2E71E4}"/>
          </ac:spMkLst>
        </pc:spChg>
        <pc:spChg chg="add mod">
          <ac:chgData name="Lucas Genty" userId="0ff89410-5e71-4be0-bd77-4c071ba329e4" providerId="ADAL" clId="{299A151C-5B74-5660-9229-42BC38DFE690}" dt="2026-08-06T07:37:12.044" v="1"/>
          <ac:spMkLst>
            <pc:docMk/>
            <pc:sldMk cId="2523577696" sldId="285"/>
            <ac:spMk id="45" creationId="{AF2FE384-5D36-A47A-DC94-DD94F4BB9A58}"/>
          </ac:spMkLst>
        </pc:spChg>
        <pc:spChg chg="add mod">
          <ac:chgData name="Lucas Genty" userId="0ff89410-5e71-4be0-bd77-4c071ba329e4" providerId="ADAL" clId="{299A151C-5B74-5660-9229-42BC38DFE690}" dt="2026-08-06T07:37:27.204" v="18" actId="20577"/>
          <ac:spMkLst>
            <pc:docMk/>
            <pc:sldMk cId="2523577696" sldId="285"/>
            <ac:spMk id="46" creationId="{7B5C2664-CB3D-6455-C718-C75020608161}"/>
          </ac:spMkLst>
        </pc:spChg>
        <pc:spChg chg="add mod">
          <ac:chgData name="Lucas Genty" userId="0ff89410-5e71-4be0-bd77-4c071ba329e4" providerId="ADAL" clId="{299A151C-5B74-5660-9229-42BC38DFE690}" dt="2026-08-06T07:37:31.671" v="26" actId="20577"/>
          <ac:spMkLst>
            <pc:docMk/>
            <pc:sldMk cId="2523577696" sldId="285"/>
            <ac:spMk id="47" creationId="{913D510E-9694-1AF4-7ADE-B7091BE0DA5F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942759902688944E-2"/>
          <c:y val="3.0184601416695649E-2"/>
          <c:w val="0.91313465354950873"/>
          <c:h val="0.829716858931750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Feuil1!$A$2:$A$6</c:f>
              <c:strCache>
                <c:ptCount val="5"/>
                <c:pt idx="0">
                  <c:v>LIGUE TOP 5</c:v>
                </c:pt>
                <c:pt idx="1">
                  <c:v>LIGUE TOP 8</c:v>
                </c:pt>
                <c:pt idx="2">
                  <c:v>L1</c:v>
                </c:pt>
                <c:pt idx="3">
                  <c:v>L2 / NAT</c:v>
                </c:pt>
                <c:pt idx="4">
                  <c:v>N3 / N2</c:v>
                </c:pt>
              </c:strCache>
            </c:strRef>
          </c:cat>
          <c:val>
            <c:numRef>
              <c:f>Feuil1!$B$2:$B$6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0-707C-E44D-A9BA-0D08C4FE70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9763071"/>
        <c:axId val="447620287"/>
      </c:barChart>
      <c:catAx>
        <c:axId val="459763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5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47620287"/>
        <c:crosses val="autoZero"/>
        <c:auto val="0"/>
        <c:lblAlgn val="ctr"/>
        <c:lblOffset val="100"/>
        <c:noMultiLvlLbl val="0"/>
      </c:catAx>
      <c:valAx>
        <c:axId val="447620287"/>
        <c:scaling>
          <c:orientation val="minMax"/>
          <c:max val="10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5976307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52390A9-1F65-D38D-9790-B78C858D3E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225ADC1-26C0-5BD3-C73B-05DBEBDD37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F4FD9-6393-40EA-A13C-0717774DD95D}" type="datetimeFigureOut">
              <a:rPr lang="de-DE" smtClean="0"/>
              <a:t>06.08.26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81E3FD-1717-1B9C-D3FF-CD53D355C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9FD8799-F91C-D6B6-FA49-AE7FA2992B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438E2F-A441-4EFD-9A7B-F6024EC14680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1828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79978-9587-4FFB-8987-67BE67FCF4DF}" type="datetimeFigureOut">
              <a:rPr lang="de-DE" smtClean="0"/>
              <a:t>06.08.26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E323D-5B79-4A3D-A846-DD2B6281790F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603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EFE36F-4D36-01D1-ED9A-4895DC4141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52425" y="1600200"/>
            <a:ext cx="4752975" cy="1427480"/>
          </a:xfrm>
        </p:spPr>
        <p:txBody>
          <a:bodyPr anchor="b"/>
          <a:lstStyle>
            <a:lvl1pPr algn="l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de la</a:t>
            </a:r>
            <a:br>
              <a:rPr lang="fr-FR" noProof="0" dirty="0"/>
            </a:br>
            <a:r>
              <a:rPr lang="fr-FR" noProof="0" dirty="0"/>
              <a:t>présentation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B8EA753-9C9D-1ACE-AC93-91469FFC03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52425" y="3429000"/>
            <a:ext cx="4752975" cy="2484438"/>
          </a:xfrm>
        </p:spPr>
        <p:txBody>
          <a:bodyPr/>
          <a:lstStyle>
            <a:lvl1pPr marL="0" indent="0" algn="l">
              <a:buNone/>
              <a:defRPr sz="21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 dirty="0"/>
              <a:t>Sous-titre de la présentation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2495D65-0840-AA45-FA3E-BED80617F6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352425" y="382270"/>
            <a:ext cx="1128712" cy="1128712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79FB73B-18B9-7B4B-4306-1AB0E29D7AC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352425" y="3281125"/>
            <a:ext cx="19812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9D11C76-9ADD-3501-7802-B144E33AB05E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Grafik 14">
            <a:extLst>
              <a:ext uri="{FF2B5EF4-FFF2-40B4-BE49-F238E27FC236}">
                <a16:creationId xmlns:a16="http://schemas.microsoft.com/office/drawing/2014/main" id="{F5B46B84-2E0E-E721-B84C-A8C1D99259B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534D718-DC94-6708-FBA2-602A99AAB174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CC4D28B-E2E5-06D0-2352-AE54759288A2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7990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 bwMode="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1866900"/>
            <a:ext cx="6734175" cy="2677798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du chapitre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51F830D-78E3-5112-0211-3A04BB7767C3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bg1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bg1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bg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5122FE4-328B-01FF-9254-76EBD917C0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39ABF71-D4FC-0D5E-6D3F-11FB68BE47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52425" y="304800"/>
            <a:ext cx="1981200" cy="820738"/>
          </a:xfrm>
        </p:spPr>
        <p:txBody>
          <a:bodyPr/>
          <a:lstStyle>
            <a:lvl1pPr>
              <a:defRPr sz="56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3E362E56-738D-5EC7-4570-4C2ED6CAA0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7696200" y="152400"/>
            <a:ext cx="4381500" cy="6078542"/>
          </a:xfrm>
        </p:spPr>
        <p:txBody>
          <a:bodyPr anchor="ctr"/>
          <a:lstStyle>
            <a:lvl1pPr algn="r">
              <a:defRPr sz="58000">
                <a:solidFill>
                  <a:schemeClr val="accent1"/>
                </a:solidFill>
                <a:latin typeface="OM Marseille Medium" pitchFamily="2" charset="0"/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DF6FAB5-02B2-0D1D-CE11-56FD8FB770AC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9879162-50CC-A295-CA48-D19D34C15FF4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7095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5178425"/>
            <a:ext cx="11487150" cy="735013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 noProof="0" dirty="0"/>
              <a:t>Titre du sous-chapitre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7B1327E9-7BFB-B90A-8D7E-06DA25EC8C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2730499" y="368300"/>
            <a:ext cx="9109075" cy="46228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301887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/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981269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032448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327AA6BF-AD26-9390-8C31-3A3792C4F68E}"/>
              </a:ext>
            </a:extLst>
          </p:cNvPr>
          <p:cNvSpPr>
            <a:spLocks noGrp="1"/>
          </p:cNvSpPr>
          <p:nvPr>
            <p:ph idx="10" hasCustomPrompt="1"/>
          </p:nvPr>
        </p:nvSpPr>
        <p:spPr bwMode="gray">
          <a:xfrm>
            <a:off x="5105400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213106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/>
              <a:t>Titre de la slide</a:t>
            </a:r>
          </a:p>
        </p:txBody>
      </p:sp>
    </p:spTree>
    <p:extLst>
      <p:ext uri="{BB962C8B-B14F-4D97-AF65-F5344CB8AC3E}">
        <p14:creationId xmlns:p14="http://schemas.microsoft.com/office/powerpoint/2010/main" val="4156221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299085"/>
            <a:ext cx="9109075" cy="2586355"/>
          </a:xfrm>
        </p:spPr>
        <p:txBody>
          <a:bodyPr/>
          <a:lstStyle>
            <a:lvl1pPr>
              <a:lnSpc>
                <a:spcPct val="93000"/>
              </a:lnSpc>
              <a:defRPr sz="3500"/>
            </a:lvl1pPr>
          </a:lstStyle>
          <a:p>
            <a:r>
              <a:rPr lang="fr-FR" noProof="0" dirty="0"/>
              <a:t>Titre de la slide</a:t>
            </a: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5AC2861C-C409-85BD-A456-8900F5D384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3096578"/>
            <a:ext cx="4356100" cy="2816859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725542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6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D383CF44-F0AF-65F5-3433-6A696412D09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5105400" y="368300"/>
            <a:ext cx="6734174" cy="53467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738266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483475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FCA7126D-0013-7E83-243B-A49D1E5948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5" y="1125539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5C9D441E-41B7-BADA-89AE-C53419624B5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352425" y="3581400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D8D2146-CB0B-5A42-B80B-B18B9A5417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7483475" y="1125539"/>
            <a:ext cx="4356100" cy="2151062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7FA7FB43-7777-8A8B-170F-3CF9F84E1C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483475" y="3581400"/>
            <a:ext cx="4356100" cy="2151061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230311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5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1E23B8BC-103F-39F0-2D6B-98F6492921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EE8B42AE-AFED-5DF1-4F4C-9AED8A80A9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082F372B-DEA5-5334-81BD-4DEAA5D75E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5242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AA5E0F6E-96E7-FBD1-FD61-84FD46E063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2727325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9DE2920-3076-DFFF-A039-7EBA533DD5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727325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CCF33DD2-C24B-43DB-0034-8C1B8BB41F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2727324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A71A7F2F-7B9C-D17F-5FD2-D2E41924F5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5105400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B80DC451-D05D-16E6-7714-6A737BBC40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105400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A5537B97-3685-B97B-7C12-E1CB3535F96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105399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853957FA-CA48-6196-84FE-6641E2BF987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 bwMode="gray">
          <a:xfrm>
            <a:off x="748347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47CAE4CD-B6C4-74CB-957E-6044C75304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748347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06560E43-E108-1A4D-B0A3-FE7435F430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748347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7159A958-60C1-16C9-D6D1-6D03B1DD690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 bwMode="gray">
          <a:xfrm>
            <a:off x="9861552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F409A5C0-AEA4-650F-E6DE-5DD458DC01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9861552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B397BD12-559D-B092-3ED2-FF3C773B620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9861551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943166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85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2A7F085-0943-0DDC-771A-B999207C0BC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52425" y="339725"/>
            <a:ext cx="9109075" cy="574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68ABB7-A16D-8DF8-5E38-7368E430A4FA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52425" y="1125539"/>
            <a:ext cx="9109075" cy="4787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0D98BDE4-60FE-EF19-D052-F2C9AFD05DF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FA3A8EF0-FFBA-B177-44B0-D1718956129E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accent2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accent2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accent2"/>
              </a:solidFill>
            </a:endParaRP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746017A4-BE5A-18C3-DCC5-3EB4040AA5E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974F32B-204D-8A94-4ED9-6E4819234991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2026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E661EB8-DC41-20FC-808A-56B88E3B4C23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13824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9" r:id="rId3"/>
    <p:sldLayoutId id="2147483650" r:id="rId4"/>
    <p:sldLayoutId id="2147483657" r:id="rId5"/>
    <p:sldLayoutId id="2147483656" r:id="rId6"/>
    <p:sldLayoutId id="2147483654" r:id="rId7"/>
    <p:sldLayoutId id="2147483662" r:id="rId8"/>
    <p:sldLayoutId id="2147483660" r:id="rId9"/>
    <p:sldLayoutId id="2147483661" r:id="rId10"/>
    <p:sldLayoutId id="2147483663" r:id="rId11"/>
    <p:sldLayoutId id="214748365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563" indent="-17621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4625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720725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 userDrawn="1">
          <p15:clr>
            <a:srgbClr val="A4A3A4"/>
          </p15:clr>
        </p15:guide>
        <p15:guide id="2" pos="222" userDrawn="1">
          <p15:clr>
            <a:srgbClr val="A4A3A4"/>
          </p15:clr>
        </p15:guide>
        <p15:guide id="3" pos="7458" userDrawn="1">
          <p15:clr>
            <a:srgbClr val="A4A3A4"/>
          </p15:clr>
        </p15:guide>
        <p15:guide id="4" pos="3216" userDrawn="1">
          <p15:clr>
            <a:srgbClr val="A4A3A4"/>
          </p15:clr>
        </p15:guide>
        <p15:guide id="5" pos="4464" userDrawn="1">
          <p15:clr>
            <a:srgbClr val="A4A3A4"/>
          </p15:clr>
        </p15:guide>
        <p15:guide id="6" pos="2966" userDrawn="1">
          <p15:clr>
            <a:srgbClr val="A4A3A4"/>
          </p15:clr>
        </p15:guide>
        <p15:guide id="7" pos="4714" userDrawn="1">
          <p15:clr>
            <a:srgbClr val="A4A3A4"/>
          </p15:clr>
        </p15:guide>
        <p15:guide id="9" pos="1720" userDrawn="1">
          <p15:clr>
            <a:srgbClr val="A4A3A4"/>
          </p15:clr>
        </p15:guide>
        <p15:guide id="10" pos="5960" userDrawn="1">
          <p15:clr>
            <a:srgbClr val="A4A3A4"/>
          </p15:clr>
        </p15:guide>
        <p15:guide id="11" pos="6210" userDrawn="1">
          <p15:clr>
            <a:srgbClr val="A4A3A4"/>
          </p15:clr>
        </p15:guide>
        <p15:guide id="12" pos="1470" userDrawn="1">
          <p15:clr>
            <a:srgbClr val="A4A3A4"/>
          </p15:clr>
        </p15:guide>
        <p15:guide id="13" orient="horz" pos="3725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F876DB-A14E-B1BA-9DE3-E2270A9A9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425" y="1600200"/>
            <a:ext cx="5822823" cy="1427480"/>
          </a:xfrm>
        </p:spPr>
        <p:txBody>
          <a:bodyPr/>
          <a:lstStyle/>
          <a:p>
            <a:r>
              <a:rPr lang="fr-FR" sz="4400" dirty="0"/>
              <a:t>ÉVALUATION</a:t>
            </a:r>
            <a:br>
              <a:rPr lang="fr-FR" sz="4400" dirty="0"/>
            </a:br>
            <a:r>
              <a:rPr lang="fr-FR" sz="4400" dirty="0"/>
              <a:t>INDIVIDUALISATION</a:t>
            </a:r>
            <a:endParaRPr lang="fr-FR" sz="4400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FA4C429-B4D3-5B80-6871-81092322D6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noProof="0" dirty="0"/>
              <a:t>JEPHTHE MALANDA – </a:t>
            </a:r>
            <a:r>
              <a:rPr lang="fr-FR" dirty="0"/>
              <a:t>2008</a:t>
            </a:r>
          </a:p>
          <a:p>
            <a:r>
              <a:rPr lang="fr-FR" noProof="0" dirty="0"/>
              <a:t>SAISON 2026/2027</a:t>
            </a:r>
          </a:p>
        </p:txBody>
      </p:sp>
    </p:spTree>
    <p:extLst>
      <p:ext uri="{BB962C8B-B14F-4D97-AF65-F5344CB8AC3E}">
        <p14:creationId xmlns:p14="http://schemas.microsoft.com/office/powerpoint/2010/main" val="1385893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26CD1-F9F1-E9A2-49D7-858E04E62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Graphique 26">
            <a:extLst>
              <a:ext uri="{FF2B5EF4-FFF2-40B4-BE49-F238E27FC236}">
                <a16:creationId xmlns:a16="http://schemas.microsoft.com/office/drawing/2014/main" id="{8ECD2657-1E04-BAFF-F4AC-F07DE44F016D}"/>
              </a:ext>
            </a:extLst>
          </p:cNvPr>
          <p:cNvGraphicFramePr/>
          <p:nvPr/>
        </p:nvGraphicFramePr>
        <p:xfrm>
          <a:off x="7187978" y="508955"/>
          <a:ext cx="4917427" cy="25244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3" name="Image 12">
            <a:extLst>
              <a:ext uri="{FF2B5EF4-FFF2-40B4-BE49-F238E27FC236}">
                <a16:creationId xmlns:a16="http://schemas.microsoft.com/office/drawing/2014/main" id="{28EF2668-1B5E-5A78-E605-FBB8F72B2B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91819" y="112547"/>
            <a:ext cx="2162755" cy="2162755"/>
          </a:xfrm>
          <a:prstGeom prst="rect">
            <a:avLst/>
          </a:prstGeom>
        </p:spPr>
      </p:pic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3D2C8D93-1FB5-A62F-6137-9AEE9C7FD788}"/>
              </a:ext>
            </a:extLst>
          </p:cNvPr>
          <p:cNvCxnSpPr/>
          <p:nvPr/>
        </p:nvCxnSpPr>
        <p:spPr>
          <a:xfrm>
            <a:off x="2409245" y="206733"/>
            <a:ext cx="0" cy="56533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E2E43A92-1207-9ABC-D0BB-81276EF71F26}"/>
              </a:ext>
            </a:extLst>
          </p:cNvPr>
          <p:cNvSpPr txBox="1"/>
          <p:nvPr/>
        </p:nvSpPr>
        <p:spPr>
          <a:xfrm>
            <a:off x="552555" y="48962"/>
            <a:ext cx="132087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FICHE JOUEUR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1C2E8DD4-F417-EFCC-16A3-6CA2C2684A5E}"/>
              </a:ext>
            </a:extLst>
          </p:cNvPr>
          <p:cNvCxnSpPr>
            <a:cxnSpLocks/>
          </p:cNvCxnSpPr>
          <p:nvPr/>
        </p:nvCxnSpPr>
        <p:spPr>
          <a:xfrm flipH="1">
            <a:off x="2593437" y="3033421"/>
            <a:ext cx="897702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80813509-32B7-4AC0-5819-7EE5056F2769}"/>
              </a:ext>
            </a:extLst>
          </p:cNvPr>
          <p:cNvSpPr txBox="1"/>
          <p:nvPr/>
        </p:nvSpPr>
        <p:spPr>
          <a:xfrm>
            <a:off x="2593437" y="49648"/>
            <a:ext cx="108523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FICHE SAISON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B2D6CD09-8E2E-30D9-407C-59FEEB4A3482}"/>
              </a:ext>
            </a:extLst>
          </p:cNvPr>
          <p:cNvCxnSpPr>
            <a:cxnSpLocks/>
          </p:cNvCxnSpPr>
          <p:nvPr/>
        </p:nvCxnSpPr>
        <p:spPr>
          <a:xfrm>
            <a:off x="7187978" y="206733"/>
            <a:ext cx="0" cy="282668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3FF50C31-8705-1E33-B81B-48CBC8A6675C}"/>
              </a:ext>
            </a:extLst>
          </p:cNvPr>
          <p:cNvSpPr txBox="1"/>
          <p:nvPr/>
        </p:nvSpPr>
        <p:spPr>
          <a:xfrm>
            <a:off x="7311224" y="74051"/>
            <a:ext cx="184505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PROJECTION CARRIÈRE </a:t>
            </a: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AE9C2F71-DFCC-04CE-0D06-6AE05486B9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584" y="482834"/>
            <a:ext cx="1130867" cy="1718917"/>
          </a:xfrm>
          <a:prstGeom prst="rect">
            <a:avLst/>
          </a:prstGeom>
        </p:spPr>
      </p:pic>
      <p:sp>
        <p:nvSpPr>
          <p:cNvPr id="34" name="Ellipse 33">
            <a:extLst>
              <a:ext uri="{FF2B5EF4-FFF2-40B4-BE49-F238E27FC236}">
                <a16:creationId xmlns:a16="http://schemas.microsoft.com/office/drawing/2014/main" id="{87AC5F6C-BB56-032E-46F9-206303FBD30D}"/>
              </a:ext>
            </a:extLst>
          </p:cNvPr>
          <p:cNvSpPr>
            <a:spLocks noChangeAspect="1"/>
          </p:cNvSpPr>
          <p:nvPr/>
        </p:nvSpPr>
        <p:spPr>
          <a:xfrm>
            <a:off x="1599742" y="68664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8858C334-BA60-5A30-E795-337397AAF63E}"/>
              </a:ext>
            </a:extLst>
          </p:cNvPr>
          <p:cNvSpPr>
            <a:spLocks noChangeAspect="1"/>
          </p:cNvSpPr>
          <p:nvPr/>
        </p:nvSpPr>
        <p:spPr>
          <a:xfrm>
            <a:off x="1599742" y="1020604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DE54BE8E-1EF9-B275-5FD9-41833AF492C4}"/>
              </a:ext>
            </a:extLst>
          </p:cNvPr>
          <p:cNvSpPr>
            <a:spLocks noChangeAspect="1"/>
          </p:cNvSpPr>
          <p:nvPr/>
        </p:nvSpPr>
        <p:spPr>
          <a:xfrm>
            <a:off x="1437717" y="137940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09C91104-F458-5E09-C78F-9CE2D719164D}"/>
              </a:ext>
            </a:extLst>
          </p:cNvPr>
          <p:cNvSpPr>
            <a:spLocks noChangeAspect="1"/>
          </p:cNvSpPr>
          <p:nvPr/>
        </p:nvSpPr>
        <p:spPr>
          <a:xfrm>
            <a:off x="1213192" y="909286"/>
            <a:ext cx="156550" cy="147478"/>
          </a:xfrm>
          <a:prstGeom prst="ellipse">
            <a:avLst/>
          </a:prstGeom>
          <a:solidFill>
            <a:srgbClr val="B695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1DDBD691-4045-8A28-1374-BB0A30C85226}"/>
              </a:ext>
            </a:extLst>
          </p:cNvPr>
          <p:cNvSpPr>
            <a:spLocks noChangeAspect="1"/>
          </p:cNvSpPr>
          <p:nvPr/>
        </p:nvSpPr>
        <p:spPr>
          <a:xfrm>
            <a:off x="1216896" y="172031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33E8CC36-7F6B-1D8D-25BD-75125B84A0A0}"/>
              </a:ext>
            </a:extLst>
          </p:cNvPr>
          <p:cNvSpPr>
            <a:spLocks noChangeAspect="1"/>
          </p:cNvSpPr>
          <p:nvPr/>
        </p:nvSpPr>
        <p:spPr>
          <a:xfrm>
            <a:off x="1594267" y="200438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47BC92DC-E0E1-AF4B-4A8A-74FB0CAFEA53}"/>
              </a:ext>
            </a:extLst>
          </p:cNvPr>
          <p:cNvSpPr>
            <a:spLocks noChangeAspect="1"/>
          </p:cNvSpPr>
          <p:nvPr/>
        </p:nvSpPr>
        <p:spPr>
          <a:xfrm>
            <a:off x="1750817" y="137940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DAE3EB57-9F84-6021-F541-8E7C43588997}"/>
              </a:ext>
            </a:extLst>
          </p:cNvPr>
          <p:cNvSpPr txBox="1"/>
          <p:nvPr/>
        </p:nvSpPr>
        <p:spPr>
          <a:xfrm>
            <a:off x="3930517" y="297593"/>
            <a:ext cx="38792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MIN’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DA649F17-D406-7AC3-17A6-791C55DE7BD4}"/>
              </a:ext>
            </a:extLst>
          </p:cNvPr>
          <p:cNvSpPr txBox="1"/>
          <p:nvPr/>
        </p:nvSpPr>
        <p:spPr>
          <a:xfrm>
            <a:off x="4657858" y="296991"/>
            <a:ext cx="40235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 err="1">
                <a:solidFill>
                  <a:schemeClr val="bg1"/>
                </a:solidFill>
              </a:rPr>
              <a:t>T</a:t>
            </a:r>
            <a:r>
              <a:rPr lang="fr-FR" sz="1400" dirty="0">
                <a:solidFill>
                  <a:schemeClr val="bg1"/>
                </a:solidFill>
              </a:rPr>
              <a:t> / R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710AC65A-990B-68CC-2828-6D57F712B52D}"/>
              </a:ext>
            </a:extLst>
          </p:cNvPr>
          <p:cNvSpPr txBox="1"/>
          <p:nvPr/>
        </p:nvSpPr>
        <p:spPr>
          <a:xfrm>
            <a:off x="329064" y="4656249"/>
            <a:ext cx="175689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u="sng" dirty="0">
                <a:solidFill>
                  <a:schemeClr val="bg1"/>
                </a:solidFill>
              </a:rPr>
              <a:t>PROJECTION CLUB 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820C513E-A403-BDBA-C8AA-67E51142F0B4}"/>
              </a:ext>
            </a:extLst>
          </p:cNvPr>
          <p:cNvSpPr txBox="1"/>
          <p:nvPr/>
        </p:nvSpPr>
        <p:spPr>
          <a:xfrm>
            <a:off x="126293" y="5143939"/>
            <a:ext cx="51456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L1 OM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0148D301-E451-E6A4-2F77-84E8F8CACC67}"/>
              </a:ext>
            </a:extLst>
          </p:cNvPr>
          <p:cNvSpPr txBox="1"/>
          <p:nvPr/>
        </p:nvSpPr>
        <p:spPr>
          <a:xfrm>
            <a:off x="105317" y="5523907"/>
            <a:ext cx="44723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PRÊT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B0391404-6B98-D95F-9074-8D0ED013A01A}"/>
              </a:ext>
            </a:extLst>
          </p:cNvPr>
          <p:cNvSpPr txBox="1"/>
          <p:nvPr/>
        </p:nvSpPr>
        <p:spPr>
          <a:xfrm>
            <a:off x="120148" y="5903875"/>
            <a:ext cx="78867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VENTE %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550A7F3-AB95-36E9-F1E3-F8CA54882FAE}"/>
              </a:ext>
            </a:extLst>
          </p:cNvPr>
          <p:cNvSpPr txBox="1"/>
          <p:nvPr/>
        </p:nvSpPr>
        <p:spPr>
          <a:xfrm>
            <a:off x="5377785" y="290430"/>
            <a:ext cx="42159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B / A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AA5EAA3-FFCD-8EDC-3C64-A4C8DB45289E}"/>
              </a:ext>
            </a:extLst>
          </p:cNvPr>
          <p:cNvSpPr txBox="1"/>
          <p:nvPr/>
        </p:nvSpPr>
        <p:spPr>
          <a:xfrm>
            <a:off x="3298900" y="290430"/>
            <a:ext cx="13785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91B2FF96-4B79-C9EC-E657-1C13FBE72E84}"/>
              </a:ext>
            </a:extLst>
          </p:cNvPr>
          <p:cNvSpPr txBox="1"/>
          <p:nvPr/>
        </p:nvSpPr>
        <p:spPr>
          <a:xfrm>
            <a:off x="5984009" y="304527"/>
            <a:ext cx="66684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CJ / CR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064C6072-7A33-5A41-C07E-BD98AC589317}"/>
              </a:ext>
            </a:extLst>
          </p:cNvPr>
          <p:cNvSpPr>
            <a:spLocks noChangeAspect="1"/>
          </p:cNvSpPr>
          <p:nvPr/>
        </p:nvSpPr>
        <p:spPr>
          <a:xfrm>
            <a:off x="1451463" y="1753851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0C8ED3D4-E071-EF13-8F3A-9BEC38045BA6}"/>
              </a:ext>
            </a:extLst>
          </p:cNvPr>
          <p:cNvSpPr>
            <a:spLocks noChangeAspect="1"/>
          </p:cNvSpPr>
          <p:nvPr/>
        </p:nvSpPr>
        <p:spPr>
          <a:xfrm>
            <a:off x="1722163" y="1755947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33163C77-EFF0-FC5D-D351-A57B83E02315}"/>
              </a:ext>
            </a:extLst>
          </p:cNvPr>
          <p:cNvSpPr>
            <a:spLocks noChangeAspect="1"/>
          </p:cNvSpPr>
          <p:nvPr/>
        </p:nvSpPr>
        <p:spPr>
          <a:xfrm>
            <a:off x="1997307" y="90928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568634E-FA04-DBDB-38C6-9FDC6E4DB93D}"/>
              </a:ext>
            </a:extLst>
          </p:cNvPr>
          <p:cNvSpPr>
            <a:spLocks noChangeAspect="1"/>
          </p:cNvSpPr>
          <p:nvPr/>
        </p:nvSpPr>
        <p:spPr>
          <a:xfrm>
            <a:off x="1991897" y="172031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18D92854-5F72-BEC9-08AB-FAE5F0BA3F6E}"/>
              </a:ext>
            </a:extLst>
          </p:cNvPr>
          <p:cNvSpPr txBox="1"/>
          <p:nvPr/>
        </p:nvSpPr>
        <p:spPr>
          <a:xfrm>
            <a:off x="444489" y="3818549"/>
            <a:ext cx="33823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TAILLE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74BA2F9-0BCB-672F-49B8-C26A84AC6503}"/>
              </a:ext>
            </a:extLst>
          </p:cNvPr>
          <p:cNvSpPr txBox="1"/>
          <p:nvPr/>
        </p:nvSpPr>
        <p:spPr>
          <a:xfrm>
            <a:off x="454908" y="4208495"/>
            <a:ext cx="31739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POIDS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DAFA8D4B-8189-BE58-D461-70FFBC24AE46}"/>
              </a:ext>
            </a:extLst>
          </p:cNvPr>
          <p:cNvSpPr txBox="1"/>
          <p:nvPr/>
        </p:nvSpPr>
        <p:spPr>
          <a:xfrm>
            <a:off x="83012" y="3068169"/>
            <a:ext cx="10611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DATE DE NAISSANCE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6C3F7BDA-80BA-953E-C8CC-57CB99E9F61A}"/>
              </a:ext>
            </a:extLst>
          </p:cNvPr>
          <p:cNvSpPr txBox="1"/>
          <p:nvPr/>
        </p:nvSpPr>
        <p:spPr>
          <a:xfrm>
            <a:off x="350968" y="3440174"/>
            <a:ext cx="53700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PIED FORT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76FF3B73-D039-2041-F6D8-69D0B66353BE}"/>
              </a:ext>
            </a:extLst>
          </p:cNvPr>
          <p:cNvSpPr txBox="1"/>
          <p:nvPr/>
        </p:nvSpPr>
        <p:spPr>
          <a:xfrm>
            <a:off x="296774" y="2391492"/>
            <a:ext cx="575479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SÉLÉCTION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DF7F279-F065-C81D-F429-AAE0214FD3F0}"/>
              </a:ext>
            </a:extLst>
          </p:cNvPr>
          <p:cNvSpPr/>
          <p:nvPr/>
        </p:nvSpPr>
        <p:spPr>
          <a:xfrm>
            <a:off x="2744664" y="3158284"/>
            <a:ext cx="2719446" cy="304145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6A450459-001F-CEAC-BB0B-FD2C99E39E1E}"/>
              </a:ext>
            </a:extLst>
          </p:cNvPr>
          <p:cNvSpPr txBox="1"/>
          <p:nvPr/>
        </p:nvSpPr>
        <p:spPr>
          <a:xfrm>
            <a:off x="2780878" y="3177496"/>
            <a:ext cx="125835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TECHNIQUE OFF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73A1DBC0-68F2-3A35-34E3-C9C2FEC9944B}"/>
              </a:ext>
            </a:extLst>
          </p:cNvPr>
          <p:cNvSpPr/>
          <p:nvPr/>
        </p:nvSpPr>
        <p:spPr>
          <a:xfrm>
            <a:off x="5570160" y="3154311"/>
            <a:ext cx="2719446" cy="304145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80FD1F6B-EFD5-186B-9888-C863452D821A}"/>
              </a:ext>
            </a:extLst>
          </p:cNvPr>
          <p:cNvSpPr/>
          <p:nvPr/>
        </p:nvSpPr>
        <p:spPr>
          <a:xfrm>
            <a:off x="8395656" y="3158284"/>
            <a:ext cx="2719446" cy="3041453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7" name="ZoneTexte 116">
            <a:extLst>
              <a:ext uri="{FF2B5EF4-FFF2-40B4-BE49-F238E27FC236}">
                <a16:creationId xmlns:a16="http://schemas.microsoft.com/office/drawing/2014/main" id="{EC1F3198-23CE-2A34-A976-F394AE65FD6E}"/>
              </a:ext>
            </a:extLst>
          </p:cNvPr>
          <p:cNvSpPr txBox="1"/>
          <p:nvPr/>
        </p:nvSpPr>
        <p:spPr>
          <a:xfrm>
            <a:off x="5608257" y="3189688"/>
            <a:ext cx="125515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TECHNIQUE DEF</a:t>
            </a:r>
          </a:p>
        </p:txBody>
      </p:sp>
      <p:sp>
        <p:nvSpPr>
          <p:cNvPr id="118" name="ZoneTexte 117">
            <a:extLst>
              <a:ext uri="{FF2B5EF4-FFF2-40B4-BE49-F238E27FC236}">
                <a16:creationId xmlns:a16="http://schemas.microsoft.com/office/drawing/2014/main" id="{93493CB3-143C-892F-2A25-A065C75C8F38}"/>
              </a:ext>
            </a:extLst>
          </p:cNvPr>
          <p:cNvSpPr txBox="1"/>
          <p:nvPr/>
        </p:nvSpPr>
        <p:spPr>
          <a:xfrm>
            <a:off x="8431870" y="3189688"/>
            <a:ext cx="7790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TACTIQUE</a:t>
            </a:r>
          </a:p>
        </p:txBody>
      </p:sp>
      <p:sp>
        <p:nvSpPr>
          <p:cNvPr id="119" name="ZoneTexte 118">
            <a:extLst>
              <a:ext uri="{FF2B5EF4-FFF2-40B4-BE49-F238E27FC236}">
                <a16:creationId xmlns:a16="http://schemas.microsoft.com/office/drawing/2014/main" id="{5047ABEC-24F5-849A-F4AA-617A2CF2CBE3}"/>
              </a:ext>
            </a:extLst>
          </p:cNvPr>
          <p:cNvSpPr txBox="1"/>
          <p:nvPr/>
        </p:nvSpPr>
        <p:spPr>
          <a:xfrm>
            <a:off x="2980569" y="353423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long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1F011C35-0608-EE8D-D1BA-34472FB975FA}"/>
              </a:ext>
            </a:extLst>
          </p:cNvPr>
          <p:cNvSpPr/>
          <p:nvPr/>
        </p:nvSpPr>
        <p:spPr>
          <a:xfrm>
            <a:off x="4374654" y="3240047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F6701BA-698E-E472-F751-577397231057}"/>
              </a:ext>
            </a:extLst>
          </p:cNvPr>
          <p:cNvSpPr/>
          <p:nvPr/>
        </p:nvSpPr>
        <p:spPr>
          <a:xfrm>
            <a:off x="4612848" y="3253790"/>
            <a:ext cx="132154" cy="931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23" name="ZoneTexte 122">
            <a:extLst>
              <a:ext uri="{FF2B5EF4-FFF2-40B4-BE49-F238E27FC236}">
                <a16:creationId xmlns:a16="http://schemas.microsoft.com/office/drawing/2014/main" id="{68F7038E-3076-1327-F4DE-0FFF78B6DA89}"/>
              </a:ext>
            </a:extLst>
          </p:cNvPr>
          <p:cNvSpPr txBox="1"/>
          <p:nvPr/>
        </p:nvSpPr>
        <p:spPr>
          <a:xfrm>
            <a:off x="2980569" y="376035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court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021B2C4B-E53F-701A-7DD1-823739236C75}"/>
              </a:ext>
            </a:extLst>
          </p:cNvPr>
          <p:cNvSpPr txBox="1"/>
          <p:nvPr/>
        </p:nvSpPr>
        <p:spPr>
          <a:xfrm>
            <a:off x="2980569" y="3998094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Qualité de la 1</a:t>
            </a:r>
            <a:r>
              <a:rPr lang="fr-FR" sz="1000" baseline="30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ère</a:t>
            </a:r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touche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AC3720A5-7CA6-D1A8-16E1-951BB1BF91E5}"/>
              </a:ext>
            </a:extLst>
          </p:cNvPr>
          <p:cNvSpPr txBox="1"/>
          <p:nvPr/>
        </p:nvSpPr>
        <p:spPr>
          <a:xfrm>
            <a:off x="5765487" y="374292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Cadrage porteur / Pressing </a:t>
            </a:r>
          </a:p>
        </p:txBody>
      </p:sp>
      <p:sp>
        <p:nvSpPr>
          <p:cNvPr id="126" name="ZoneTexte 125">
            <a:extLst>
              <a:ext uri="{FF2B5EF4-FFF2-40B4-BE49-F238E27FC236}">
                <a16:creationId xmlns:a16="http://schemas.microsoft.com/office/drawing/2014/main" id="{947569B5-3926-0AA2-B3C7-223C35BBD9AC}"/>
              </a:ext>
            </a:extLst>
          </p:cNvPr>
          <p:cNvSpPr txBox="1"/>
          <p:nvPr/>
        </p:nvSpPr>
        <p:spPr>
          <a:xfrm>
            <a:off x="8665446" y="3472522"/>
            <a:ext cx="258639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Compréhension des espaces à utiliser</a:t>
            </a:r>
          </a:p>
        </p:txBody>
      </p:sp>
      <p:sp>
        <p:nvSpPr>
          <p:cNvPr id="127" name="ZoneTexte 126">
            <a:extLst>
              <a:ext uri="{FF2B5EF4-FFF2-40B4-BE49-F238E27FC236}">
                <a16:creationId xmlns:a16="http://schemas.microsoft.com/office/drawing/2014/main" id="{75AF3362-F169-169D-99E5-1DBA92F51F37}"/>
              </a:ext>
            </a:extLst>
          </p:cNvPr>
          <p:cNvSpPr txBox="1"/>
          <p:nvPr/>
        </p:nvSpPr>
        <p:spPr>
          <a:xfrm>
            <a:off x="8659351" y="370757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S’associer a ses partenaires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404D59F2-43AE-3553-3501-0A12DCE58320}"/>
              </a:ext>
            </a:extLst>
          </p:cNvPr>
          <p:cNvSpPr txBox="1"/>
          <p:nvPr/>
        </p:nvSpPr>
        <p:spPr>
          <a:xfrm>
            <a:off x="5765487" y="353306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Fermer les lignes de passes</a:t>
            </a:r>
          </a:p>
        </p:txBody>
      </p:sp>
      <p:sp>
        <p:nvSpPr>
          <p:cNvPr id="129" name="ZoneTexte 128">
            <a:extLst>
              <a:ext uri="{FF2B5EF4-FFF2-40B4-BE49-F238E27FC236}">
                <a16:creationId xmlns:a16="http://schemas.microsoft.com/office/drawing/2014/main" id="{8DD7947B-D49F-2CD4-E50C-7D0B5FF07E92}"/>
              </a:ext>
            </a:extLst>
          </p:cNvPr>
          <p:cNvSpPr txBox="1"/>
          <p:nvPr/>
        </p:nvSpPr>
        <p:spPr>
          <a:xfrm>
            <a:off x="8659351" y="395915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Prise d’informations</a:t>
            </a:r>
          </a:p>
        </p:txBody>
      </p:sp>
      <p:sp>
        <p:nvSpPr>
          <p:cNvPr id="130" name="ZoneTexte 129">
            <a:extLst>
              <a:ext uri="{FF2B5EF4-FFF2-40B4-BE49-F238E27FC236}">
                <a16:creationId xmlns:a16="http://schemas.microsoft.com/office/drawing/2014/main" id="{EC584359-4B73-0B54-C757-B1599F7AF824}"/>
              </a:ext>
            </a:extLst>
          </p:cNvPr>
          <p:cNvSpPr txBox="1"/>
          <p:nvPr/>
        </p:nvSpPr>
        <p:spPr>
          <a:xfrm>
            <a:off x="2980568" y="4236333"/>
            <a:ext cx="253656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Qualité de la conduite de balle</a:t>
            </a:r>
          </a:p>
        </p:txBody>
      </p:sp>
      <p:sp>
        <p:nvSpPr>
          <p:cNvPr id="131" name="ZoneTexte 130">
            <a:extLst>
              <a:ext uri="{FF2B5EF4-FFF2-40B4-BE49-F238E27FC236}">
                <a16:creationId xmlns:a16="http://schemas.microsoft.com/office/drawing/2014/main" id="{D66013AA-1689-0E8D-3CFC-FCA6B5EB7D4E}"/>
              </a:ext>
            </a:extLst>
          </p:cNvPr>
          <p:cNvSpPr txBox="1"/>
          <p:nvPr/>
        </p:nvSpPr>
        <p:spPr>
          <a:xfrm>
            <a:off x="2986665" y="446188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Technique sous pression</a:t>
            </a:r>
          </a:p>
        </p:txBody>
      </p:sp>
      <p:sp>
        <p:nvSpPr>
          <p:cNvPr id="132" name="ZoneTexte 131">
            <a:extLst>
              <a:ext uri="{FF2B5EF4-FFF2-40B4-BE49-F238E27FC236}">
                <a16:creationId xmlns:a16="http://schemas.microsoft.com/office/drawing/2014/main" id="{9BDFC286-A163-22DD-675C-93F279D14CBD}"/>
              </a:ext>
            </a:extLst>
          </p:cNvPr>
          <p:cNvSpPr txBox="1"/>
          <p:nvPr/>
        </p:nvSpPr>
        <p:spPr>
          <a:xfrm>
            <a:off x="2986665" y="468743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Efficacité en 1c1</a:t>
            </a:r>
          </a:p>
        </p:txBody>
      </p:sp>
      <p:sp>
        <p:nvSpPr>
          <p:cNvPr id="133" name="ZoneTexte 132">
            <a:extLst>
              <a:ext uri="{FF2B5EF4-FFF2-40B4-BE49-F238E27FC236}">
                <a16:creationId xmlns:a16="http://schemas.microsoft.com/office/drawing/2014/main" id="{2D2F8DAB-C5EC-8084-9062-4DB51FEEF73C}"/>
              </a:ext>
            </a:extLst>
          </p:cNvPr>
          <p:cNvSpPr txBox="1"/>
          <p:nvPr/>
        </p:nvSpPr>
        <p:spPr>
          <a:xfrm>
            <a:off x="8659351" y="419468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Détacher son regard du ballon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99CB4E0E-C59D-3D9D-0625-4726A7C9B732}"/>
              </a:ext>
            </a:extLst>
          </p:cNvPr>
          <p:cNvSpPr txBox="1"/>
          <p:nvPr/>
        </p:nvSpPr>
        <p:spPr>
          <a:xfrm>
            <a:off x="2986665" y="489426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Avant dernière et dernière passe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097DC7CF-003A-772A-AF34-5225477C36D1}"/>
              </a:ext>
            </a:extLst>
          </p:cNvPr>
          <p:cNvSpPr txBox="1"/>
          <p:nvPr/>
        </p:nvSpPr>
        <p:spPr>
          <a:xfrm>
            <a:off x="2997551" y="512286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Finition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119B3A0B-EF06-B5A0-CB6D-A70FEB47BF80}"/>
              </a:ext>
            </a:extLst>
          </p:cNvPr>
          <p:cNvSpPr txBox="1"/>
          <p:nvPr/>
        </p:nvSpPr>
        <p:spPr>
          <a:xfrm>
            <a:off x="2997551" y="534058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Attaque du but / de la surface</a:t>
            </a:r>
          </a:p>
        </p:txBody>
      </p:sp>
      <p:sp>
        <p:nvSpPr>
          <p:cNvPr id="137" name="ZoneTexte 136">
            <a:extLst>
              <a:ext uri="{FF2B5EF4-FFF2-40B4-BE49-F238E27FC236}">
                <a16:creationId xmlns:a16="http://schemas.microsoft.com/office/drawing/2014/main" id="{932930AC-6F08-7E3F-9EE2-CBB34E9151CE}"/>
              </a:ext>
            </a:extLst>
          </p:cNvPr>
          <p:cNvSpPr txBox="1"/>
          <p:nvPr/>
        </p:nvSpPr>
        <p:spPr>
          <a:xfrm>
            <a:off x="8647237" y="442618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Fermeture sur centre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E5DE5BCA-1B4B-3021-D74A-FDC70AA38DDD}"/>
              </a:ext>
            </a:extLst>
          </p:cNvPr>
          <p:cNvSpPr txBox="1"/>
          <p:nvPr/>
        </p:nvSpPr>
        <p:spPr>
          <a:xfrm>
            <a:off x="8647237" y="466303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Changement de statut</a:t>
            </a:r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7E230991-F2FE-182E-030B-AE5DF40F74EC}"/>
              </a:ext>
            </a:extLst>
          </p:cNvPr>
          <p:cNvSpPr txBox="1"/>
          <p:nvPr/>
        </p:nvSpPr>
        <p:spPr>
          <a:xfrm>
            <a:off x="5773408" y="395546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Aide défensive à son latéral</a:t>
            </a:r>
          </a:p>
        </p:txBody>
      </p:sp>
      <p:sp>
        <p:nvSpPr>
          <p:cNvPr id="140" name="ZoneTexte 139">
            <a:extLst>
              <a:ext uri="{FF2B5EF4-FFF2-40B4-BE49-F238E27FC236}">
                <a16:creationId xmlns:a16="http://schemas.microsoft.com/office/drawing/2014/main" id="{618ED907-2CE8-D666-26DF-D26B046BC4A2}"/>
              </a:ext>
            </a:extLst>
          </p:cNvPr>
          <p:cNvSpPr txBox="1"/>
          <p:nvPr/>
        </p:nvSpPr>
        <p:spPr>
          <a:xfrm>
            <a:off x="2997551" y="555524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Technique de centre</a:t>
            </a:r>
          </a:p>
        </p:txBody>
      </p:sp>
      <p:sp>
        <p:nvSpPr>
          <p:cNvPr id="141" name="ZoneTexte 140">
            <a:extLst>
              <a:ext uri="{FF2B5EF4-FFF2-40B4-BE49-F238E27FC236}">
                <a16:creationId xmlns:a16="http://schemas.microsoft.com/office/drawing/2014/main" id="{13F61E17-C92E-8DB0-6492-0FAC9643CC3E}"/>
              </a:ext>
            </a:extLst>
          </p:cNvPr>
          <p:cNvSpPr txBox="1"/>
          <p:nvPr/>
        </p:nvSpPr>
        <p:spPr>
          <a:xfrm>
            <a:off x="2997551" y="579777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Utilisation des deux pieds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353762A0-6B67-E966-35BE-DF73891EAE45}"/>
              </a:ext>
            </a:extLst>
          </p:cNvPr>
          <p:cNvSpPr txBox="1"/>
          <p:nvPr/>
        </p:nvSpPr>
        <p:spPr>
          <a:xfrm>
            <a:off x="2997551" y="6018054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Vitesse d’enchainement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6C504106-9986-CC33-EC49-B1830518071E}"/>
              </a:ext>
            </a:extLst>
          </p:cNvPr>
          <p:cNvSpPr/>
          <p:nvPr/>
        </p:nvSpPr>
        <p:spPr>
          <a:xfrm>
            <a:off x="4177634" y="3225867"/>
            <a:ext cx="132154" cy="931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C2E66F2-4E92-2195-4B1C-C5BCE15985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576" y="870628"/>
            <a:ext cx="463437" cy="44895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E83D6F4F-2BE0-381C-D25B-FD1640CC43A6}"/>
              </a:ext>
            </a:extLst>
          </p:cNvPr>
          <p:cNvSpPr/>
          <p:nvPr/>
        </p:nvSpPr>
        <p:spPr>
          <a:xfrm>
            <a:off x="3144999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31EDCDC-CF30-8358-C8E7-809F67C05CEF}"/>
              </a:ext>
            </a:extLst>
          </p:cNvPr>
          <p:cNvSpPr/>
          <p:nvPr/>
        </p:nvSpPr>
        <p:spPr>
          <a:xfrm>
            <a:off x="3874544" y="573910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75F4419-65F4-2717-C764-9D0E01C8DA07}"/>
              </a:ext>
            </a:extLst>
          </p:cNvPr>
          <p:cNvSpPr/>
          <p:nvPr/>
        </p:nvSpPr>
        <p:spPr>
          <a:xfrm>
            <a:off x="4609099" y="56781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ED4BCCF-8DBB-C5C1-87E1-7D1AEB2C3499}"/>
              </a:ext>
            </a:extLst>
          </p:cNvPr>
          <p:cNvSpPr/>
          <p:nvPr/>
        </p:nvSpPr>
        <p:spPr>
          <a:xfrm>
            <a:off x="5338644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21EE14F-2872-2485-7AA7-41FC4A0E3A51}"/>
              </a:ext>
            </a:extLst>
          </p:cNvPr>
          <p:cNvSpPr/>
          <p:nvPr/>
        </p:nvSpPr>
        <p:spPr>
          <a:xfrm>
            <a:off x="6067498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67" name="Graphique 66">
            <a:extLst>
              <a:ext uri="{FF2B5EF4-FFF2-40B4-BE49-F238E27FC236}">
                <a16:creationId xmlns:a16="http://schemas.microsoft.com/office/drawing/2014/main" id="{0A9AE869-3921-DA8E-A128-BA9C18FDC9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34742" y="563556"/>
            <a:ext cx="307072" cy="307072"/>
          </a:xfrm>
          <a:prstGeom prst="rect">
            <a:avLst/>
          </a:prstGeom>
        </p:spPr>
      </p:pic>
      <p:sp>
        <p:nvSpPr>
          <p:cNvPr id="68" name="Rectangle 67">
            <a:extLst>
              <a:ext uri="{FF2B5EF4-FFF2-40B4-BE49-F238E27FC236}">
                <a16:creationId xmlns:a16="http://schemas.microsoft.com/office/drawing/2014/main" id="{ABD2183F-446F-614D-C114-1FA65D91093C}"/>
              </a:ext>
            </a:extLst>
          </p:cNvPr>
          <p:cNvSpPr/>
          <p:nvPr/>
        </p:nvSpPr>
        <p:spPr>
          <a:xfrm>
            <a:off x="3144999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5A3D084B-B868-1A27-E541-C27D5E63CB30}"/>
              </a:ext>
            </a:extLst>
          </p:cNvPr>
          <p:cNvSpPr/>
          <p:nvPr/>
        </p:nvSpPr>
        <p:spPr>
          <a:xfrm>
            <a:off x="3874544" y="98234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D22E59C3-F583-792D-1A83-F9B35CD35B24}"/>
              </a:ext>
            </a:extLst>
          </p:cNvPr>
          <p:cNvSpPr/>
          <p:nvPr/>
        </p:nvSpPr>
        <p:spPr>
          <a:xfrm>
            <a:off x="4609099" y="97624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E56C393C-EE3D-FEB3-7035-E4179A158C85}"/>
              </a:ext>
            </a:extLst>
          </p:cNvPr>
          <p:cNvSpPr/>
          <p:nvPr/>
        </p:nvSpPr>
        <p:spPr>
          <a:xfrm>
            <a:off x="5338644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D0F6CCEB-9B3E-9548-ED90-2C0187D71A6C}"/>
              </a:ext>
            </a:extLst>
          </p:cNvPr>
          <p:cNvSpPr/>
          <p:nvPr/>
        </p:nvSpPr>
        <p:spPr>
          <a:xfrm>
            <a:off x="6067498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F5BD0A6A-216B-0C12-274B-9C124F687214}"/>
              </a:ext>
            </a:extLst>
          </p:cNvPr>
          <p:cNvSpPr/>
          <p:nvPr/>
        </p:nvSpPr>
        <p:spPr>
          <a:xfrm>
            <a:off x="3144999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1DF75A65-A527-3EC6-A412-B41AFCD9E6E7}"/>
              </a:ext>
            </a:extLst>
          </p:cNvPr>
          <p:cNvSpPr/>
          <p:nvPr/>
        </p:nvSpPr>
        <p:spPr>
          <a:xfrm>
            <a:off x="3874544" y="140906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AE197D85-AF0D-6F32-9176-17C6B9CE8994}"/>
              </a:ext>
            </a:extLst>
          </p:cNvPr>
          <p:cNvSpPr/>
          <p:nvPr/>
        </p:nvSpPr>
        <p:spPr>
          <a:xfrm>
            <a:off x="4609099" y="140296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E8FE5563-44A8-1B21-A958-2421228CB781}"/>
              </a:ext>
            </a:extLst>
          </p:cNvPr>
          <p:cNvSpPr/>
          <p:nvPr/>
        </p:nvSpPr>
        <p:spPr>
          <a:xfrm>
            <a:off x="5338644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451A4C07-E6B6-4443-FCC1-FD7F3D960154}"/>
              </a:ext>
            </a:extLst>
          </p:cNvPr>
          <p:cNvSpPr/>
          <p:nvPr/>
        </p:nvSpPr>
        <p:spPr>
          <a:xfrm>
            <a:off x="6067498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3E77062B-704F-38AA-029D-7ADEF9AF6328}"/>
              </a:ext>
            </a:extLst>
          </p:cNvPr>
          <p:cNvSpPr/>
          <p:nvPr/>
        </p:nvSpPr>
        <p:spPr>
          <a:xfrm>
            <a:off x="3144999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3760A807-72E6-2110-861C-81043BD91CE4}"/>
              </a:ext>
            </a:extLst>
          </p:cNvPr>
          <p:cNvSpPr/>
          <p:nvPr/>
        </p:nvSpPr>
        <p:spPr>
          <a:xfrm>
            <a:off x="3874544" y="183578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69C3C884-65BB-A09C-0AD5-D0A50ED80AAB}"/>
              </a:ext>
            </a:extLst>
          </p:cNvPr>
          <p:cNvSpPr/>
          <p:nvPr/>
        </p:nvSpPr>
        <p:spPr>
          <a:xfrm>
            <a:off x="4609099" y="182968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9DE1F0F9-BB8D-52B8-6333-8C1673DD7390}"/>
              </a:ext>
            </a:extLst>
          </p:cNvPr>
          <p:cNvSpPr/>
          <p:nvPr/>
        </p:nvSpPr>
        <p:spPr>
          <a:xfrm>
            <a:off x="5338644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F5C33648-C2C1-321C-67BD-EE5583FE6870}"/>
              </a:ext>
            </a:extLst>
          </p:cNvPr>
          <p:cNvSpPr/>
          <p:nvPr/>
        </p:nvSpPr>
        <p:spPr>
          <a:xfrm>
            <a:off x="6067498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191" name="Image 190">
            <a:extLst>
              <a:ext uri="{FF2B5EF4-FFF2-40B4-BE49-F238E27FC236}">
                <a16:creationId xmlns:a16="http://schemas.microsoft.com/office/drawing/2014/main" id="{A14121D7-F259-F5DB-66A9-088A23E1BB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42463" y="1369788"/>
            <a:ext cx="293945" cy="277870"/>
          </a:xfrm>
          <a:prstGeom prst="rect">
            <a:avLst/>
          </a:prstGeom>
        </p:spPr>
      </p:pic>
      <p:pic>
        <p:nvPicPr>
          <p:cNvPr id="192" name="Image 191">
            <a:extLst>
              <a:ext uri="{FF2B5EF4-FFF2-40B4-BE49-F238E27FC236}">
                <a16:creationId xmlns:a16="http://schemas.microsoft.com/office/drawing/2014/main" id="{7AC2984E-988D-F530-B72E-DC32001208A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424" y="1729743"/>
            <a:ext cx="464634" cy="44895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D5121A6-C88D-03B5-61A3-27E864675948}"/>
              </a:ext>
            </a:extLst>
          </p:cNvPr>
          <p:cNvSpPr/>
          <p:nvPr/>
        </p:nvSpPr>
        <p:spPr>
          <a:xfrm>
            <a:off x="3139227" y="2234491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9C2D06-A274-6C32-26F7-16F41A688024}"/>
              </a:ext>
            </a:extLst>
          </p:cNvPr>
          <p:cNvSpPr/>
          <p:nvPr/>
        </p:nvSpPr>
        <p:spPr>
          <a:xfrm>
            <a:off x="3868772" y="222839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F83A76-CD71-6960-F318-EEEA06D615CC}"/>
              </a:ext>
            </a:extLst>
          </p:cNvPr>
          <p:cNvSpPr/>
          <p:nvPr/>
        </p:nvSpPr>
        <p:spPr>
          <a:xfrm>
            <a:off x="4603327" y="2222298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F0F8F8-E452-D37D-7649-D0F968849436}"/>
              </a:ext>
            </a:extLst>
          </p:cNvPr>
          <p:cNvSpPr/>
          <p:nvPr/>
        </p:nvSpPr>
        <p:spPr>
          <a:xfrm>
            <a:off x="5332872" y="2234491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864E27-A0DE-8E61-B6FB-C2990A2C8E39}"/>
              </a:ext>
            </a:extLst>
          </p:cNvPr>
          <p:cNvSpPr/>
          <p:nvPr/>
        </p:nvSpPr>
        <p:spPr>
          <a:xfrm>
            <a:off x="6061726" y="2234491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585F8165-9494-9714-BCAE-83A3C749329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76656" y="2228005"/>
            <a:ext cx="222863" cy="278579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8C57891F-573E-5059-CC81-24928CD0934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7026" y="2201977"/>
            <a:ext cx="296513" cy="298061"/>
          </a:xfrm>
          <a:prstGeom prst="rect">
            <a:avLst/>
          </a:prstGeom>
        </p:spPr>
      </p:pic>
      <p:pic>
        <p:nvPicPr>
          <p:cNvPr id="51" name="Graphique 50">
            <a:extLst>
              <a:ext uri="{FF2B5EF4-FFF2-40B4-BE49-F238E27FC236}">
                <a16:creationId xmlns:a16="http://schemas.microsoft.com/office/drawing/2014/main" id="{DA05E312-F69C-752E-ED37-26FFF94653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75040" y="2732750"/>
            <a:ext cx="211222" cy="211222"/>
          </a:xfrm>
          <a:prstGeom prst="rect">
            <a:avLst/>
          </a:prstGeom>
        </p:spPr>
      </p:pic>
      <p:sp>
        <p:nvSpPr>
          <p:cNvPr id="52" name="ZoneTexte 51">
            <a:extLst>
              <a:ext uri="{FF2B5EF4-FFF2-40B4-BE49-F238E27FC236}">
                <a16:creationId xmlns:a16="http://schemas.microsoft.com/office/drawing/2014/main" id="{FB382D31-E9D5-5F94-250A-71098BABADA3}"/>
              </a:ext>
            </a:extLst>
          </p:cNvPr>
          <p:cNvSpPr txBox="1"/>
          <p:nvPr/>
        </p:nvSpPr>
        <p:spPr>
          <a:xfrm>
            <a:off x="2881791" y="2767753"/>
            <a:ext cx="272645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Hors compétitions officielles</a:t>
            </a:r>
          </a:p>
        </p:txBody>
      </p:sp>
      <p:sp>
        <p:nvSpPr>
          <p:cNvPr id="33" name="ZoneTexte 22">
            <a:extLst>
              <a:ext uri="{FF2B5EF4-FFF2-40B4-BE49-F238E27FC236}">
                <a16:creationId xmlns:a16="http://schemas.microsoft.com/office/drawing/2014/main" id="{82FFC587-D241-A14F-CEBF-1A5ABE759EF3}"/>
              </a:ext>
            </a:extLst>
          </p:cNvPr>
          <p:cNvSpPr txBox="1"/>
          <p:nvPr/>
        </p:nvSpPr>
        <p:spPr>
          <a:xfrm>
            <a:off x="1322041" y="3030961"/>
            <a:ext cx="856004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08.05.2008</a:t>
            </a:r>
            <a:endParaRPr dirty="0"/>
          </a:p>
        </p:txBody>
      </p:sp>
      <p:sp>
        <p:nvSpPr>
          <p:cNvPr id="45" name="ZoneTexte 22">
            <a:extLst>
              <a:ext uri="{FF2B5EF4-FFF2-40B4-BE49-F238E27FC236}">
                <a16:creationId xmlns:a16="http://schemas.microsoft.com/office/drawing/2014/main" id="{AF2FE384-5D36-A47A-DC94-DD94F4BB9A58}"/>
              </a:ext>
            </a:extLst>
          </p:cNvPr>
          <p:cNvSpPr txBox="1"/>
          <p:nvPr/>
        </p:nvSpPr>
        <p:spPr>
          <a:xfrm>
            <a:off x="1482925" y="3385101"/>
            <a:ext cx="376022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dirty="0"/>
              <a:t>Droit</a:t>
            </a:r>
          </a:p>
        </p:txBody>
      </p:sp>
      <p:sp>
        <p:nvSpPr>
          <p:cNvPr id="46" name="ZoneTexte 22">
            <a:extLst>
              <a:ext uri="{FF2B5EF4-FFF2-40B4-BE49-F238E27FC236}">
                <a16:creationId xmlns:a16="http://schemas.microsoft.com/office/drawing/2014/main" id="{7B5C2664-CB3D-6455-C718-C75020608161}"/>
              </a:ext>
            </a:extLst>
          </p:cNvPr>
          <p:cNvSpPr txBox="1"/>
          <p:nvPr/>
        </p:nvSpPr>
        <p:spPr>
          <a:xfrm>
            <a:off x="1399146" y="3765633"/>
            <a:ext cx="59792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173.4CM</a:t>
            </a:r>
            <a:endParaRPr dirty="0"/>
          </a:p>
        </p:txBody>
      </p:sp>
      <p:sp>
        <p:nvSpPr>
          <p:cNvPr id="47" name="ZoneTexte 22">
            <a:extLst>
              <a:ext uri="{FF2B5EF4-FFF2-40B4-BE49-F238E27FC236}">
                <a16:creationId xmlns:a16="http://schemas.microsoft.com/office/drawing/2014/main" id="{913D510E-9694-1AF4-7ADE-B7091BE0DA5F}"/>
              </a:ext>
            </a:extLst>
          </p:cNvPr>
          <p:cNvSpPr txBox="1"/>
          <p:nvPr/>
        </p:nvSpPr>
        <p:spPr>
          <a:xfrm>
            <a:off x="1428487" y="4180555"/>
            <a:ext cx="535403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lang="fr-FR"/>
              <a:t>69.4KG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23577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enutzerdefiniert 90">
      <a:dk1>
        <a:sysClr val="windowText" lastClr="000000"/>
      </a:dk1>
      <a:lt1>
        <a:sysClr val="window" lastClr="FFFFFF"/>
      </a:lt1>
      <a:dk2>
        <a:srgbClr val="7F7F7F"/>
      </a:dk2>
      <a:lt2>
        <a:srgbClr val="D8D8D8"/>
      </a:lt2>
      <a:accent1>
        <a:srgbClr val="0B4A89"/>
      </a:accent1>
      <a:accent2>
        <a:srgbClr val="0B61AC"/>
      </a:accent2>
      <a:accent3>
        <a:srgbClr val="3C81BD"/>
      </a:accent3>
      <a:accent4>
        <a:srgbClr val="6DA0CD"/>
      </a:accent4>
      <a:accent5>
        <a:srgbClr val="9DC0DE"/>
      </a:accent5>
      <a:accent6>
        <a:srgbClr val="CEDFEE"/>
      </a:accent6>
      <a:hlink>
        <a:srgbClr val="000000"/>
      </a:hlink>
      <a:folHlink>
        <a:srgbClr val="000000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288000" tIns="144000" rIns="144000" bIns="144000" rtlCol="0" anchor="t" anchorCtr="0"/>
      <a:lstStyle>
        <a:defPPr algn="l">
          <a:defRPr sz="14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M_PowerPoint_2026-02-27.potx" id="{DF3612FC-EDCE-4203-8D57-49F1927BD6EC}" vid="{48407813-946E-4201-8363-4C3D5CF0F9C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84ACF31B36D74C8A8D9F1563B7614F" ma:contentTypeVersion="14" ma:contentTypeDescription="Crée un document." ma:contentTypeScope="" ma:versionID="6944943d1de8f9ba8dc321df97983e02">
  <xsd:schema xmlns:xsd="http://www.w3.org/2001/XMLSchema" xmlns:xs="http://www.w3.org/2001/XMLSchema" xmlns:p="http://schemas.microsoft.com/office/2006/metadata/properties" xmlns:ns2="1d40e6f8-d294-4e0a-a4ec-60755aee44ca" xmlns:ns3="d2aa4942-3767-4fb4-b828-61a76fcbf9df" targetNamespace="http://schemas.microsoft.com/office/2006/metadata/properties" ma:root="true" ma:fieldsID="711673d70673af0f64fe2a8d88156ea9" ns2:_="" ns3:_="">
    <xsd:import namespace="1d40e6f8-d294-4e0a-a4ec-60755aee44ca"/>
    <xsd:import namespace="d2aa4942-3767-4fb4-b828-61a76fcbf9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40e6f8-d294-4e0a-a4ec-60755aee44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Balises d’images" ma:readOnly="false" ma:fieldId="{5cf76f15-5ced-4ddc-b409-7134ff3c332f}" ma:taxonomyMulti="true" ma:sspId="f88b8358-9c83-4b24-b5de-0c1930eec4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aa4942-3767-4fb4-b828-61a76fcbf9df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6f857251-e8ee-4f1b-b7b7-9c85b1efc469}" ma:internalName="TaxCatchAll" ma:showField="CatchAllData" ma:web="d2aa4942-3767-4fb4-b828-61a76fcbf9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2aa4942-3767-4fb4-b828-61a76fcbf9df" xsi:nil="true"/>
    <lcf76f155ced4ddcb4097134ff3c332f xmlns="1d40e6f8-d294-4e0a-a4ec-60755aee44c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0371EAD-D329-4D52-AE09-9178E65A3A5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D1A8329-A9E8-4183-AE08-3C033A4AF0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40e6f8-d294-4e0a-a4ec-60755aee44ca"/>
    <ds:schemaRef ds:uri="d2aa4942-3767-4fb4-b828-61a76fcbf9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E9B66EE-43D2-49FF-898E-DCD517785142}">
  <ds:schemaRefs>
    <ds:schemaRef ds:uri="d2aa4942-3767-4fb4-b828-61a76fcbf9df"/>
    <ds:schemaRef ds:uri="http://purl.org/dc/elements/1.1/"/>
    <ds:schemaRef ds:uri="http://purl.org/dc/terms/"/>
    <ds:schemaRef ds:uri="1d40e6f8-d294-4e0a-a4ec-60755aee44ca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5</TotalTime>
  <Words>133</Words>
  <Application>Microsoft Macintosh PowerPoint</Application>
  <PresentationFormat>Grand écran</PresentationFormat>
  <Paragraphs>49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OM Marseille Medium</vt:lpstr>
      <vt:lpstr>OM Marseille Light</vt:lpstr>
      <vt:lpstr>Office</vt:lpstr>
      <vt:lpstr>ÉVALUATION INDIVIDUALISATION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Genty</dc:creator>
  <cp:lastModifiedBy>Lucas Genty</cp:lastModifiedBy>
  <cp:revision>4</cp:revision>
  <dcterms:created xsi:type="dcterms:W3CDTF">2026-08-04T15:31:34Z</dcterms:created>
  <dcterms:modified xsi:type="dcterms:W3CDTF">2026-08-06T07:37:31Z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0x0101004D84ACF31B36D74C8A8D9F1563B7614F</vt:lpwstr>
  </property>
  <property fmtid="{D5CDD505-2E9C-101B-9397-08002B2CF9AE}" pid="3" name="MediaServiceImageTags">
    <vt:lpwstr/>
  </property>
</Properties>
</file>