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427" r:id="rId5"/>
    <p:sldId id="304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30C6E-FF14-9A48-A06F-0DA54BE7A351}" v="1" dt="2026-08-06T07:23:30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 showGuides="1">
      <p:cViewPr varScale="1">
        <p:scale>
          <a:sx n="105" d="100"/>
          <a:sy n="105" d="100"/>
        </p:scale>
        <p:origin x="472" y="5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custSel modSld">
      <pc:chgData name="Lucas Genty" userId="0ff89410-5e71-4be0-bd77-4c071ba329e4" providerId="ADAL" clId="{299A151C-5B74-5660-9229-42BC38DFE690}" dt="2026-08-06T07:23:55.206" v="35" actId="20577"/>
      <pc:docMkLst>
        <pc:docMk/>
      </pc:docMkLst>
      <pc:sldChg chg="addSp delSp modSp mod">
        <pc:chgData name="Lucas Genty" userId="0ff89410-5e71-4be0-bd77-4c071ba329e4" providerId="ADAL" clId="{299A151C-5B74-5660-9229-42BC38DFE690}" dt="2026-08-06T07:23:55.206" v="35" actId="20577"/>
        <pc:sldMkLst>
          <pc:docMk/>
          <pc:sldMk cId="3281554777" sldId="304"/>
        </pc:sldMkLst>
        <pc:spChg chg="del">
          <ac:chgData name="Lucas Genty" userId="0ff89410-5e71-4be0-bd77-4c071ba329e4" providerId="ADAL" clId="{299A151C-5B74-5660-9229-42BC38DFE690}" dt="2026-08-06T07:23:29.900" v="1" actId="478"/>
          <ac:spMkLst>
            <pc:docMk/>
            <pc:sldMk cId="3281554777" sldId="304"/>
            <ac:spMk id="12" creationId="{BFAD4DE2-62E0-F2EA-9418-0C9BD54932E9}"/>
          </ac:spMkLst>
        </pc:spChg>
        <pc:spChg chg="del">
          <ac:chgData name="Lucas Genty" userId="0ff89410-5e71-4be0-bd77-4c071ba329e4" providerId="ADAL" clId="{299A151C-5B74-5660-9229-42BC38DFE690}" dt="2026-08-06T07:23:29.900" v="1" actId="478"/>
          <ac:spMkLst>
            <pc:docMk/>
            <pc:sldMk cId="3281554777" sldId="304"/>
            <ac:spMk id="13" creationId="{C66BF19B-7F5F-4780-4048-D7440475569F}"/>
          </ac:spMkLst>
        </pc:spChg>
        <pc:spChg chg="del">
          <ac:chgData name="Lucas Genty" userId="0ff89410-5e71-4be0-bd77-4c071ba329e4" providerId="ADAL" clId="{299A151C-5B74-5660-9229-42BC38DFE690}" dt="2026-08-06T07:23:29.900" v="1" actId="478"/>
          <ac:spMkLst>
            <pc:docMk/>
            <pc:sldMk cId="3281554777" sldId="304"/>
            <ac:spMk id="14" creationId="{BC621EC2-EDD8-572B-0A86-B06BE3C35F84}"/>
          </ac:spMkLst>
        </pc:spChg>
        <pc:spChg chg="del">
          <ac:chgData name="Lucas Genty" userId="0ff89410-5e71-4be0-bd77-4c071ba329e4" providerId="ADAL" clId="{299A151C-5B74-5660-9229-42BC38DFE690}" dt="2026-08-06T07:23:26.079" v="0" actId="478"/>
          <ac:spMkLst>
            <pc:docMk/>
            <pc:sldMk cId="3281554777" sldId="304"/>
            <ac:spMk id="25" creationId="{F2563AEF-636C-1C2E-C187-DAAAF3E65F8F}"/>
          </ac:spMkLst>
        </pc:spChg>
        <pc:spChg chg="add mod">
          <ac:chgData name="Lucas Genty" userId="0ff89410-5e71-4be0-bd77-4c071ba329e4" providerId="ADAL" clId="{299A151C-5B74-5660-9229-42BC38DFE690}" dt="2026-08-06T07:23:38.572" v="12" actId="20577"/>
          <ac:spMkLst>
            <pc:docMk/>
            <pc:sldMk cId="3281554777" sldId="304"/>
            <ac:spMk id="29" creationId="{36744091-D2BC-6526-EF11-07B6430CC792}"/>
          </ac:spMkLst>
        </pc:spChg>
        <pc:spChg chg="add mod">
          <ac:chgData name="Lucas Genty" userId="0ff89410-5e71-4be0-bd77-4c071ba329e4" providerId="ADAL" clId="{299A151C-5B74-5660-9229-42BC38DFE690}" dt="2026-08-06T07:23:43.513" v="18" actId="20577"/>
          <ac:spMkLst>
            <pc:docMk/>
            <pc:sldMk cId="3281554777" sldId="304"/>
            <ac:spMk id="30" creationId="{C38DD410-3D6A-52B4-C317-AED3F4EF1228}"/>
          </ac:spMkLst>
        </pc:spChg>
        <pc:spChg chg="add mod">
          <ac:chgData name="Lucas Genty" userId="0ff89410-5e71-4be0-bd77-4c071ba329e4" providerId="ADAL" clId="{299A151C-5B74-5660-9229-42BC38DFE690}" dt="2026-08-06T07:23:48.733" v="27" actId="20577"/>
          <ac:spMkLst>
            <pc:docMk/>
            <pc:sldMk cId="3281554777" sldId="304"/>
            <ac:spMk id="31" creationId="{60529055-6CFD-CAB8-AAE6-4B1B1494818F}"/>
          </ac:spMkLst>
        </pc:spChg>
        <pc:spChg chg="add mod">
          <ac:chgData name="Lucas Genty" userId="0ff89410-5e71-4be0-bd77-4c071ba329e4" providerId="ADAL" clId="{299A151C-5B74-5660-9229-42BC38DFE690}" dt="2026-08-06T07:23:55.206" v="35" actId="20577"/>
          <ac:spMkLst>
            <pc:docMk/>
            <pc:sldMk cId="3281554777" sldId="304"/>
            <ac:spMk id="33" creationId="{62EB5D8C-BE6D-6073-E831-BD542588B7C0}"/>
          </ac:spMkLst>
        </pc:spChg>
        <pc:spChg chg="del">
          <ac:chgData name="Lucas Genty" userId="0ff89410-5e71-4be0-bd77-4c071ba329e4" providerId="ADAL" clId="{299A151C-5B74-5660-9229-42BC38DFE690}" dt="2026-08-06T07:23:26.079" v="0" actId="478"/>
          <ac:spMkLst>
            <pc:docMk/>
            <pc:sldMk cId="3281554777" sldId="304"/>
            <ac:spMk id="97" creationId="{D8423563-6322-FE04-4B1D-A3F69738F0FC}"/>
          </ac:spMkLst>
        </pc:spChg>
        <pc:spChg chg="del">
          <ac:chgData name="Lucas Genty" userId="0ff89410-5e71-4be0-bd77-4c071ba329e4" providerId="ADAL" clId="{299A151C-5B74-5660-9229-42BC38DFE690}" dt="2026-08-06T07:23:26.079" v="0" actId="478"/>
          <ac:spMkLst>
            <pc:docMk/>
            <pc:sldMk cId="3281554777" sldId="304"/>
            <ac:spMk id="98" creationId="{B8E19DAE-F292-9136-E4C4-F6FD66A176F6}"/>
          </ac:spMkLst>
        </pc:spChg>
        <pc:spChg chg="del">
          <ac:chgData name="Lucas Genty" userId="0ff89410-5e71-4be0-bd77-4c071ba329e4" providerId="ADAL" clId="{299A151C-5B74-5660-9229-42BC38DFE690}" dt="2026-08-06T07:23:26.079" v="0" actId="478"/>
          <ac:spMkLst>
            <pc:docMk/>
            <pc:sldMk cId="3281554777" sldId="304"/>
            <ac:spMk id="99" creationId="{668A6B1A-0CD2-D1A9-09A5-AFCFB0E67530}"/>
          </ac:spMkLst>
        </pc:spChg>
        <pc:spChg chg="del">
          <ac:chgData name="Lucas Genty" userId="0ff89410-5e71-4be0-bd77-4c071ba329e4" providerId="ADAL" clId="{299A151C-5B74-5660-9229-42BC38DFE690}" dt="2026-08-06T07:23:29.900" v="1" actId="478"/>
          <ac:spMkLst>
            <pc:docMk/>
            <pc:sldMk cId="3281554777" sldId="304"/>
            <ac:spMk id="100" creationId="{8D023BBE-3554-5283-9D17-CA6BE4DFBC6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3279-C94A-BE8A-1E96BA248E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ANIS DOUBAL</a:t>
            </a:r>
          </a:p>
          <a:p>
            <a:r>
              <a:rPr lang="fr-FR" noProof="0" dirty="0"/>
              <a:t>SAISON 2026 / 2027</a:t>
            </a:r>
          </a:p>
        </p:txBody>
      </p:sp>
    </p:spTree>
    <p:extLst>
      <p:ext uri="{BB962C8B-B14F-4D97-AF65-F5344CB8AC3E}">
        <p14:creationId xmlns:p14="http://schemas.microsoft.com/office/powerpoint/2010/main" val="981023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4C96D-112D-D844-F4C0-88860BEC0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aphique 9">
            <a:extLst>
              <a:ext uri="{FF2B5EF4-FFF2-40B4-BE49-F238E27FC236}">
                <a16:creationId xmlns:a16="http://schemas.microsoft.com/office/drawing/2014/main" id="{97D1623A-2DB0-3E40-1EA4-3526C92BD9F5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20FB1D9-86D6-ECC7-730F-CCC80219473E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12887B79-EB43-0CF0-3B88-6844DBD4EE80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2AECC0E-D207-BB06-14EA-70753B3CAEF9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F4445A0D-FD28-B2BB-B943-67F0303109EC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C4332F4-A521-9B8A-8C3D-1963C165DFAE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11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BE527123-89E6-B38F-CD93-30B69B90FDA3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2E5F1387-0031-CF0D-CB7B-1CBD54653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5C6CD34F-DD1C-1C07-CD5C-72B43EF5EA40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317284F5-5520-BFA6-716C-CC47D3A85936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4434A97F-9C4D-E61B-AD55-B72C11A1CB83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58C8E2BC-138C-1E48-335F-130C80698E4C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6DEC74C6-59FE-41A5-7E67-B7583894F8E1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A8752854-3E9F-D89B-3A36-1DA6B8FA7E63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F8D5E19D-027E-D6B5-3D50-A13F007C37A0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10F1EFE-3CEE-9CB9-50F8-F26CE68F8842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F5509080-83E2-14F0-9984-72CAFB09B999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103FE7F7-57BE-6D34-4D69-0A5ABB3BB141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5714B450-EA90-FF70-04DA-4B09FBF04D60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503214BF-EC13-41A7-C8AE-F81B4F8B831C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5A0D976D-360E-A203-A221-D386FD110BE7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1A00D79A-A513-9F09-9A21-2C032B9D9419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0D514809-B6B0-C6C9-89A6-69FB2CBE9D91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29B976AC-19A0-B86F-705A-E35B1557E615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A3DBBE18-E253-6AE0-643F-2F02A8379A59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FF4B35EF-12F1-4C2E-6012-76D7C0076FBA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A72AA5F6-49AA-5687-5D26-85C362A9167A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E3F8213B-00DF-4274-5638-082FDA36D8D3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F45BE6B-BD3E-81F8-99CA-F0E8C8B4DA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20C09AC-61D8-EC57-25A0-6316791D13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40" y="2299735"/>
            <a:ext cx="410319" cy="274093"/>
          </a:xfrm>
          <a:prstGeom prst="rect">
            <a:avLst/>
          </a:prstGeom>
        </p:spPr>
      </p:pic>
      <p:sp>
        <p:nvSpPr>
          <p:cNvPr id="152" name="Rectangle 151">
            <a:extLst>
              <a:ext uri="{FF2B5EF4-FFF2-40B4-BE49-F238E27FC236}">
                <a16:creationId xmlns:a16="http://schemas.microsoft.com/office/drawing/2014/main" id="{37AFE53C-2268-ADDF-7152-F21461F01731}"/>
              </a:ext>
            </a:extLst>
          </p:cNvPr>
          <p:cNvSpPr/>
          <p:nvPr/>
        </p:nvSpPr>
        <p:spPr>
          <a:xfrm>
            <a:off x="2858533" y="3230607"/>
            <a:ext cx="2719446" cy="2721848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F423EEBF-881E-A08F-D5E8-04A849B042B5}"/>
              </a:ext>
            </a:extLst>
          </p:cNvPr>
          <p:cNvSpPr txBox="1"/>
          <p:nvPr/>
        </p:nvSpPr>
        <p:spPr>
          <a:xfrm>
            <a:off x="2894747" y="3249818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7F0B80E-BDC7-CD0B-F369-F477A77E034F}"/>
              </a:ext>
            </a:extLst>
          </p:cNvPr>
          <p:cNvSpPr/>
          <p:nvPr/>
        </p:nvSpPr>
        <p:spPr>
          <a:xfrm>
            <a:off x="5684029" y="3226634"/>
            <a:ext cx="2719446" cy="2721848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16698BA-3D2B-DAFF-E8CE-49C0BF266BB9}"/>
              </a:ext>
            </a:extLst>
          </p:cNvPr>
          <p:cNvSpPr/>
          <p:nvPr/>
        </p:nvSpPr>
        <p:spPr>
          <a:xfrm>
            <a:off x="8509525" y="3230607"/>
            <a:ext cx="2719446" cy="2721848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75537B70-741F-9900-DB05-FCD1F4E56C85}"/>
              </a:ext>
            </a:extLst>
          </p:cNvPr>
          <p:cNvSpPr txBox="1"/>
          <p:nvPr/>
        </p:nvSpPr>
        <p:spPr>
          <a:xfrm>
            <a:off x="5722126" y="3262010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C44FB402-C72C-C04D-E99E-69D294A04DE6}"/>
              </a:ext>
            </a:extLst>
          </p:cNvPr>
          <p:cNvSpPr txBox="1"/>
          <p:nvPr/>
        </p:nvSpPr>
        <p:spPr>
          <a:xfrm>
            <a:off x="8545739" y="3262010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3FC3EF4B-2E2F-8848-A1B5-77DA96E134EB}"/>
              </a:ext>
            </a:extLst>
          </p:cNvPr>
          <p:cNvSpPr txBox="1"/>
          <p:nvPr/>
        </p:nvSpPr>
        <p:spPr>
          <a:xfrm>
            <a:off x="3093811" y="359133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passe </a:t>
            </a: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C572826B-5BDF-1B42-5384-911C04136CCD}"/>
              </a:ext>
            </a:extLst>
          </p:cNvPr>
          <p:cNvSpPr txBox="1"/>
          <p:nvPr/>
        </p:nvSpPr>
        <p:spPr>
          <a:xfrm>
            <a:off x="3087715" y="382908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de centre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135AF47-6550-818C-DE5B-5F387ABA0F63}"/>
              </a:ext>
            </a:extLst>
          </p:cNvPr>
          <p:cNvSpPr/>
          <p:nvPr/>
        </p:nvSpPr>
        <p:spPr>
          <a:xfrm>
            <a:off x="2889703" y="4304377"/>
            <a:ext cx="132154" cy="8333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DFEB93F-54E7-1B85-D903-9BF697A65373}"/>
              </a:ext>
            </a:extLst>
          </p:cNvPr>
          <p:cNvSpPr/>
          <p:nvPr/>
        </p:nvSpPr>
        <p:spPr>
          <a:xfrm>
            <a:off x="2886034" y="3844307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33ADB6B-E75B-AA3F-CC06-857963BC833F}"/>
              </a:ext>
            </a:extLst>
          </p:cNvPr>
          <p:cNvSpPr/>
          <p:nvPr/>
        </p:nvSpPr>
        <p:spPr>
          <a:xfrm>
            <a:off x="2900775" y="4989500"/>
            <a:ext cx="132154" cy="8333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9F3CB379-BC2D-B8A3-E25E-C3FE069994D0}"/>
              </a:ext>
            </a:extLst>
          </p:cNvPr>
          <p:cNvSpPr txBox="1"/>
          <p:nvPr/>
        </p:nvSpPr>
        <p:spPr>
          <a:xfrm>
            <a:off x="8779316" y="355234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S’associer avec les autres</a:t>
            </a:r>
          </a:p>
        </p:txBody>
      </p:sp>
      <p:sp>
        <p:nvSpPr>
          <p:cNvPr id="164" name="ZoneTexte 163">
            <a:extLst>
              <a:ext uri="{FF2B5EF4-FFF2-40B4-BE49-F238E27FC236}">
                <a16:creationId xmlns:a16="http://schemas.microsoft.com/office/drawing/2014/main" id="{F2E5301F-1EBE-A3AF-46E9-845792CB0510}"/>
              </a:ext>
            </a:extLst>
          </p:cNvPr>
          <p:cNvSpPr txBox="1"/>
          <p:nvPr/>
        </p:nvSpPr>
        <p:spPr>
          <a:xfrm>
            <a:off x="3087715" y="405519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 Z1 / Z2</a:t>
            </a:r>
          </a:p>
        </p:txBody>
      </p:sp>
      <p:sp>
        <p:nvSpPr>
          <p:cNvPr id="165" name="ZoneTexte 164">
            <a:extLst>
              <a:ext uri="{FF2B5EF4-FFF2-40B4-BE49-F238E27FC236}">
                <a16:creationId xmlns:a16="http://schemas.microsoft.com/office/drawing/2014/main" id="{93ADC004-034D-03ED-CA49-13B2FB24B4C9}"/>
              </a:ext>
            </a:extLst>
          </p:cNvPr>
          <p:cNvSpPr txBox="1"/>
          <p:nvPr/>
        </p:nvSpPr>
        <p:spPr>
          <a:xfrm>
            <a:off x="3081619" y="451430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00365B4C-1919-AC06-0652-E49B8B1E3F0C}"/>
              </a:ext>
            </a:extLst>
          </p:cNvPr>
          <p:cNvSpPr txBox="1"/>
          <p:nvPr/>
        </p:nvSpPr>
        <p:spPr>
          <a:xfrm>
            <a:off x="5891875" y="357360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Duel 1c1</a:t>
            </a:r>
          </a:p>
        </p:txBody>
      </p:sp>
      <p:sp>
        <p:nvSpPr>
          <p:cNvPr id="167" name="ZoneTexte 166">
            <a:extLst>
              <a:ext uri="{FF2B5EF4-FFF2-40B4-BE49-F238E27FC236}">
                <a16:creationId xmlns:a16="http://schemas.microsoft.com/office/drawing/2014/main" id="{BFBFCB6A-91BA-2E54-2EB9-2551F16CADB8}"/>
              </a:ext>
            </a:extLst>
          </p:cNvPr>
          <p:cNvSpPr txBox="1"/>
          <p:nvPr/>
        </p:nvSpPr>
        <p:spPr>
          <a:xfrm>
            <a:off x="5879356" y="381524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Orientation </a:t>
            </a:r>
          </a:p>
        </p:txBody>
      </p:sp>
      <p:sp>
        <p:nvSpPr>
          <p:cNvPr id="168" name="ZoneTexte 167">
            <a:extLst>
              <a:ext uri="{FF2B5EF4-FFF2-40B4-BE49-F238E27FC236}">
                <a16:creationId xmlns:a16="http://schemas.microsoft.com/office/drawing/2014/main" id="{4BE9D8B6-B6D4-99C2-4A38-11674733C70A}"/>
              </a:ext>
            </a:extLst>
          </p:cNvPr>
          <p:cNvSpPr txBox="1"/>
          <p:nvPr/>
        </p:nvSpPr>
        <p:spPr>
          <a:xfrm>
            <a:off x="5879356" y="406007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 </a:t>
            </a:r>
          </a:p>
        </p:txBody>
      </p:sp>
      <p:sp>
        <p:nvSpPr>
          <p:cNvPr id="169" name="ZoneTexte 168">
            <a:extLst>
              <a:ext uri="{FF2B5EF4-FFF2-40B4-BE49-F238E27FC236}">
                <a16:creationId xmlns:a16="http://schemas.microsoft.com/office/drawing/2014/main" id="{03A8400D-5D84-329E-B50B-4AF9490D177A}"/>
              </a:ext>
            </a:extLst>
          </p:cNvPr>
          <p:cNvSpPr txBox="1"/>
          <p:nvPr/>
        </p:nvSpPr>
        <p:spPr>
          <a:xfrm>
            <a:off x="5879356" y="428563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Distance d’intervention</a:t>
            </a:r>
          </a:p>
        </p:txBody>
      </p:sp>
      <p:sp>
        <p:nvSpPr>
          <p:cNvPr id="170" name="ZoneTexte 169">
            <a:extLst>
              <a:ext uri="{FF2B5EF4-FFF2-40B4-BE49-F238E27FC236}">
                <a16:creationId xmlns:a16="http://schemas.microsoft.com/office/drawing/2014/main" id="{3F68C3C5-BD19-6806-7D88-41D3E3578D2D}"/>
              </a:ext>
            </a:extLst>
          </p:cNvPr>
          <p:cNvSpPr txBox="1"/>
          <p:nvPr/>
        </p:nvSpPr>
        <p:spPr>
          <a:xfrm>
            <a:off x="8779316" y="373840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offensives</a:t>
            </a:r>
          </a:p>
        </p:txBody>
      </p:sp>
      <p:sp>
        <p:nvSpPr>
          <p:cNvPr id="171" name="ZoneTexte 170">
            <a:extLst>
              <a:ext uri="{FF2B5EF4-FFF2-40B4-BE49-F238E27FC236}">
                <a16:creationId xmlns:a16="http://schemas.microsoft.com/office/drawing/2014/main" id="{C8CDAF9B-F61E-8291-46A6-C57D8224CB2C}"/>
              </a:ext>
            </a:extLst>
          </p:cNvPr>
          <p:cNvSpPr txBox="1"/>
          <p:nvPr/>
        </p:nvSpPr>
        <p:spPr>
          <a:xfrm>
            <a:off x="8779316" y="502363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défensives</a:t>
            </a:r>
          </a:p>
        </p:txBody>
      </p:sp>
      <p:sp>
        <p:nvSpPr>
          <p:cNvPr id="172" name="ZoneTexte 171">
            <a:extLst>
              <a:ext uri="{FF2B5EF4-FFF2-40B4-BE49-F238E27FC236}">
                <a16:creationId xmlns:a16="http://schemas.microsoft.com/office/drawing/2014/main" id="{4CBF407D-565C-C988-BA8E-E0BB3BE3ECB5}"/>
              </a:ext>
            </a:extLst>
          </p:cNvPr>
          <p:cNvSpPr txBox="1"/>
          <p:nvPr/>
        </p:nvSpPr>
        <p:spPr>
          <a:xfrm>
            <a:off x="5879356" y="453093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Défense sur centre</a:t>
            </a:r>
          </a:p>
        </p:txBody>
      </p:sp>
      <p:sp>
        <p:nvSpPr>
          <p:cNvPr id="173" name="ZoneTexte 172">
            <a:extLst>
              <a:ext uri="{FF2B5EF4-FFF2-40B4-BE49-F238E27FC236}">
                <a16:creationId xmlns:a16="http://schemas.microsoft.com/office/drawing/2014/main" id="{1AB19AB9-208F-207D-0FB0-BD64699E3CFA}"/>
              </a:ext>
            </a:extLst>
          </p:cNvPr>
          <p:cNvSpPr txBox="1"/>
          <p:nvPr/>
        </p:nvSpPr>
        <p:spPr>
          <a:xfrm>
            <a:off x="8779316" y="541871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 la profondeur </a:t>
            </a:r>
          </a:p>
        </p:txBody>
      </p:sp>
      <p:sp>
        <p:nvSpPr>
          <p:cNvPr id="174" name="ZoneTexte 173">
            <a:extLst>
              <a:ext uri="{FF2B5EF4-FFF2-40B4-BE49-F238E27FC236}">
                <a16:creationId xmlns:a16="http://schemas.microsoft.com/office/drawing/2014/main" id="{A230009E-FD7D-4F4A-9105-63820B425702}"/>
              </a:ext>
            </a:extLst>
          </p:cNvPr>
          <p:cNvSpPr txBox="1"/>
          <p:nvPr/>
        </p:nvSpPr>
        <p:spPr>
          <a:xfrm>
            <a:off x="8779316" y="3937664"/>
            <a:ext cx="25557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Maitrise des différents dédoublements</a:t>
            </a:r>
          </a:p>
        </p:txBody>
      </p:sp>
      <p:sp>
        <p:nvSpPr>
          <p:cNvPr id="175" name="ZoneTexte 174">
            <a:extLst>
              <a:ext uri="{FF2B5EF4-FFF2-40B4-BE49-F238E27FC236}">
                <a16:creationId xmlns:a16="http://schemas.microsoft.com/office/drawing/2014/main" id="{37F2AAB8-5F1C-2256-B930-A2E782F7B958}"/>
              </a:ext>
            </a:extLst>
          </p:cNvPr>
          <p:cNvSpPr txBox="1"/>
          <p:nvPr/>
        </p:nvSpPr>
        <p:spPr>
          <a:xfrm>
            <a:off x="8779316" y="413393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76" name="ZoneTexte 175">
            <a:extLst>
              <a:ext uri="{FF2B5EF4-FFF2-40B4-BE49-F238E27FC236}">
                <a16:creationId xmlns:a16="http://schemas.microsoft.com/office/drawing/2014/main" id="{F824FE4A-27A9-E719-6327-65D6FEC0A917}"/>
              </a:ext>
            </a:extLst>
          </p:cNvPr>
          <p:cNvSpPr txBox="1"/>
          <p:nvPr/>
        </p:nvSpPr>
        <p:spPr>
          <a:xfrm>
            <a:off x="3081619" y="475254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</a:t>
            </a:r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6E7A08B6-2960-8A2A-7D6A-F39A37BFEE98}"/>
              </a:ext>
            </a:extLst>
          </p:cNvPr>
          <p:cNvSpPr txBox="1"/>
          <p:nvPr/>
        </p:nvSpPr>
        <p:spPr>
          <a:xfrm>
            <a:off x="3087715" y="497809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Orientation du corps</a:t>
            </a:r>
          </a:p>
        </p:txBody>
      </p:sp>
      <p:sp>
        <p:nvSpPr>
          <p:cNvPr id="178" name="ZoneTexte 177">
            <a:extLst>
              <a:ext uri="{FF2B5EF4-FFF2-40B4-BE49-F238E27FC236}">
                <a16:creationId xmlns:a16="http://schemas.microsoft.com/office/drawing/2014/main" id="{8BA7308C-FF55-DE72-40C6-4F0D2A639776}"/>
              </a:ext>
            </a:extLst>
          </p:cNvPr>
          <p:cNvSpPr txBox="1"/>
          <p:nvPr/>
        </p:nvSpPr>
        <p:spPr>
          <a:xfrm>
            <a:off x="8779316" y="433135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Volonté de jouer vers l’avant</a:t>
            </a:r>
          </a:p>
        </p:txBody>
      </p:sp>
      <p:sp>
        <p:nvSpPr>
          <p:cNvPr id="179" name="ZoneTexte 178">
            <a:extLst>
              <a:ext uri="{FF2B5EF4-FFF2-40B4-BE49-F238E27FC236}">
                <a16:creationId xmlns:a16="http://schemas.microsoft.com/office/drawing/2014/main" id="{648D6160-C09D-E1AD-6C84-175A62F03225}"/>
              </a:ext>
            </a:extLst>
          </p:cNvPr>
          <p:cNvSpPr txBox="1"/>
          <p:nvPr/>
        </p:nvSpPr>
        <p:spPr>
          <a:xfrm>
            <a:off x="8779316" y="451755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8306E98E-C738-854E-93E3-A2962EB16609}"/>
              </a:ext>
            </a:extLst>
          </p:cNvPr>
          <p:cNvSpPr txBox="1"/>
          <p:nvPr/>
        </p:nvSpPr>
        <p:spPr>
          <a:xfrm>
            <a:off x="3093811" y="428471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en Z3 / Finition</a:t>
            </a:r>
          </a:p>
        </p:txBody>
      </p:sp>
      <p:sp>
        <p:nvSpPr>
          <p:cNvPr id="181" name="ZoneTexte 180">
            <a:extLst>
              <a:ext uri="{FF2B5EF4-FFF2-40B4-BE49-F238E27FC236}">
                <a16:creationId xmlns:a16="http://schemas.microsoft.com/office/drawing/2014/main" id="{968DAD5D-527A-0993-7039-84A8F184CBC1}"/>
              </a:ext>
            </a:extLst>
          </p:cNvPr>
          <p:cNvSpPr txBox="1"/>
          <p:nvPr/>
        </p:nvSpPr>
        <p:spPr>
          <a:xfrm>
            <a:off x="8779316" y="471207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adapter sa hauteur </a:t>
            </a:r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D2A22948-BF57-8CD7-21AD-BC888DB76377}"/>
              </a:ext>
            </a:extLst>
          </p:cNvPr>
          <p:cNvSpPr txBox="1"/>
          <p:nvPr/>
        </p:nvSpPr>
        <p:spPr>
          <a:xfrm>
            <a:off x="5879356" y="474864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a défendre en infériorité </a:t>
            </a:r>
          </a:p>
        </p:txBody>
      </p:sp>
      <p:sp>
        <p:nvSpPr>
          <p:cNvPr id="183" name="ZoneTexte 182">
            <a:extLst>
              <a:ext uri="{FF2B5EF4-FFF2-40B4-BE49-F238E27FC236}">
                <a16:creationId xmlns:a16="http://schemas.microsoft.com/office/drawing/2014/main" id="{C1F6AA9B-1ABA-AEBE-BE14-916F42810798}"/>
              </a:ext>
            </a:extLst>
          </p:cNvPr>
          <p:cNvSpPr txBox="1"/>
          <p:nvPr/>
        </p:nvSpPr>
        <p:spPr>
          <a:xfrm>
            <a:off x="5879356" y="499901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Éviter le centre</a:t>
            </a:r>
          </a:p>
        </p:txBody>
      </p:sp>
      <p:sp>
        <p:nvSpPr>
          <p:cNvPr id="184" name="ZoneTexte 183">
            <a:extLst>
              <a:ext uri="{FF2B5EF4-FFF2-40B4-BE49-F238E27FC236}">
                <a16:creationId xmlns:a16="http://schemas.microsoft.com/office/drawing/2014/main" id="{8B496242-1558-BBF9-A790-1BE2DE091581}"/>
              </a:ext>
            </a:extLst>
          </p:cNvPr>
          <p:cNvSpPr txBox="1"/>
          <p:nvPr/>
        </p:nvSpPr>
        <p:spPr>
          <a:xfrm>
            <a:off x="8779316" y="522117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 rapide</a:t>
            </a:r>
          </a:p>
        </p:txBody>
      </p:sp>
      <p:sp>
        <p:nvSpPr>
          <p:cNvPr id="185" name="ZoneTexte 184">
            <a:extLst>
              <a:ext uri="{FF2B5EF4-FFF2-40B4-BE49-F238E27FC236}">
                <a16:creationId xmlns:a16="http://schemas.microsoft.com/office/drawing/2014/main" id="{2FD7CA6F-5966-22C8-CC7C-046E9E74EC11}"/>
              </a:ext>
            </a:extLst>
          </p:cNvPr>
          <p:cNvSpPr txBox="1"/>
          <p:nvPr/>
        </p:nvSpPr>
        <p:spPr>
          <a:xfrm>
            <a:off x="5868471" y="523850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en avançant</a:t>
            </a:r>
          </a:p>
        </p:txBody>
      </p:sp>
      <p:sp>
        <p:nvSpPr>
          <p:cNvPr id="186" name="ZoneTexte 185">
            <a:extLst>
              <a:ext uri="{FF2B5EF4-FFF2-40B4-BE49-F238E27FC236}">
                <a16:creationId xmlns:a16="http://schemas.microsoft.com/office/drawing/2014/main" id="{1A39B2A8-4B05-5480-F964-5DB215C8C930}"/>
              </a:ext>
            </a:extLst>
          </p:cNvPr>
          <p:cNvSpPr txBox="1"/>
          <p:nvPr/>
        </p:nvSpPr>
        <p:spPr>
          <a:xfrm>
            <a:off x="3081619" y="518100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changer de décision</a:t>
            </a:r>
          </a:p>
        </p:txBody>
      </p:sp>
      <p:sp>
        <p:nvSpPr>
          <p:cNvPr id="187" name="ZoneTexte 186">
            <a:extLst>
              <a:ext uri="{FF2B5EF4-FFF2-40B4-BE49-F238E27FC236}">
                <a16:creationId xmlns:a16="http://schemas.microsoft.com/office/drawing/2014/main" id="{50C1E965-0EE5-BDDC-1DCF-F95591AED90F}"/>
              </a:ext>
            </a:extLst>
          </p:cNvPr>
          <p:cNvSpPr txBox="1"/>
          <p:nvPr/>
        </p:nvSpPr>
        <p:spPr>
          <a:xfrm>
            <a:off x="3087715" y="540237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88" name="ZoneTexte 187">
            <a:extLst>
              <a:ext uri="{FF2B5EF4-FFF2-40B4-BE49-F238E27FC236}">
                <a16:creationId xmlns:a16="http://schemas.microsoft.com/office/drawing/2014/main" id="{EC152495-DA5E-71F2-B36C-AADD5F7BD57C}"/>
              </a:ext>
            </a:extLst>
          </p:cNvPr>
          <p:cNvSpPr txBox="1"/>
          <p:nvPr/>
        </p:nvSpPr>
        <p:spPr>
          <a:xfrm>
            <a:off x="5868471" y="548887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Engagement dans le duel 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46F88225-8734-FC0B-F65D-A7D0D21DA6D1}"/>
              </a:ext>
            </a:extLst>
          </p:cNvPr>
          <p:cNvSpPr/>
          <p:nvPr/>
        </p:nvSpPr>
        <p:spPr>
          <a:xfrm>
            <a:off x="2892011" y="3611225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BDD1B2BF-B725-9B94-DA04-E649919BA590}"/>
              </a:ext>
            </a:extLst>
          </p:cNvPr>
          <p:cNvSpPr/>
          <p:nvPr/>
        </p:nvSpPr>
        <p:spPr>
          <a:xfrm>
            <a:off x="2892388" y="4061750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20E4A2E7-11AE-D098-E32B-0E2F49E2B3F1}"/>
              </a:ext>
            </a:extLst>
          </p:cNvPr>
          <p:cNvSpPr/>
          <p:nvPr/>
        </p:nvSpPr>
        <p:spPr>
          <a:xfrm>
            <a:off x="2892011" y="4525625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7E23A867-87C3-30D1-8402-889099322AD5}"/>
              </a:ext>
            </a:extLst>
          </p:cNvPr>
          <p:cNvSpPr/>
          <p:nvPr/>
        </p:nvSpPr>
        <p:spPr>
          <a:xfrm>
            <a:off x="2892011" y="4764683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2D3CB084-27ED-07E1-0A29-6BFD6621868A}"/>
              </a:ext>
            </a:extLst>
          </p:cNvPr>
          <p:cNvSpPr/>
          <p:nvPr/>
        </p:nvSpPr>
        <p:spPr>
          <a:xfrm>
            <a:off x="8545739" y="4148774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9ACFD74-644E-6923-CDFA-B71D3D3C13A0}"/>
              </a:ext>
            </a:extLst>
          </p:cNvPr>
          <p:cNvSpPr/>
          <p:nvPr/>
        </p:nvSpPr>
        <p:spPr>
          <a:xfrm>
            <a:off x="2897628" y="5414802"/>
            <a:ext cx="132154" cy="8333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82A3C5D-1415-9456-B965-07937424DA35}"/>
              </a:ext>
            </a:extLst>
          </p:cNvPr>
          <p:cNvSpPr/>
          <p:nvPr/>
        </p:nvSpPr>
        <p:spPr>
          <a:xfrm>
            <a:off x="2897988" y="5200967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F724A1C0-38E8-C96E-F1A7-E04FAF68FE5D}"/>
              </a:ext>
            </a:extLst>
          </p:cNvPr>
          <p:cNvSpPr/>
          <p:nvPr/>
        </p:nvSpPr>
        <p:spPr>
          <a:xfrm>
            <a:off x="5715616" y="3591337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78E1ABE5-C782-B607-CCAF-31B43FA97507}"/>
              </a:ext>
            </a:extLst>
          </p:cNvPr>
          <p:cNvSpPr/>
          <p:nvPr/>
        </p:nvSpPr>
        <p:spPr>
          <a:xfrm>
            <a:off x="5721276" y="4088348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BB9ABBAF-F182-E7C1-98A5-863A36C0FC29}"/>
              </a:ext>
            </a:extLst>
          </p:cNvPr>
          <p:cNvSpPr/>
          <p:nvPr/>
        </p:nvSpPr>
        <p:spPr>
          <a:xfrm>
            <a:off x="5715693" y="3830065"/>
            <a:ext cx="132154" cy="8333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F9FE0A07-3B05-7B2F-2A73-727E4ADADBDD}"/>
              </a:ext>
            </a:extLst>
          </p:cNvPr>
          <p:cNvSpPr/>
          <p:nvPr/>
        </p:nvSpPr>
        <p:spPr>
          <a:xfrm>
            <a:off x="5721276" y="4297525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97F4C733-8760-0AAE-7476-D39FD67E4F2F}"/>
              </a:ext>
            </a:extLst>
          </p:cNvPr>
          <p:cNvSpPr/>
          <p:nvPr/>
        </p:nvSpPr>
        <p:spPr>
          <a:xfrm>
            <a:off x="5721276" y="4548537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B470BD0B-C74A-BB35-1E2D-B6A7D75EEE8C}"/>
              </a:ext>
            </a:extLst>
          </p:cNvPr>
          <p:cNvSpPr/>
          <p:nvPr/>
        </p:nvSpPr>
        <p:spPr>
          <a:xfrm>
            <a:off x="5721276" y="4763690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2C2844C-7EC9-B7B8-032C-8E4216EE8DF2}"/>
              </a:ext>
            </a:extLst>
          </p:cNvPr>
          <p:cNvSpPr/>
          <p:nvPr/>
        </p:nvSpPr>
        <p:spPr>
          <a:xfrm>
            <a:off x="5721276" y="5002749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AC5C53EE-93AD-CD3D-B13A-67FB079EDDFE}"/>
              </a:ext>
            </a:extLst>
          </p:cNvPr>
          <p:cNvSpPr/>
          <p:nvPr/>
        </p:nvSpPr>
        <p:spPr>
          <a:xfrm>
            <a:off x="5710597" y="5260613"/>
            <a:ext cx="132154" cy="8333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B6243BBE-C29F-D841-38B3-E51591283528}"/>
              </a:ext>
            </a:extLst>
          </p:cNvPr>
          <p:cNvSpPr/>
          <p:nvPr/>
        </p:nvSpPr>
        <p:spPr>
          <a:xfrm>
            <a:off x="5710597" y="5499672"/>
            <a:ext cx="132154" cy="8333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06827A8-E949-5E0C-AD0A-3A3F34381C38}"/>
              </a:ext>
            </a:extLst>
          </p:cNvPr>
          <p:cNvSpPr/>
          <p:nvPr/>
        </p:nvSpPr>
        <p:spPr>
          <a:xfrm>
            <a:off x="8549421" y="3563296"/>
            <a:ext cx="132154" cy="8333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03FE1E6-F7C6-3E8B-B560-B645098DDA3D}"/>
              </a:ext>
            </a:extLst>
          </p:cNvPr>
          <p:cNvSpPr/>
          <p:nvPr/>
        </p:nvSpPr>
        <p:spPr>
          <a:xfrm>
            <a:off x="8549421" y="3748567"/>
            <a:ext cx="132154" cy="8333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7734EAED-E2DA-F3F8-C9BE-F4BD50A5DB6F}"/>
              </a:ext>
            </a:extLst>
          </p:cNvPr>
          <p:cNvSpPr/>
          <p:nvPr/>
        </p:nvSpPr>
        <p:spPr>
          <a:xfrm>
            <a:off x="8555398" y="3945791"/>
            <a:ext cx="132154" cy="8333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D1BFA0D1-D338-0462-A319-17FE9FC8BE98}"/>
              </a:ext>
            </a:extLst>
          </p:cNvPr>
          <p:cNvSpPr/>
          <p:nvPr/>
        </p:nvSpPr>
        <p:spPr>
          <a:xfrm>
            <a:off x="8555398" y="4340238"/>
            <a:ext cx="132154" cy="8333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4AE90C4-A05E-4835-7C49-CDBAB4296692}"/>
              </a:ext>
            </a:extLst>
          </p:cNvPr>
          <p:cNvSpPr/>
          <p:nvPr/>
        </p:nvSpPr>
        <p:spPr>
          <a:xfrm>
            <a:off x="8555398" y="4722732"/>
            <a:ext cx="132154" cy="8333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44E63ED9-6C3F-CEC5-74B8-6B1A679DDE09}"/>
              </a:ext>
            </a:extLst>
          </p:cNvPr>
          <p:cNvSpPr/>
          <p:nvPr/>
        </p:nvSpPr>
        <p:spPr>
          <a:xfrm>
            <a:off x="8554516" y="4529312"/>
            <a:ext cx="132154" cy="8333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29A13CE-4D6C-6A3C-0D39-31F62D9DA9F8}"/>
              </a:ext>
            </a:extLst>
          </p:cNvPr>
          <p:cNvSpPr/>
          <p:nvPr/>
        </p:nvSpPr>
        <p:spPr>
          <a:xfrm>
            <a:off x="8551715" y="5039268"/>
            <a:ext cx="132154" cy="833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BAAD3773-12C4-437E-6E1E-145AD0C5A06C}"/>
              </a:ext>
            </a:extLst>
          </p:cNvPr>
          <p:cNvSpPr/>
          <p:nvPr/>
        </p:nvSpPr>
        <p:spPr>
          <a:xfrm>
            <a:off x="8549422" y="5248661"/>
            <a:ext cx="132154" cy="8333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0DCDCAE1-208F-4AF7-4D48-B1BB202AA559}"/>
              </a:ext>
            </a:extLst>
          </p:cNvPr>
          <p:cNvSpPr/>
          <p:nvPr/>
        </p:nvSpPr>
        <p:spPr>
          <a:xfrm>
            <a:off x="8554516" y="5437736"/>
            <a:ext cx="132154" cy="8333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36" name="Image 135">
            <a:extLst>
              <a:ext uri="{FF2B5EF4-FFF2-40B4-BE49-F238E27FC236}">
                <a16:creationId xmlns:a16="http://schemas.microsoft.com/office/drawing/2014/main" id="{74D3BC24-5731-11EA-4693-4B452C73F5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137" name="Rectangle 136">
            <a:extLst>
              <a:ext uri="{FF2B5EF4-FFF2-40B4-BE49-F238E27FC236}">
                <a16:creationId xmlns:a16="http://schemas.microsoft.com/office/drawing/2014/main" id="{56DC77B1-035B-D19B-C199-AC49C25B585C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35356E1-C37A-11E9-5778-4C8632E38613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40227BC-A9E0-337F-BE0B-89BFBEE16404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FD152FD-A2F6-5858-D323-A485F111F5FB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302C1D1-816A-A3EF-4D4F-86F0E65F07AB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42" name="Graphique 141">
            <a:extLst>
              <a:ext uri="{FF2B5EF4-FFF2-40B4-BE49-F238E27FC236}">
                <a16:creationId xmlns:a16="http://schemas.microsoft.com/office/drawing/2014/main" id="{EA64E63E-2F98-B470-4578-3E2B9CE20F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143" name="Rectangle 142">
            <a:extLst>
              <a:ext uri="{FF2B5EF4-FFF2-40B4-BE49-F238E27FC236}">
                <a16:creationId xmlns:a16="http://schemas.microsoft.com/office/drawing/2014/main" id="{C42111F9-6ACD-2D2B-5470-3B73FCE4F6E2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2AB68B5-1D06-1CB1-ADB1-FB9E95CE0B3D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433E202-DFC2-CF3D-89F1-06BB4939CA94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4825364-AEA4-6539-2694-1B10621035C1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2308B2F-B901-4C35-0F2A-44F6C7CBF6C6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601942B-6378-9227-FFFA-A02BD2FB5F43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0DCB640-5D19-5B45-DAE5-7335E034316C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2ACEA006-D96E-6C9F-A3E9-DADC499201FE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71F494A-FF87-3141-8FD9-A6B883E7D1AC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CDD6616-74DC-E0F5-911A-1D97688D02CF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36" name="Image 235">
            <a:extLst>
              <a:ext uri="{FF2B5EF4-FFF2-40B4-BE49-F238E27FC236}">
                <a16:creationId xmlns:a16="http://schemas.microsoft.com/office/drawing/2014/main" id="{07741731-F8D3-BBE7-032B-9165817EF1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A482053-B22F-3D25-F8ED-C39860D74707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714FF06-841D-DE15-EF39-BBBEFC49AADD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95849C7-3645-8E68-DEF5-6AAE3C280E06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DD23FA9-A02D-6B0E-ECA7-7B641FCE340B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DE9842E-C6FB-29CD-FC36-28336E2759F6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9AAEAF-BA81-2C2B-1A42-38E2D7D54E9D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3604A-027E-F503-52AA-859DA92CD2A8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03D93B-84E5-5B28-9B18-959AA28B82E0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E5FB62-715A-95D9-E920-9DD215CD2438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71C483-34FD-A81B-2363-424E5C3701E4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0DBCCDFC-57D8-015C-CA66-A9D8254E42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2428" y="1835393"/>
            <a:ext cx="222863" cy="278579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20760A8D-793A-9B05-6209-E847B7CB46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798" y="1809365"/>
            <a:ext cx="296513" cy="298061"/>
          </a:xfrm>
          <a:prstGeom prst="rect">
            <a:avLst/>
          </a:prstGeom>
        </p:spPr>
      </p:pic>
      <p:pic>
        <p:nvPicPr>
          <p:cNvPr id="27" name="Graphique 26">
            <a:extLst>
              <a:ext uri="{FF2B5EF4-FFF2-40B4-BE49-F238E27FC236}">
                <a16:creationId xmlns:a16="http://schemas.microsoft.com/office/drawing/2014/main" id="{C46E878D-ED10-CCC0-8CA2-2DEDB06765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724D6AD7-C725-AB09-866E-095C04C03441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6744091-D2BC-6526-EF11-07B6430CC792}"/>
              </a:ext>
            </a:extLst>
          </p:cNvPr>
          <p:cNvSpPr txBox="1"/>
          <p:nvPr/>
        </p:nvSpPr>
        <p:spPr>
          <a:xfrm>
            <a:off x="1270506" y="303040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29.10.2006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38DD410-3D6A-52B4-C317-AED3F4EF1228}"/>
              </a:ext>
            </a:extLst>
          </p:cNvPr>
          <p:cNvSpPr txBox="1"/>
          <p:nvPr/>
        </p:nvSpPr>
        <p:spPr>
          <a:xfrm>
            <a:off x="1221962" y="342156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Gauche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0529055-6CFD-CAB8-AAE6-4B1B1494818F}"/>
              </a:ext>
            </a:extLst>
          </p:cNvPr>
          <p:cNvSpPr txBox="1"/>
          <p:nvPr/>
        </p:nvSpPr>
        <p:spPr>
          <a:xfrm>
            <a:off x="1221962" y="378732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173.3cm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2EB5D8C-BE6D-6073-E831-BD542588B7C0}"/>
              </a:ext>
            </a:extLst>
          </p:cNvPr>
          <p:cNvSpPr txBox="1"/>
          <p:nvPr/>
        </p:nvSpPr>
        <p:spPr>
          <a:xfrm>
            <a:off x="1219107" y="4199337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>
                <a:solidFill>
                  <a:schemeClr val="bg1"/>
                </a:solidFill>
              </a:rPr>
              <a:t>72.9kg</a:t>
            </a:r>
            <a:endParaRPr lang="fr-F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554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9B66EE-43D2-49FF-898E-DCD517785142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d2aa4942-3767-4fb4-b828-61a76fcbf9df"/>
    <ds:schemaRef ds:uri="1d40e6f8-d294-4e0a-a4ec-60755aee44ca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E55C223-9682-451F-A36A-F8EB7C4A70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20</TotalTime>
  <Words>163</Words>
  <Application>Microsoft Macintosh PowerPoint</Application>
  <PresentationFormat>Grand écran</PresentationFormat>
  <Paragraphs>56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5</cp:revision>
  <dcterms:created xsi:type="dcterms:W3CDTF">2026-08-04T15:11:27Z</dcterms:created>
  <dcterms:modified xsi:type="dcterms:W3CDTF">2026-08-06T07:23:56Z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