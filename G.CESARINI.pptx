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70" r:id="rId5"/>
    <p:sldId id="311" r:id="rId6"/>
  </p:sldIdLst>
  <p:sldSz cx="12192000" cy="6858000"/>
  <p:notesSz cx="6858000" cy="9144000"/>
  <p:embeddedFontLst>
    <p:embeddedFont>
      <p:font typeface="OM Marseille Light" pitchFamily="2" charset="77"/>
      <p:regular r:id="rId9"/>
    </p:embeddedFont>
    <p:embeddedFont>
      <p:font typeface="OM Marseille Medium" pitchFamily="2" charset="77"/>
      <p:regular r:id="rId10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61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F87F51-5B1D-7A47-A771-C032959887D0}" v="1" dt="2026-08-06T07:35:36.5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58"/>
  </p:normalViewPr>
  <p:slideViewPr>
    <p:cSldViewPr snapToGrid="0" showGuides="1">
      <p:cViewPr varScale="1">
        <p:scale>
          <a:sx n="105" d="100"/>
          <a:sy n="105" d="100"/>
        </p:scale>
        <p:origin x="472" y="5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Genty" userId="0ff89410-5e71-4be0-bd77-4c071ba329e4" providerId="ADAL" clId="{299A151C-5B74-5660-9229-42BC38DFE690}"/>
    <pc:docChg chg="custSel modSld">
      <pc:chgData name="Lucas Genty" userId="0ff89410-5e71-4be0-bd77-4c071ba329e4" providerId="ADAL" clId="{299A151C-5B74-5660-9229-42BC38DFE690}" dt="2026-08-06T07:36:01.794" v="32" actId="20577"/>
      <pc:docMkLst>
        <pc:docMk/>
      </pc:docMkLst>
      <pc:sldChg chg="addSp delSp modSp mod">
        <pc:chgData name="Lucas Genty" userId="0ff89410-5e71-4be0-bd77-4c071ba329e4" providerId="ADAL" clId="{299A151C-5B74-5660-9229-42BC38DFE690}" dt="2026-08-06T07:36:01.794" v="32" actId="20577"/>
        <pc:sldMkLst>
          <pc:docMk/>
          <pc:sldMk cId="705571284" sldId="311"/>
        </pc:sldMkLst>
        <pc:spChg chg="add mod">
          <ac:chgData name="Lucas Genty" userId="0ff89410-5e71-4be0-bd77-4c071ba329e4" providerId="ADAL" clId="{299A151C-5B74-5660-9229-42BC38DFE690}" dt="2026-08-06T07:35:42.473" v="12" actId="20577"/>
          <ac:spMkLst>
            <pc:docMk/>
            <pc:sldMk cId="705571284" sldId="311"/>
            <ac:spMk id="2" creationId="{7A6D9B17-6D8D-B44F-49FE-495AD0DB67E0}"/>
          </ac:spMkLst>
        </pc:spChg>
        <pc:spChg chg="add mod">
          <ac:chgData name="Lucas Genty" userId="0ff89410-5e71-4be0-bd77-4c071ba329e4" providerId="ADAL" clId="{299A151C-5B74-5660-9229-42BC38DFE690}" dt="2026-08-06T07:35:48.575" v="19" actId="20577"/>
          <ac:spMkLst>
            <pc:docMk/>
            <pc:sldMk cId="705571284" sldId="311"/>
            <ac:spMk id="5" creationId="{7CF52535-85AE-4CF4-B9B4-49324A0DA98A}"/>
          </ac:spMkLst>
        </pc:spChg>
        <pc:spChg chg="add mod">
          <ac:chgData name="Lucas Genty" userId="0ff89410-5e71-4be0-bd77-4c071ba329e4" providerId="ADAL" clId="{299A151C-5B74-5660-9229-42BC38DFE690}" dt="2026-08-06T07:35:55.212" v="26" actId="20577"/>
          <ac:spMkLst>
            <pc:docMk/>
            <pc:sldMk cId="705571284" sldId="311"/>
            <ac:spMk id="22" creationId="{14B0FF60-BDDF-2199-CB43-4AF87064CED8}"/>
          </ac:spMkLst>
        </pc:spChg>
        <pc:spChg chg="add mod">
          <ac:chgData name="Lucas Genty" userId="0ff89410-5e71-4be0-bd77-4c071ba329e4" providerId="ADAL" clId="{299A151C-5B74-5660-9229-42BC38DFE690}" dt="2026-08-06T07:36:01.794" v="32" actId="20577"/>
          <ac:spMkLst>
            <pc:docMk/>
            <pc:sldMk cId="705571284" sldId="311"/>
            <ac:spMk id="23" creationId="{7FDFB870-0318-E254-3F4B-DCB5A5BC4EC3}"/>
          </ac:spMkLst>
        </pc:spChg>
        <pc:spChg chg="mod">
          <ac:chgData name="Lucas Genty" userId="0ff89410-5e71-4be0-bd77-4c071ba329e4" providerId="ADAL" clId="{299A151C-5B74-5660-9229-42BC38DFE690}" dt="2026-08-06T07:35:32.493" v="0" actId="20577"/>
          <ac:spMkLst>
            <pc:docMk/>
            <pc:sldMk cId="705571284" sldId="311"/>
            <ac:spMk id="100" creationId="{B247B9E1-212D-C2A5-FFC2-2FA6E24CA70E}"/>
          </ac:spMkLst>
        </pc:spChg>
        <pc:grpChg chg="del">
          <ac:chgData name="Lucas Genty" userId="0ff89410-5e71-4be0-bd77-4c071ba329e4" providerId="ADAL" clId="{299A151C-5B74-5660-9229-42BC38DFE690}" dt="2026-08-06T07:35:35.438" v="1" actId="478"/>
          <ac:grpSpMkLst>
            <pc:docMk/>
            <pc:sldMk cId="705571284" sldId="311"/>
            <ac:grpSpMk id="104" creationId="{E684E49E-F8EE-924A-7C9C-35AB0FE0C1A3}"/>
          </ac:grpSpMkLst>
        </pc:gr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942759902688944E-2"/>
          <c:y val="3.0184601416695649E-2"/>
          <c:w val="0.91313465354950873"/>
          <c:h val="0.829716858931750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Feuil1!$A$2:$A$6</c:f>
              <c:strCache>
                <c:ptCount val="5"/>
                <c:pt idx="0">
                  <c:v>TOP 5 EU</c:v>
                </c:pt>
                <c:pt idx="1">
                  <c:v>LIGUE TOP 8</c:v>
                </c:pt>
                <c:pt idx="2">
                  <c:v>L1</c:v>
                </c:pt>
                <c:pt idx="3">
                  <c:v>L2 / NAT</c:v>
                </c:pt>
                <c:pt idx="4">
                  <c:v>N3 / N2</c:v>
                </c:pt>
              </c:strCache>
            </c:strRef>
          </c:cat>
          <c:val>
            <c:numRef>
              <c:f>Feuil1!$B$2:$B$6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0-29D7-884A-A11D-9FFF3A11DA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9763071"/>
        <c:axId val="447620287"/>
      </c:barChart>
      <c:catAx>
        <c:axId val="459763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47620287"/>
        <c:crosses val="autoZero"/>
        <c:auto val="1"/>
        <c:lblAlgn val="ctr"/>
        <c:lblOffset val="100"/>
        <c:noMultiLvlLbl val="0"/>
      </c:catAx>
      <c:valAx>
        <c:axId val="447620287"/>
        <c:scaling>
          <c:orientation val="minMax"/>
          <c:max val="10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5976307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52390A9-1F65-D38D-9790-B78C858D3E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225ADC1-26C0-5BD3-C73B-05DBEBDD37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F4FD9-6393-40EA-A13C-0717774DD95D}" type="datetimeFigureOut">
              <a:rPr lang="de-DE" smtClean="0"/>
              <a:t>06.08.26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81E3FD-1717-1B9C-D3FF-CD53D355C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FD8799-F91C-D6B6-FA49-AE7FA2992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438E2F-A441-4EFD-9A7B-F6024EC14680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1828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79978-9587-4FFB-8987-67BE67FCF4DF}" type="datetimeFigureOut">
              <a:rPr lang="de-DE" smtClean="0"/>
              <a:t>06.08.26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E323D-5B79-4A3D-A846-DD2B6281790F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03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EFE36F-4D36-01D1-ED9A-4895DC4141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52425" y="1600200"/>
            <a:ext cx="4752975" cy="1427480"/>
          </a:xfrm>
        </p:spPr>
        <p:txBody>
          <a:bodyPr anchor="b"/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de la</a:t>
            </a:r>
            <a:br>
              <a:rPr lang="fr-FR" noProof="0" dirty="0"/>
            </a:br>
            <a:r>
              <a:rPr lang="fr-FR" noProof="0" dirty="0"/>
              <a:t>présentation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B8EA753-9C9D-1ACE-AC93-91469FFC03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52425" y="3429000"/>
            <a:ext cx="4752975" cy="2484438"/>
          </a:xfrm>
        </p:spPr>
        <p:txBody>
          <a:bodyPr/>
          <a:lstStyle>
            <a:lvl1pPr marL="0" indent="0" algn="l">
              <a:buNone/>
              <a:defRPr sz="2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 dirty="0"/>
              <a:t>Sous-titre de la présentation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2495D65-0840-AA45-FA3E-BED80617F6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352425" y="382270"/>
            <a:ext cx="1128712" cy="1128712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79FB73B-18B9-7B4B-4306-1AB0E29D7AC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352425" y="3281125"/>
            <a:ext cx="1981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9D11C76-9ADD-3501-7802-B144E33AB05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F5B46B84-2E0E-E721-B84C-A8C1D99259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534D718-DC94-6708-FBA2-602A99AAB174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CC4D28B-E2E5-06D0-2352-AE54759288A2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7990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1866900"/>
            <a:ext cx="6734175" cy="2677798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du chapitre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51F830D-78E3-5112-0211-3A04BB7767C3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bg1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bg1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5122FE4-328B-01FF-9254-76EBD917C0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39ABF71-D4FC-0D5E-6D3F-11FB68BE47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52425" y="304800"/>
            <a:ext cx="1981200" cy="820738"/>
          </a:xfrm>
        </p:spPr>
        <p:txBody>
          <a:bodyPr/>
          <a:lstStyle>
            <a:lvl1pPr>
              <a:defRPr sz="56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3E362E56-738D-5EC7-4570-4C2ED6CAA0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696200" y="152400"/>
            <a:ext cx="4381500" cy="6078542"/>
          </a:xfrm>
        </p:spPr>
        <p:txBody>
          <a:bodyPr anchor="ctr"/>
          <a:lstStyle>
            <a:lvl1pPr algn="r">
              <a:defRPr sz="58000">
                <a:solidFill>
                  <a:schemeClr val="accent1"/>
                </a:solidFill>
                <a:latin typeface="OM Marseille Medium" pitchFamily="2" charset="0"/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DF6FAB5-02B2-0D1D-CE11-56FD8FB770AC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879162-50CC-A295-CA48-D19D34C15FF4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709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5178425"/>
            <a:ext cx="11487150" cy="735013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noProof="0" dirty="0"/>
              <a:t>Titre du sous-chapitre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7B1327E9-7BFB-B90A-8D7E-06DA25EC8C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730499" y="368300"/>
            <a:ext cx="9109075" cy="46228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301887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98126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03244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327AA6BF-AD26-9390-8C31-3A3792C4F68E}"/>
              </a:ext>
            </a:extLst>
          </p:cNvPr>
          <p:cNvSpPr>
            <a:spLocks noGrp="1"/>
          </p:cNvSpPr>
          <p:nvPr>
            <p:ph idx="10" hasCustomPrompt="1"/>
          </p:nvPr>
        </p:nvSpPr>
        <p:spPr bwMode="gray">
          <a:xfrm>
            <a:off x="5105400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213106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/>
              <a:t>Titre de la slide</a:t>
            </a:r>
          </a:p>
        </p:txBody>
      </p:sp>
    </p:spTree>
    <p:extLst>
      <p:ext uri="{BB962C8B-B14F-4D97-AF65-F5344CB8AC3E}">
        <p14:creationId xmlns:p14="http://schemas.microsoft.com/office/powerpoint/2010/main" val="4156221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299085"/>
            <a:ext cx="9109075" cy="2586355"/>
          </a:xfrm>
        </p:spPr>
        <p:txBody>
          <a:bodyPr/>
          <a:lstStyle>
            <a:lvl1pPr>
              <a:lnSpc>
                <a:spcPct val="93000"/>
              </a:lnSpc>
              <a:defRPr sz="3500"/>
            </a:lvl1pPr>
          </a:lstStyle>
          <a:p>
            <a:r>
              <a:rPr lang="fr-FR" noProof="0" dirty="0"/>
              <a:t>Titre de la slide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5AC2861C-C409-85BD-A456-8900F5D384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3096578"/>
            <a:ext cx="4356100" cy="2816859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72554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6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D383CF44-F0AF-65F5-3433-6A696412D0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5105400" y="368300"/>
            <a:ext cx="6734174" cy="53467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73826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483475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FCA7126D-0013-7E83-243B-A49D1E594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5" y="1125539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5C9D441E-41B7-BADA-89AE-C53419624B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352425" y="3581400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D8D2146-CB0B-5A42-B80B-B18B9A5417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7483475" y="1125539"/>
            <a:ext cx="4356100" cy="2151062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7FA7FB43-7777-8A8B-170F-3CF9F84E1C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483475" y="3581400"/>
            <a:ext cx="4356100" cy="2151061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230311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1E23B8BC-103F-39F0-2D6B-98F6492921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EE8B42AE-AFED-5DF1-4F4C-9AED8A80A9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082F372B-DEA5-5334-81BD-4DEAA5D75E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242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AA5E0F6E-96E7-FBD1-FD61-84FD46E063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2727325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9DE2920-3076-DFFF-A039-7EBA533DD5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727325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CCF33DD2-C24B-43DB-0034-8C1B8BB41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2727324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A71A7F2F-7B9C-D17F-5FD2-D2E41924F5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5105400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B80DC451-D05D-16E6-7714-6A737BBC40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105400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A5537B97-3685-B97B-7C12-E1CB3535F9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105399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853957FA-CA48-6196-84FE-6641E2BF987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748347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47CAE4CD-B6C4-74CB-957E-6044C75304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748347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06560E43-E108-1A4D-B0A3-FE7435F430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748347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159A958-60C1-16C9-D6D1-6D03B1DD690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gray">
          <a:xfrm>
            <a:off x="9861552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409A5C0-AEA4-650F-E6DE-5DD458DC01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9861552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B397BD12-559D-B092-3ED2-FF3C773B62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9861551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943166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85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2A7F085-0943-0DDC-771A-B999207C0BC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52425" y="339725"/>
            <a:ext cx="9109075" cy="574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68ABB7-A16D-8DF8-5E38-7368E430A4FA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52425" y="1125539"/>
            <a:ext cx="9109075" cy="4787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0D98BDE4-60FE-EF19-D052-F2C9AFD05DF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FA3A8EF0-FFBA-B177-44B0-D1718956129E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accent2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accent2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accent2"/>
              </a:solidFill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746017A4-BE5A-18C3-DCC5-3EB4040AA5E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974F32B-204D-8A94-4ED9-6E4819234991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2026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E661EB8-DC41-20FC-808A-56B88E3B4C23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13824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  <p:sldLayoutId id="2147483650" r:id="rId4"/>
    <p:sldLayoutId id="2147483657" r:id="rId5"/>
    <p:sldLayoutId id="2147483656" r:id="rId6"/>
    <p:sldLayoutId id="2147483654" r:id="rId7"/>
    <p:sldLayoutId id="2147483662" r:id="rId8"/>
    <p:sldLayoutId id="2147483660" r:id="rId9"/>
    <p:sldLayoutId id="2147483661" r:id="rId10"/>
    <p:sldLayoutId id="2147483663" r:id="rId11"/>
    <p:sldLayoutId id="214748365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563" indent="-17621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4625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720725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pos="222" userDrawn="1">
          <p15:clr>
            <a:srgbClr val="A4A3A4"/>
          </p15:clr>
        </p15:guide>
        <p15:guide id="3" pos="7458" userDrawn="1">
          <p15:clr>
            <a:srgbClr val="A4A3A4"/>
          </p15:clr>
        </p15:guide>
        <p15:guide id="4" pos="3216" userDrawn="1">
          <p15:clr>
            <a:srgbClr val="A4A3A4"/>
          </p15:clr>
        </p15:guide>
        <p15:guide id="5" pos="4464" userDrawn="1">
          <p15:clr>
            <a:srgbClr val="A4A3A4"/>
          </p15:clr>
        </p15:guide>
        <p15:guide id="6" pos="2966" userDrawn="1">
          <p15:clr>
            <a:srgbClr val="A4A3A4"/>
          </p15:clr>
        </p15:guide>
        <p15:guide id="7" pos="4714" userDrawn="1">
          <p15:clr>
            <a:srgbClr val="A4A3A4"/>
          </p15:clr>
        </p15:guide>
        <p15:guide id="9" pos="1720" userDrawn="1">
          <p15:clr>
            <a:srgbClr val="A4A3A4"/>
          </p15:clr>
        </p15:guide>
        <p15:guide id="10" pos="5960" userDrawn="1">
          <p15:clr>
            <a:srgbClr val="A4A3A4"/>
          </p15:clr>
        </p15:guide>
        <p15:guide id="11" pos="6210" userDrawn="1">
          <p15:clr>
            <a:srgbClr val="A4A3A4"/>
          </p15:clr>
        </p15:guide>
        <p15:guide id="12" pos="1470" userDrawn="1">
          <p15:clr>
            <a:srgbClr val="A4A3A4"/>
          </p15:clr>
        </p15:guide>
        <p15:guide id="13" orient="horz" pos="372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chart" Target="../charts/chart1.xml"/><Relationship Id="rId7" Type="http://schemas.openxmlformats.org/officeDocument/2006/relationships/image" Target="../media/image10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F876DB-A14E-B1BA-9DE3-E2270A9A9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425" y="1600200"/>
            <a:ext cx="5822823" cy="1427480"/>
          </a:xfrm>
        </p:spPr>
        <p:txBody>
          <a:bodyPr/>
          <a:lstStyle/>
          <a:p>
            <a:r>
              <a:rPr lang="fr-FR" sz="4400" dirty="0"/>
              <a:t>ÉVALUATION</a:t>
            </a:r>
            <a:br>
              <a:rPr lang="fr-FR" sz="4400" dirty="0"/>
            </a:br>
            <a:r>
              <a:rPr lang="fr-FR" sz="4400" dirty="0"/>
              <a:t>INDIVIDUALISATION</a:t>
            </a:r>
            <a:endParaRPr lang="fr-FR" sz="4400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A4C429-B4D3-5B80-6871-81092322D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noProof="0" dirty="0"/>
              <a:t>GAETAN CESARINI – 2010</a:t>
            </a:r>
          </a:p>
          <a:p>
            <a:r>
              <a:rPr lang="fr-FR" dirty="0"/>
              <a:t>SAISON 2026/2027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385893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3975F-4C3F-5A47-EC84-89513732B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6FB00E2F-AF98-17DE-2EF0-C4944614C5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91819" y="112547"/>
            <a:ext cx="2162755" cy="2162755"/>
          </a:xfrm>
          <a:prstGeom prst="rect">
            <a:avLst/>
          </a:prstGeom>
        </p:spPr>
      </p:pic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27B3FD12-9CDE-2965-DE18-2C1B27A3DC88}"/>
              </a:ext>
            </a:extLst>
          </p:cNvPr>
          <p:cNvCxnSpPr/>
          <p:nvPr/>
        </p:nvCxnSpPr>
        <p:spPr>
          <a:xfrm>
            <a:off x="2409245" y="206733"/>
            <a:ext cx="0" cy="56533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330B4C09-A02D-4C10-6C25-B2094033D5DD}"/>
              </a:ext>
            </a:extLst>
          </p:cNvPr>
          <p:cNvSpPr txBox="1"/>
          <p:nvPr/>
        </p:nvSpPr>
        <p:spPr>
          <a:xfrm>
            <a:off x="552555" y="48962"/>
            <a:ext cx="132087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FICHE JOUEUR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FF5B1C01-6759-E214-16B9-0CD292CF5143}"/>
              </a:ext>
            </a:extLst>
          </p:cNvPr>
          <p:cNvCxnSpPr>
            <a:cxnSpLocks/>
          </p:cNvCxnSpPr>
          <p:nvPr/>
        </p:nvCxnSpPr>
        <p:spPr>
          <a:xfrm flipH="1">
            <a:off x="2593437" y="3033421"/>
            <a:ext cx="897702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A38FEA18-0E19-EA24-BDBC-EA7ED7D0A79A}"/>
              </a:ext>
            </a:extLst>
          </p:cNvPr>
          <p:cNvSpPr txBox="1"/>
          <p:nvPr/>
        </p:nvSpPr>
        <p:spPr>
          <a:xfrm>
            <a:off x="2593437" y="49648"/>
            <a:ext cx="108523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FICHE SAISON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068E8DFC-3DE2-091E-D58F-819C92239652}"/>
              </a:ext>
            </a:extLst>
          </p:cNvPr>
          <p:cNvCxnSpPr>
            <a:cxnSpLocks/>
          </p:cNvCxnSpPr>
          <p:nvPr/>
        </p:nvCxnSpPr>
        <p:spPr>
          <a:xfrm>
            <a:off x="7187978" y="206733"/>
            <a:ext cx="0" cy="28266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C7351044-63DF-9265-FCBD-385CD157A071}"/>
              </a:ext>
            </a:extLst>
          </p:cNvPr>
          <p:cNvSpPr txBox="1"/>
          <p:nvPr/>
        </p:nvSpPr>
        <p:spPr>
          <a:xfrm>
            <a:off x="7311224" y="74051"/>
            <a:ext cx="184505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PROJECTION CARRIÈRE </a:t>
            </a:r>
          </a:p>
        </p:txBody>
      </p:sp>
      <p:graphicFrame>
        <p:nvGraphicFramePr>
          <p:cNvPr id="28" name="Graphique 27">
            <a:extLst>
              <a:ext uri="{FF2B5EF4-FFF2-40B4-BE49-F238E27FC236}">
                <a16:creationId xmlns:a16="http://schemas.microsoft.com/office/drawing/2014/main" id="{71773297-E9F1-78BB-2764-9EBB063264CC}"/>
              </a:ext>
            </a:extLst>
          </p:cNvPr>
          <p:cNvGraphicFramePr/>
          <p:nvPr/>
        </p:nvGraphicFramePr>
        <p:xfrm>
          <a:off x="7187978" y="508955"/>
          <a:ext cx="4917427" cy="2524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2" name="Image 31">
            <a:extLst>
              <a:ext uri="{FF2B5EF4-FFF2-40B4-BE49-F238E27FC236}">
                <a16:creationId xmlns:a16="http://schemas.microsoft.com/office/drawing/2014/main" id="{BF54F655-B13C-FE07-5D6C-EEE524CB67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84" y="482834"/>
            <a:ext cx="1130867" cy="1718917"/>
          </a:xfrm>
          <a:prstGeom prst="rect">
            <a:avLst/>
          </a:prstGeom>
        </p:spPr>
      </p:pic>
      <p:sp>
        <p:nvSpPr>
          <p:cNvPr id="34" name="Ellipse 33">
            <a:extLst>
              <a:ext uri="{FF2B5EF4-FFF2-40B4-BE49-F238E27FC236}">
                <a16:creationId xmlns:a16="http://schemas.microsoft.com/office/drawing/2014/main" id="{B9E51AAD-B94D-DF1F-F665-445B66B5C34C}"/>
              </a:ext>
            </a:extLst>
          </p:cNvPr>
          <p:cNvSpPr>
            <a:spLocks noChangeAspect="1"/>
          </p:cNvSpPr>
          <p:nvPr/>
        </p:nvSpPr>
        <p:spPr>
          <a:xfrm>
            <a:off x="1599742" y="68664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E0B271A2-95C5-45C9-F939-B15858951C50}"/>
              </a:ext>
            </a:extLst>
          </p:cNvPr>
          <p:cNvSpPr>
            <a:spLocks noChangeAspect="1"/>
          </p:cNvSpPr>
          <p:nvPr/>
        </p:nvSpPr>
        <p:spPr>
          <a:xfrm>
            <a:off x="1599742" y="1020604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55DE5DBD-BD97-50DC-5EB8-63BBFC045F16}"/>
              </a:ext>
            </a:extLst>
          </p:cNvPr>
          <p:cNvSpPr>
            <a:spLocks noChangeAspect="1"/>
          </p:cNvSpPr>
          <p:nvPr/>
        </p:nvSpPr>
        <p:spPr>
          <a:xfrm>
            <a:off x="1437717" y="137940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2FB2A2C1-7076-923F-88B1-6C7235C724D3}"/>
              </a:ext>
            </a:extLst>
          </p:cNvPr>
          <p:cNvSpPr>
            <a:spLocks noChangeAspect="1"/>
          </p:cNvSpPr>
          <p:nvPr/>
        </p:nvSpPr>
        <p:spPr>
          <a:xfrm>
            <a:off x="1213192" y="90928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B4EC58FE-AA6D-871F-13FD-D1C16F2AE27E}"/>
              </a:ext>
            </a:extLst>
          </p:cNvPr>
          <p:cNvSpPr>
            <a:spLocks noChangeAspect="1"/>
          </p:cNvSpPr>
          <p:nvPr/>
        </p:nvSpPr>
        <p:spPr>
          <a:xfrm>
            <a:off x="1594267" y="200438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A37DF242-07AA-E62E-0EBB-CE08F63CB2E2}"/>
              </a:ext>
            </a:extLst>
          </p:cNvPr>
          <p:cNvSpPr>
            <a:spLocks noChangeAspect="1"/>
          </p:cNvSpPr>
          <p:nvPr/>
        </p:nvSpPr>
        <p:spPr>
          <a:xfrm>
            <a:off x="1750817" y="137940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1ED8D8CF-2542-936E-236A-6D97D07802BF}"/>
              </a:ext>
            </a:extLst>
          </p:cNvPr>
          <p:cNvSpPr txBox="1"/>
          <p:nvPr/>
        </p:nvSpPr>
        <p:spPr>
          <a:xfrm>
            <a:off x="329064" y="4656249"/>
            <a:ext cx="175689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u="sng" dirty="0">
                <a:solidFill>
                  <a:schemeClr val="bg1"/>
                </a:solidFill>
              </a:rPr>
              <a:t>PROJECTION CLUB 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4792D852-3B26-3D6B-9BBC-58D50A67A776}"/>
              </a:ext>
            </a:extLst>
          </p:cNvPr>
          <p:cNvSpPr txBox="1"/>
          <p:nvPr/>
        </p:nvSpPr>
        <p:spPr>
          <a:xfrm>
            <a:off x="126293" y="5143939"/>
            <a:ext cx="51456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L1 OM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B0268E43-7AB0-9515-7778-B2EBE51B7207}"/>
              </a:ext>
            </a:extLst>
          </p:cNvPr>
          <p:cNvSpPr txBox="1"/>
          <p:nvPr/>
        </p:nvSpPr>
        <p:spPr>
          <a:xfrm>
            <a:off x="105317" y="5523907"/>
            <a:ext cx="44723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PRÊT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757B164C-872D-DB37-CAC1-602044B4B048}"/>
              </a:ext>
            </a:extLst>
          </p:cNvPr>
          <p:cNvSpPr txBox="1"/>
          <p:nvPr/>
        </p:nvSpPr>
        <p:spPr>
          <a:xfrm>
            <a:off x="120148" y="5903875"/>
            <a:ext cx="78867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VENTE %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F6F2FECE-A008-9535-647E-794222D48060}"/>
              </a:ext>
            </a:extLst>
          </p:cNvPr>
          <p:cNvSpPr>
            <a:spLocks noChangeAspect="1"/>
          </p:cNvSpPr>
          <p:nvPr/>
        </p:nvSpPr>
        <p:spPr>
          <a:xfrm>
            <a:off x="1451463" y="1753851"/>
            <a:ext cx="156550" cy="147478"/>
          </a:xfrm>
          <a:prstGeom prst="ellipse">
            <a:avLst/>
          </a:prstGeom>
          <a:solidFill>
            <a:srgbClr val="E3B9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D5962E4D-76C7-3E21-EF15-82902840435A}"/>
              </a:ext>
            </a:extLst>
          </p:cNvPr>
          <p:cNvSpPr>
            <a:spLocks noChangeAspect="1"/>
          </p:cNvSpPr>
          <p:nvPr/>
        </p:nvSpPr>
        <p:spPr>
          <a:xfrm>
            <a:off x="1722163" y="1755947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1C739EBA-D742-3ADE-79DE-68DE136F4E1E}"/>
              </a:ext>
            </a:extLst>
          </p:cNvPr>
          <p:cNvSpPr>
            <a:spLocks noChangeAspect="1"/>
          </p:cNvSpPr>
          <p:nvPr/>
        </p:nvSpPr>
        <p:spPr>
          <a:xfrm>
            <a:off x="1997307" y="90928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E7406A80-F36D-E10D-17CC-AFC4537CCC5B}"/>
              </a:ext>
            </a:extLst>
          </p:cNvPr>
          <p:cNvSpPr>
            <a:spLocks noChangeAspect="1"/>
          </p:cNvSpPr>
          <p:nvPr/>
        </p:nvSpPr>
        <p:spPr>
          <a:xfrm>
            <a:off x="1991897" y="172031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7C998BC-3822-ED7E-53C5-BF8E412DD540}"/>
              </a:ext>
            </a:extLst>
          </p:cNvPr>
          <p:cNvSpPr txBox="1"/>
          <p:nvPr/>
        </p:nvSpPr>
        <p:spPr>
          <a:xfrm>
            <a:off x="444489" y="3818549"/>
            <a:ext cx="33823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TAILLE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359E20F5-FA7E-4F3E-9996-DA9CCE3B68D3}"/>
              </a:ext>
            </a:extLst>
          </p:cNvPr>
          <p:cNvSpPr txBox="1"/>
          <p:nvPr/>
        </p:nvSpPr>
        <p:spPr>
          <a:xfrm>
            <a:off x="454908" y="4208495"/>
            <a:ext cx="31739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POIDS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BEA66F5A-581B-04B5-C6F9-7D17E91EA087}"/>
              </a:ext>
            </a:extLst>
          </p:cNvPr>
          <p:cNvSpPr txBox="1"/>
          <p:nvPr/>
        </p:nvSpPr>
        <p:spPr>
          <a:xfrm>
            <a:off x="83012" y="3068169"/>
            <a:ext cx="10611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DATE DE NAISSANCE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3F4F5A93-694A-DFC1-D551-312D7E988FD4}"/>
              </a:ext>
            </a:extLst>
          </p:cNvPr>
          <p:cNvSpPr txBox="1"/>
          <p:nvPr/>
        </p:nvSpPr>
        <p:spPr>
          <a:xfrm>
            <a:off x="350968" y="3440174"/>
            <a:ext cx="53700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PIED FORT</a:t>
            </a:r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82927467-AA10-87AC-0134-B3E969E648CF}"/>
              </a:ext>
            </a:extLst>
          </p:cNvPr>
          <p:cNvSpPr txBox="1"/>
          <p:nvPr/>
        </p:nvSpPr>
        <p:spPr>
          <a:xfrm>
            <a:off x="296774" y="2391492"/>
            <a:ext cx="57547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SÉLÉCTION</a:t>
            </a:r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7C821139-6652-DFA9-EDC3-CEEC6297685D}"/>
              </a:ext>
            </a:extLst>
          </p:cNvPr>
          <p:cNvSpPr>
            <a:spLocks noChangeAspect="1"/>
          </p:cNvSpPr>
          <p:nvPr/>
        </p:nvSpPr>
        <p:spPr>
          <a:xfrm>
            <a:off x="1181729" y="1688304"/>
            <a:ext cx="156550" cy="147478"/>
          </a:xfrm>
          <a:prstGeom prst="ellipse">
            <a:avLst/>
          </a:prstGeom>
          <a:solidFill>
            <a:srgbClr val="E3B9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77" name="Picture 2" descr="France • Fabio’s LifeTour">
            <a:extLst>
              <a:ext uri="{FF2B5EF4-FFF2-40B4-BE49-F238E27FC236}">
                <a16:creationId xmlns:a16="http://schemas.microsoft.com/office/drawing/2014/main" id="{AF6EF29B-6887-2A35-9192-F6C632C76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47" y="2365681"/>
            <a:ext cx="290387" cy="193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15972C74-7EA6-1C56-0601-4F0D25CAB1C3}"/>
              </a:ext>
            </a:extLst>
          </p:cNvPr>
          <p:cNvSpPr/>
          <p:nvPr/>
        </p:nvSpPr>
        <p:spPr>
          <a:xfrm>
            <a:off x="2732536" y="3197078"/>
            <a:ext cx="2719446" cy="2918342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0" name="ZoneTexte 79">
            <a:extLst>
              <a:ext uri="{FF2B5EF4-FFF2-40B4-BE49-F238E27FC236}">
                <a16:creationId xmlns:a16="http://schemas.microsoft.com/office/drawing/2014/main" id="{7251D9F6-B957-F08C-C950-BD38F90A90BF}"/>
              </a:ext>
            </a:extLst>
          </p:cNvPr>
          <p:cNvSpPr txBox="1"/>
          <p:nvPr/>
        </p:nvSpPr>
        <p:spPr>
          <a:xfrm>
            <a:off x="2768750" y="3216289"/>
            <a:ext cx="125835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TECHNIQUE OFF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0D1F94D-D6B5-215B-28CA-59E69A96A014}"/>
              </a:ext>
            </a:extLst>
          </p:cNvPr>
          <p:cNvSpPr/>
          <p:nvPr/>
        </p:nvSpPr>
        <p:spPr>
          <a:xfrm>
            <a:off x="5558032" y="3193105"/>
            <a:ext cx="2719446" cy="2918342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086C569B-C84B-40A8-3B05-2E5755882266}"/>
              </a:ext>
            </a:extLst>
          </p:cNvPr>
          <p:cNvSpPr/>
          <p:nvPr/>
        </p:nvSpPr>
        <p:spPr>
          <a:xfrm>
            <a:off x="8383528" y="3197078"/>
            <a:ext cx="2719446" cy="2918342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34A0369E-2B23-9A0F-4718-A52E4850E8DF}"/>
              </a:ext>
            </a:extLst>
          </p:cNvPr>
          <p:cNvSpPr txBox="1"/>
          <p:nvPr/>
        </p:nvSpPr>
        <p:spPr>
          <a:xfrm>
            <a:off x="5596129" y="3228481"/>
            <a:ext cx="125515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TECHNIQUE DEF</a:t>
            </a:r>
          </a:p>
        </p:txBody>
      </p:sp>
      <p:sp>
        <p:nvSpPr>
          <p:cNvPr id="107" name="ZoneTexte 106">
            <a:extLst>
              <a:ext uri="{FF2B5EF4-FFF2-40B4-BE49-F238E27FC236}">
                <a16:creationId xmlns:a16="http://schemas.microsoft.com/office/drawing/2014/main" id="{B63C244E-4CDF-B1EC-9315-01B194672D42}"/>
              </a:ext>
            </a:extLst>
          </p:cNvPr>
          <p:cNvSpPr txBox="1"/>
          <p:nvPr/>
        </p:nvSpPr>
        <p:spPr>
          <a:xfrm>
            <a:off x="8419742" y="3228481"/>
            <a:ext cx="7790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TACTIQUE</a:t>
            </a:r>
          </a:p>
        </p:txBody>
      </p:sp>
      <p:sp>
        <p:nvSpPr>
          <p:cNvPr id="108" name="ZoneTexte 107">
            <a:extLst>
              <a:ext uri="{FF2B5EF4-FFF2-40B4-BE49-F238E27FC236}">
                <a16:creationId xmlns:a16="http://schemas.microsoft.com/office/drawing/2014/main" id="{C4CF1435-64F9-C238-9205-2A842C5067B1}"/>
              </a:ext>
            </a:extLst>
          </p:cNvPr>
          <p:cNvSpPr txBox="1"/>
          <p:nvPr/>
        </p:nvSpPr>
        <p:spPr>
          <a:xfrm>
            <a:off x="2968441" y="357303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Capacité à jouer sous pression en Z1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0447E51A-1C3E-9F23-9359-4CB173DD7A3B}"/>
              </a:ext>
            </a:extLst>
          </p:cNvPr>
          <p:cNvSpPr/>
          <p:nvPr/>
        </p:nvSpPr>
        <p:spPr>
          <a:xfrm>
            <a:off x="2760037" y="3573034"/>
            <a:ext cx="132154" cy="893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E668446E-D837-7D95-B48F-1AC3F1C33497}"/>
              </a:ext>
            </a:extLst>
          </p:cNvPr>
          <p:cNvSpPr/>
          <p:nvPr/>
        </p:nvSpPr>
        <p:spPr>
          <a:xfrm>
            <a:off x="2760037" y="4939864"/>
            <a:ext cx="132154" cy="893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1" name="ZoneTexte 110">
            <a:extLst>
              <a:ext uri="{FF2B5EF4-FFF2-40B4-BE49-F238E27FC236}">
                <a16:creationId xmlns:a16="http://schemas.microsoft.com/office/drawing/2014/main" id="{FCD32B12-5128-6BBE-CDC6-6212C214FD56}"/>
              </a:ext>
            </a:extLst>
          </p:cNvPr>
          <p:cNvSpPr txBox="1"/>
          <p:nvPr/>
        </p:nvSpPr>
        <p:spPr>
          <a:xfrm>
            <a:off x="2968441" y="379914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court</a:t>
            </a:r>
          </a:p>
        </p:txBody>
      </p:sp>
      <p:sp>
        <p:nvSpPr>
          <p:cNvPr id="112" name="ZoneTexte 111">
            <a:extLst>
              <a:ext uri="{FF2B5EF4-FFF2-40B4-BE49-F238E27FC236}">
                <a16:creationId xmlns:a16="http://schemas.microsoft.com/office/drawing/2014/main" id="{4D515602-9077-D976-9CFF-2E26D72A0FE9}"/>
              </a:ext>
            </a:extLst>
          </p:cNvPr>
          <p:cNvSpPr txBox="1"/>
          <p:nvPr/>
        </p:nvSpPr>
        <p:spPr>
          <a:xfrm>
            <a:off x="2968441" y="422512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1</a:t>
            </a:r>
            <a:r>
              <a:rPr lang="fr-FR" sz="1000" baseline="30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ère</a:t>
            </a:r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touche</a:t>
            </a:r>
          </a:p>
        </p:txBody>
      </p:sp>
      <p:sp>
        <p:nvSpPr>
          <p:cNvPr id="113" name="ZoneTexte 112">
            <a:extLst>
              <a:ext uri="{FF2B5EF4-FFF2-40B4-BE49-F238E27FC236}">
                <a16:creationId xmlns:a16="http://schemas.microsoft.com/office/drawing/2014/main" id="{584A3656-131F-091D-8B9D-B734B11525E9}"/>
              </a:ext>
            </a:extLst>
          </p:cNvPr>
          <p:cNvSpPr txBox="1"/>
          <p:nvPr/>
        </p:nvSpPr>
        <p:spPr>
          <a:xfrm>
            <a:off x="5765878" y="354007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Duel 1c1</a:t>
            </a:r>
          </a:p>
        </p:txBody>
      </p:sp>
      <p:sp>
        <p:nvSpPr>
          <p:cNvPr id="114" name="ZoneTexte 113">
            <a:extLst>
              <a:ext uri="{FF2B5EF4-FFF2-40B4-BE49-F238E27FC236}">
                <a16:creationId xmlns:a16="http://schemas.microsoft.com/office/drawing/2014/main" id="{B71644A9-E08A-B02C-D966-3D70D1F208C5}"/>
              </a:ext>
            </a:extLst>
          </p:cNvPr>
          <p:cNvSpPr txBox="1"/>
          <p:nvPr/>
        </p:nvSpPr>
        <p:spPr>
          <a:xfrm>
            <a:off x="5753359" y="378171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Cadrage porteur / Orientation </a:t>
            </a:r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EA7E78DB-0008-58F6-5CC6-BC061B5D190F}"/>
              </a:ext>
            </a:extLst>
          </p:cNvPr>
          <p:cNvSpPr txBox="1"/>
          <p:nvPr/>
        </p:nvSpPr>
        <p:spPr>
          <a:xfrm>
            <a:off x="5753359" y="3997951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aérien </a:t>
            </a: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41BDEF4C-6088-F3DF-01B1-7005B16E113A}"/>
              </a:ext>
            </a:extLst>
          </p:cNvPr>
          <p:cNvSpPr txBox="1"/>
          <p:nvPr/>
        </p:nvSpPr>
        <p:spPr>
          <a:xfrm>
            <a:off x="5753359" y="4252101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Interception / Casser des lignes</a:t>
            </a:r>
          </a:p>
        </p:txBody>
      </p:sp>
      <p:sp>
        <p:nvSpPr>
          <p:cNvPr id="117" name="ZoneTexte 116">
            <a:extLst>
              <a:ext uri="{FF2B5EF4-FFF2-40B4-BE49-F238E27FC236}">
                <a16:creationId xmlns:a16="http://schemas.microsoft.com/office/drawing/2014/main" id="{A15240AC-B1D0-AC97-4709-48B3110DA38F}"/>
              </a:ext>
            </a:extLst>
          </p:cNvPr>
          <p:cNvSpPr txBox="1"/>
          <p:nvPr/>
        </p:nvSpPr>
        <p:spPr>
          <a:xfrm>
            <a:off x="8653319" y="351131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Lecture des situations offensives</a:t>
            </a:r>
          </a:p>
        </p:txBody>
      </p:sp>
      <p:sp>
        <p:nvSpPr>
          <p:cNvPr id="118" name="ZoneTexte 117">
            <a:extLst>
              <a:ext uri="{FF2B5EF4-FFF2-40B4-BE49-F238E27FC236}">
                <a16:creationId xmlns:a16="http://schemas.microsoft.com/office/drawing/2014/main" id="{C7DA82ED-CD64-76CD-056F-694EEC09F32C}"/>
              </a:ext>
            </a:extLst>
          </p:cNvPr>
          <p:cNvSpPr txBox="1"/>
          <p:nvPr/>
        </p:nvSpPr>
        <p:spPr>
          <a:xfrm>
            <a:off x="8647223" y="408291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Lecture des situations défensives</a:t>
            </a:r>
          </a:p>
        </p:txBody>
      </p:sp>
      <p:sp>
        <p:nvSpPr>
          <p:cNvPr id="119" name="ZoneTexte 118">
            <a:extLst>
              <a:ext uri="{FF2B5EF4-FFF2-40B4-BE49-F238E27FC236}">
                <a16:creationId xmlns:a16="http://schemas.microsoft.com/office/drawing/2014/main" id="{E5F8DC5D-053E-96EA-5DA5-20CADD56C513}"/>
              </a:ext>
            </a:extLst>
          </p:cNvPr>
          <p:cNvSpPr txBox="1"/>
          <p:nvPr/>
        </p:nvSpPr>
        <p:spPr>
          <a:xfrm>
            <a:off x="5749550" y="546165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Défense sur centre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D1E148A-A0E9-DCC0-B8E6-5E1A4D2AC242}"/>
              </a:ext>
            </a:extLst>
          </p:cNvPr>
          <p:cNvSpPr txBox="1"/>
          <p:nvPr/>
        </p:nvSpPr>
        <p:spPr>
          <a:xfrm>
            <a:off x="8647223" y="427380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Gestion de la profondeur 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B3223747-D66C-0C32-ABC5-108733823AD0}"/>
              </a:ext>
            </a:extLst>
          </p:cNvPr>
          <p:cNvSpPr txBox="1"/>
          <p:nvPr/>
        </p:nvSpPr>
        <p:spPr>
          <a:xfrm>
            <a:off x="8647223" y="370477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Prise d’informations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713956B-39CB-99A1-F15A-E84675BC9045}"/>
              </a:ext>
            </a:extLst>
          </p:cNvPr>
          <p:cNvSpPr txBox="1"/>
          <p:nvPr/>
        </p:nvSpPr>
        <p:spPr>
          <a:xfrm>
            <a:off x="2968441" y="4444979"/>
            <a:ext cx="253656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conduite de balle/Fixation</a:t>
            </a:r>
          </a:p>
        </p:txBody>
      </p:sp>
      <p:sp>
        <p:nvSpPr>
          <p:cNvPr id="123" name="ZoneTexte 122">
            <a:extLst>
              <a:ext uri="{FF2B5EF4-FFF2-40B4-BE49-F238E27FC236}">
                <a16:creationId xmlns:a16="http://schemas.microsoft.com/office/drawing/2014/main" id="{3AD84BCA-DA4F-B3B2-9425-704839E4481D}"/>
              </a:ext>
            </a:extLst>
          </p:cNvPr>
          <p:cNvSpPr txBox="1"/>
          <p:nvPr/>
        </p:nvSpPr>
        <p:spPr>
          <a:xfrm>
            <a:off x="2974538" y="4670531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Technique sous pression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CBBD3311-5EBE-8821-15A5-1DE43EDD90DA}"/>
              </a:ext>
            </a:extLst>
          </p:cNvPr>
          <p:cNvSpPr txBox="1"/>
          <p:nvPr/>
        </p:nvSpPr>
        <p:spPr>
          <a:xfrm>
            <a:off x="2974538" y="489608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Capacité à faire avancer l’équipe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81A221F-DA34-2032-CCA3-8029F96F6D79}"/>
              </a:ext>
            </a:extLst>
          </p:cNvPr>
          <p:cNvSpPr txBox="1"/>
          <p:nvPr/>
        </p:nvSpPr>
        <p:spPr>
          <a:xfrm>
            <a:off x="8647223" y="470540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Couverture et alignement</a:t>
            </a:r>
          </a:p>
        </p:txBody>
      </p:sp>
      <p:sp>
        <p:nvSpPr>
          <p:cNvPr id="126" name="ZoneTexte 125">
            <a:extLst>
              <a:ext uri="{FF2B5EF4-FFF2-40B4-BE49-F238E27FC236}">
                <a16:creationId xmlns:a16="http://schemas.microsoft.com/office/drawing/2014/main" id="{A2FF33C5-E453-A52A-F535-4626E35F410A}"/>
              </a:ext>
            </a:extLst>
          </p:cNvPr>
          <p:cNvSpPr txBox="1"/>
          <p:nvPr/>
        </p:nvSpPr>
        <p:spPr>
          <a:xfrm>
            <a:off x="8647223" y="4917721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Détacher son regard du ballon</a:t>
            </a:r>
          </a:p>
        </p:txBody>
      </p:sp>
      <p:sp>
        <p:nvSpPr>
          <p:cNvPr id="127" name="ZoneTexte 126">
            <a:extLst>
              <a:ext uri="{FF2B5EF4-FFF2-40B4-BE49-F238E27FC236}">
                <a16:creationId xmlns:a16="http://schemas.microsoft.com/office/drawing/2014/main" id="{7213C128-D52E-B12A-2BDD-653D2AD138F7}"/>
              </a:ext>
            </a:extLst>
          </p:cNvPr>
          <p:cNvSpPr txBox="1"/>
          <p:nvPr/>
        </p:nvSpPr>
        <p:spPr>
          <a:xfrm>
            <a:off x="8647223" y="511284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Défense préventive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53C3CE90-66BD-3BB1-2C4B-F7934CF0154A}"/>
              </a:ext>
            </a:extLst>
          </p:cNvPr>
          <p:cNvSpPr txBox="1"/>
          <p:nvPr/>
        </p:nvSpPr>
        <p:spPr>
          <a:xfrm>
            <a:off x="5749550" y="448346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Technique de dégagement</a:t>
            </a:r>
          </a:p>
        </p:txBody>
      </p:sp>
      <p:sp>
        <p:nvSpPr>
          <p:cNvPr id="129" name="ZoneTexte 128">
            <a:extLst>
              <a:ext uri="{FF2B5EF4-FFF2-40B4-BE49-F238E27FC236}">
                <a16:creationId xmlns:a16="http://schemas.microsoft.com/office/drawing/2014/main" id="{2438A88C-8E97-4B69-7DE4-94288EDE26CD}"/>
              </a:ext>
            </a:extLst>
          </p:cNvPr>
          <p:cNvSpPr txBox="1"/>
          <p:nvPr/>
        </p:nvSpPr>
        <p:spPr>
          <a:xfrm>
            <a:off x="5749550" y="471839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Utilisation de son corps</a:t>
            </a:r>
          </a:p>
        </p:txBody>
      </p:sp>
      <p:sp>
        <p:nvSpPr>
          <p:cNvPr id="130" name="ZoneTexte 129">
            <a:extLst>
              <a:ext uri="{FF2B5EF4-FFF2-40B4-BE49-F238E27FC236}">
                <a16:creationId xmlns:a16="http://schemas.microsoft.com/office/drawing/2014/main" id="{97955CB8-8A93-74F1-7188-BD3F807D61D8}"/>
              </a:ext>
            </a:extLst>
          </p:cNvPr>
          <p:cNvSpPr txBox="1"/>
          <p:nvPr/>
        </p:nvSpPr>
        <p:spPr>
          <a:xfrm>
            <a:off x="5749550" y="495557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Défendre en avançant</a:t>
            </a:r>
          </a:p>
        </p:txBody>
      </p:sp>
      <p:sp>
        <p:nvSpPr>
          <p:cNvPr id="131" name="ZoneTexte 130">
            <a:extLst>
              <a:ext uri="{FF2B5EF4-FFF2-40B4-BE49-F238E27FC236}">
                <a16:creationId xmlns:a16="http://schemas.microsoft.com/office/drawing/2014/main" id="{C7D4E413-5232-A188-09FB-E4C1A6D0F00A}"/>
              </a:ext>
            </a:extLst>
          </p:cNvPr>
          <p:cNvSpPr txBox="1"/>
          <p:nvPr/>
        </p:nvSpPr>
        <p:spPr>
          <a:xfrm>
            <a:off x="2968441" y="512163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Capacité à changer de décision</a:t>
            </a:r>
          </a:p>
        </p:txBody>
      </p:sp>
      <p:sp>
        <p:nvSpPr>
          <p:cNvPr id="132" name="ZoneTexte 131">
            <a:extLst>
              <a:ext uri="{FF2B5EF4-FFF2-40B4-BE49-F238E27FC236}">
                <a16:creationId xmlns:a16="http://schemas.microsoft.com/office/drawing/2014/main" id="{4C2AA691-D303-06D4-66FD-EE71FB7CCD16}"/>
              </a:ext>
            </a:extLst>
          </p:cNvPr>
          <p:cNvSpPr txBox="1"/>
          <p:nvPr/>
        </p:nvSpPr>
        <p:spPr>
          <a:xfrm>
            <a:off x="8647223" y="449308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Gestion des joueurs entre les lignes</a:t>
            </a:r>
          </a:p>
        </p:txBody>
      </p:sp>
      <p:sp>
        <p:nvSpPr>
          <p:cNvPr id="133" name="ZoneTexte 132">
            <a:extLst>
              <a:ext uri="{FF2B5EF4-FFF2-40B4-BE49-F238E27FC236}">
                <a16:creationId xmlns:a16="http://schemas.microsoft.com/office/drawing/2014/main" id="{0FF33360-B003-FE82-9382-30F726BDA0F4}"/>
              </a:ext>
            </a:extLst>
          </p:cNvPr>
          <p:cNvSpPr txBox="1"/>
          <p:nvPr/>
        </p:nvSpPr>
        <p:spPr>
          <a:xfrm>
            <a:off x="2968441" y="534519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Utilisation des deux pieds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9A2EE668-BF92-12D7-7CCD-7076743E1F54}"/>
              </a:ext>
            </a:extLst>
          </p:cNvPr>
          <p:cNvSpPr txBox="1"/>
          <p:nvPr/>
        </p:nvSpPr>
        <p:spPr>
          <a:xfrm>
            <a:off x="2968441" y="400597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long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7F0014FC-14A6-BA5E-49EF-AF03C5A45975}"/>
              </a:ext>
            </a:extLst>
          </p:cNvPr>
          <p:cNvSpPr txBox="1"/>
          <p:nvPr/>
        </p:nvSpPr>
        <p:spPr>
          <a:xfrm>
            <a:off x="5749550" y="522001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Engagement dans le duel 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59668811-B6DB-55E3-340E-3D19B41E9621}"/>
              </a:ext>
            </a:extLst>
          </p:cNvPr>
          <p:cNvSpPr txBox="1"/>
          <p:nvPr/>
        </p:nvSpPr>
        <p:spPr>
          <a:xfrm>
            <a:off x="8647223" y="389566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Analyse de l’adversaire</a:t>
            </a:r>
          </a:p>
        </p:txBody>
      </p:sp>
      <p:sp>
        <p:nvSpPr>
          <p:cNvPr id="137" name="ZoneTexte 136">
            <a:extLst>
              <a:ext uri="{FF2B5EF4-FFF2-40B4-BE49-F238E27FC236}">
                <a16:creationId xmlns:a16="http://schemas.microsoft.com/office/drawing/2014/main" id="{0F223855-B8B5-2013-0DC3-6EBEB3EFFCFE}"/>
              </a:ext>
            </a:extLst>
          </p:cNvPr>
          <p:cNvSpPr txBox="1"/>
          <p:nvPr/>
        </p:nvSpPr>
        <p:spPr>
          <a:xfrm>
            <a:off x="2968441" y="554996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CPA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93331F5C-AFE7-A17A-8D42-74CB5F3F6F3A}"/>
              </a:ext>
            </a:extLst>
          </p:cNvPr>
          <p:cNvSpPr txBox="1"/>
          <p:nvPr/>
        </p:nvSpPr>
        <p:spPr>
          <a:xfrm>
            <a:off x="5765878" y="568034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CPA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2816B077-AE24-21F5-2447-FF829FC25305}"/>
              </a:ext>
            </a:extLst>
          </p:cNvPr>
          <p:cNvSpPr txBox="1"/>
          <p:nvPr/>
        </p:nvSpPr>
        <p:spPr>
          <a:xfrm>
            <a:off x="5765878" y="589928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Efficacité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E3F16F6-BC0E-09C5-7DEA-63E447ADCAB2}"/>
              </a:ext>
            </a:extLst>
          </p:cNvPr>
          <p:cNvSpPr/>
          <p:nvPr/>
        </p:nvSpPr>
        <p:spPr>
          <a:xfrm>
            <a:off x="2760037" y="5373907"/>
            <a:ext cx="132154" cy="893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8ECDFE30-5007-4AB3-48BB-BD108DC880CF}"/>
              </a:ext>
            </a:extLst>
          </p:cNvPr>
          <p:cNvSpPr/>
          <p:nvPr/>
        </p:nvSpPr>
        <p:spPr>
          <a:xfrm>
            <a:off x="2769680" y="5585389"/>
            <a:ext cx="132154" cy="893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1E1F162-08D2-040E-0559-162A32484E15}"/>
              </a:ext>
            </a:extLst>
          </p:cNvPr>
          <p:cNvSpPr/>
          <p:nvPr/>
        </p:nvSpPr>
        <p:spPr>
          <a:xfrm>
            <a:off x="5590990" y="4025994"/>
            <a:ext cx="132154" cy="893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4B8499D1-7AC3-8BAF-F1DF-B0AC4B135291}"/>
              </a:ext>
            </a:extLst>
          </p:cNvPr>
          <p:cNvSpPr/>
          <p:nvPr/>
        </p:nvSpPr>
        <p:spPr>
          <a:xfrm>
            <a:off x="5607210" y="5690218"/>
            <a:ext cx="132154" cy="893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A68190D2-3276-646D-D97A-F72B80A4AA25}"/>
              </a:ext>
            </a:extLst>
          </p:cNvPr>
          <p:cNvSpPr/>
          <p:nvPr/>
        </p:nvSpPr>
        <p:spPr>
          <a:xfrm>
            <a:off x="8449299" y="3926121"/>
            <a:ext cx="132154" cy="893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E357F2FD-C01C-3BE3-83EB-4B46F82FE7E0}"/>
              </a:ext>
            </a:extLst>
          </p:cNvPr>
          <p:cNvSpPr/>
          <p:nvPr/>
        </p:nvSpPr>
        <p:spPr>
          <a:xfrm>
            <a:off x="2760037" y="3814370"/>
            <a:ext cx="132154" cy="893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1E6745D4-DCB3-44AB-3793-7C2473680393}"/>
              </a:ext>
            </a:extLst>
          </p:cNvPr>
          <p:cNvSpPr/>
          <p:nvPr/>
        </p:nvSpPr>
        <p:spPr>
          <a:xfrm>
            <a:off x="2760037" y="4042596"/>
            <a:ext cx="132154" cy="893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39ED86FD-2ABB-8FFC-1B7E-C098C7419515}"/>
              </a:ext>
            </a:extLst>
          </p:cNvPr>
          <p:cNvSpPr/>
          <p:nvPr/>
        </p:nvSpPr>
        <p:spPr>
          <a:xfrm>
            <a:off x="2760037" y="4271252"/>
            <a:ext cx="132154" cy="893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345EF79C-0048-0A49-40B5-34E92C94DD5C}"/>
              </a:ext>
            </a:extLst>
          </p:cNvPr>
          <p:cNvSpPr/>
          <p:nvPr/>
        </p:nvSpPr>
        <p:spPr>
          <a:xfrm>
            <a:off x="2745305" y="4474282"/>
            <a:ext cx="132154" cy="893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ABCE69FD-57CD-1AC0-9875-558DF5F25C2A}"/>
              </a:ext>
            </a:extLst>
          </p:cNvPr>
          <p:cNvSpPr/>
          <p:nvPr/>
        </p:nvSpPr>
        <p:spPr>
          <a:xfrm>
            <a:off x="2747970" y="4690558"/>
            <a:ext cx="132154" cy="893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292B1AD-50E3-F1A1-DEBA-C17E1834FF2C}"/>
              </a:ext>
            </a:extLst>
          </p:cNvPr>
          <p:cNvSpPr/>
          <p:nvPr/>
        </p:nvSpPr>
        <p:spPr>
          <a:xfrm>
            <a:off x="2760037" y="5147195"/>
            <a:ext cx="132154" cy="893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072A20F4-D1C4-9D9B-E012-B297FC786492}"/>
              </a:ext>
            </a:extLst>
          </p:cNvPr>
          <p:cNvSpPr/>
          <p:nvPr/>
        </p:nvSpPr>
        <p:spPr>
          <a:xfrm>
            <a:off x="5590990" y="3588260"/>
            <a:ext cx="132154" cy="893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3D36DC10-F65F-CA1C-E5DD-386BE4C33F8A}"/>
              </a:ext>
            </a:extLst>
          </p:cNvPr>
          <p:cNvSpPr/>
          <p:nvPr/>
        </p:nvSpPr>
        <p:spPr>
          <a:xfrm>
            <a:off x="5581232" y="3802686"/>
            <a:ext cx="132154" cy="893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7F524FEC-4E7C-B1D8-3B21-1BFFD9487442}"/>
              </a:ext>
            </a:extLst>
          </p:cNvPr>
          <p:cNvSpPr/>
          <p:nvPr/>
        </p:nvSpPr>
        <p:spPr>
          <a:xfrm>
            <a:off x="5578290" y="4294444"/>
            <a:ext cx="132154" cy="893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8C60DDB-2074-3D64-8ADA-7B23FEA7A266}"/>
              </a:ext>
            </a:extLst>
          </p:cNvPr>
          <p:cNvSpPr/>
          <p:nvPr/>
        </p:nvSpPr>
        <p:spPr>
          <a:xfrm>
            <a:off x="5577423" y="4498692"/>
            <a:ext cx="132154" cy="893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9C3A16D3-A7B7-30E3-D598-5F45DA7FC75F}"/>
              </a:ext>
            </a:extLst>
          </p:cNvPr>
          <p:cNvSpPr/>
          <p:nvPr/>
        </p:nvSpPr>
        <p:spPr>
          <a:xfrm>
            <a:off x="5567025" y="4738573"/>
            <a:ext cx="132154" cy="893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82FFBF5E-999A-7DAE-F3BB-F43885A3B26F}"/>
              </a:ext>
            </a:extLst>
          </p:cNvPr>
          <p:cNvSpPr/>
          <p:nvPr/>
        </p:nvSpPr>
        <p:spPr>
          <a:xfrm>
            <a:off x="5567025" y="4982318"/>
            <a:ext cx="132154" cy="893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57698781-5D59-8ECC-C4AB-7F4158A2FA77}"/>
              </a:ext>
            </a:extLst>
          </p:cNvPr>
          <p:cNvSpPr/>
          <p:nvPr/>
        </p:nvSpPr>
        <p:spPr>
          <a:xfrm>
            <a:off x="5566401" y="5237271"/>
            <a:ext cx="132154" cy="893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59EA8F7F-5778-A2B7-0BA8-786B9335CC78}"/>
              </a:ext>
            </a:extLst>
          </p:cNvPr>
          <p:cNvSpPr/>
          <p:nvPr/>
        </p:nvSpPr>
        <p:spPr>
          <a:xfrm>
            <a:off x="5564371" y="5476886"/>
            <a:ext cx="132154" cy="893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F8C19DBB-5A27-987A-EF6D-C1CD768C0DE6}"/>
              </a:ext>
            </a:extLst>
          </p:cNvPr>
          <p:cNvSpPr/>
          <p:nvPr/>
        </p:nvSpPr>
        <p:spPr>
          <a:xfrm>
            <a:off x="5592478" y="5938248"/>
            <a:ext cx="132154" cy="893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2182BEE7-CABF-E905-1DCF-9050C3B9B980}"/>
              </a:ext>
            </a:extLst>
          </p:cNvPr>
          <p:cNvSpPr/>
          <p:nvPr/>
        </p:nvSpPr>
        <p:spPr>
          <a:xfrm>
            <a:off x="8415115" y="3546199"/>
            <a:ext cx="132154" cy="893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74194BD0-42FF-63EB-D6E0-14AE67E85A17}"/>
              </a:ext>
            </a:extLst>
          </p:cNvPr>
          <p:cNvSpPr/>
          <p:nvPr/>
        </p:nvSpPr>
        <p:spPr>
          <a:xfrm>
            <a:off x="8421867" y="3737426"/>
            <a:ext cx="132154" cy="893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4B482ADA-B8CA-BC58-27F3-22134B382F85}"/>
              </a:ext>
            </a:extLst>
          </p:cNvPr>
          <p:cNvSpPr/>
          <p:nvPr/>
        </p:nvSpPr>
        <p:spPr>
          <a:xfrm>
            <a:off x="8434567" y="4128667"/>
            <a:ext cx="132154" cy="893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C93F350D-F0D9-5512-A5CB-C2B93D3EC5C6}"/>
              </a:ext>
            </a:extLst>
          </p:cNvPr>
          <p:cNvSpPr/>
          <p:nvPr/>
        </p:nvSpPr>
        <p:spPr>
          <a:xfrm>
            <a:off x="8449299" y="4310722"/>
            <a:ext cx="132154" cy="893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3C746FC0-04F9-9267-106F-78B74CEAA5E5}"/>
              </a:ext>
            </a:extLst>
          </p:cNvPr>
          <p:cNvSpPr/>
          <p:nvPr/>
        </p:nvSpPr>
        <p:spPr>
          <a:xfrm>
            <a:off x="8449299" y="4498692"/>
            <a:ext cx="132154" cy="893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D6B4F4F8-B3B0-9F40-F7D5-912310C694A3}"/>
              </a:ext>
            </a:extLst>
          </p:cNvPr>
          <p:cNvSpPr/>
          <p:nvPr/>
        </p:nvSpPr>
        <p:spPr>
          <a:xfrm>
            <a:off x="8449299" y="4700985"/>
            <a:ext cx="132154" cy="893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5CE7C40B-41A4-86BA-8F9B-B0567E3FC861}"/>
              </a:ext>
            </a:extLst>
          </p:cNvPr>
          <p:cNvSpPr/>
          <p:nvPr/>
        </p:nvSpPr>
        <p:spPr>
          <a:xfrm>
            <a:off x="8449299" y="4909403"/>
            <a:ext cx="132154" cy="893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E7192FAF-94E7-F4EF-85CC-61B894461E14}"/>
              </a:ext>
            </a:extLst>
          </p:cNvPr>
          <p:cNvSpPr/>
          <p:nvPr/>
        </p:nvSpPr>
        <p:spPr>
          <a:xfrm>
            <a:off x="8454524" y="5121636"/>
            <a:ext cx="132154" cy="893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117AB70-77D0-8B14-FAD5-52C5CF6009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050" y="883788"/>
            <a:ext cx="463437" cy="44895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6B0D01B-4853-1807-705F-1D72213481FC}"/>
              </a:ext>
            </a:extLst>
          </p:cNvPr>
          <p:cNvSpPr/>
          <p:nvPr/>
        </p:nvSpPr>
        <p:spPr>
          <a:xfrm>
            <a:off x="3144999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25832F-7722-E569-A847-133061158568}"/>
              </a:ext>
            </a:extLst>
          </p:cNvPr>
          <p:cNvSpPr/>
          <p:nvPr/>
        </p:nvSpPr>
        <p:spPr>
          <a:xfrm>
            <a:off x="4609099" y="56781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7CED2B-70E0-32C2-6B0B-3D490E49DAA5}"/>
              </a:ext>
            </a:extLst>
          </p:cNvPr>
          <p:cNvSpPr/>
          <p:nvPr/>
        </p:nvSpPr>
        <p:spPr>
          <a:xfrm>
            <a:off x="5338644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7BD88D-B3E7-D596-B2A1-D27A7B421BB0}"/>
              </a:ext>
            </a:extLst>
          </p:cNvPr>
          <p:cNvSpPr/>
          <p:nvPr/>
        </p:nvSpPr>
        <p:spPr>
          <a:xfrm>
            <a:off x="6067498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7370FA51-A78E-734E-3A41-1756072415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34742" y="537217"/>
            <a:ext cx="307072" cy="307072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C97A398B-AF30-D183-A339-7247E6F7FD0C}"/>
              </a:ext>
            </a:extLst>
          </p:cNvPr>
          <p:cNvSpPr/>
          <p:nvPr/>
        </p:nvSpPr>
        <p:spPr>
          <a:xfrm>
            <a:off x="3144999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812EA10-4CDC-655D-7A69-2E4D7853EB6D}"/>
              </a:ext>
            </a:extLst>
          </p:cNvPr>
          <p:cNvSpPr/>
          <p:nvPr/>
        </p:nvSpPr>
        <p:spPr>
          <a:xfrm>
            <a:off x="3874544" y="98234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D7A429E-EC87-155F-3625-C1BAE9DF5CFB}"/>
              </a:ext>
            </a:extLst>
          </p:cNvPr>
          <p:cNvSpPr/>
          <p:nvPr/>
        </p:nvSpPr>
        <p:spPr>
          <a:xfrm>
            <a:off x="4609099" y="97624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912C932-2C87-C2C4-45ED-A312B4C57539}"/>
              </a:ext>
            </a:extLst>
          </p:cNvPr>
          <p:cNvSpPr/>
          <p:nvPr/>
        </p:nvSpPr>
        <p:spPr>
          <a:xfrm>
            <a:off x="5338644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31DA8E7-A1F8-FF87-3FAD-DA7811C4043F}"/>
              </a:ext>
            </a:extLst>
          </p:cNvPr>
          <p:cNvSpPr/>
          <p:nvPr/>
        </p:nvSpPr>
        <p:spPr>
          <a:xfrm>
            <a:off x="6067498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5B7FF64-EDC6-25C2-9463-A52ECE42D90C}"/>
              </a:ext>
            </a:extLst>
          </p:cNvPr>
          <p:cNvSpPr/>
          <p:nvPr/>
        </p:nvSpPr>
        <p:spPr>
          <a:xfrm>
            <a:off x="3144999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3AC61DD-0169-6CE1-B205-8F1230474183}"/>
              </a:ext>
            </a:extLst>
          </p:cNvPr>
          <p:cNvSpPr/>
          <p:nvPr/>
        </p:nvSpPr>
        <p:spPr>
          <a:xfrm>
            <a:off x="3874544" y="140906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55DBDF5-EC7D-CAC3-451F-A4C159359858}"/>
              </a:ext>
            </a:extLst>
          </p:cNvPr>
          <p:cNvSpPr/>
          <p:nvPr/>
        </p:nvSpPr>
        <p:spPr>
          <a:xfrm>
            <a:off x="4609099" y="140296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1BFA58A-00F2-57D8-538A-76C08132098A}"/>
              </a:ext>
            </a:extLst>
          </p:cNvPr>
          <p:cNvSpPr/>
          <p:nvPr/>
        </p:nvSpPr>
        <p:spPr>
          <a:xfrm>
            <a:off x="5338644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1610CA0-FC6B-97FA-21B6-DC4A5D737259}"/>
              </a:ext>
            </a:extLst>
          </p:cNvPr>
          <p:cNvSpPr/>
          <p:nvPr/>
        </p:nvSpPr>
        <p:spPr>
          <a:xfrm>
            <a:off x="6067498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5717CE5-D114-8F7F-2A2A-8AE9178C10C1}"/>
              </a:ext>
            </a:extLst>
          </p:cNvPr>
          <p:cNvSpPr/>
          <p:nvPr/>
        </p:nvSpPr>
        <p:spPr>
          <a:xfrm>
            <a:off x="3144999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4F9085D-031D-89D2-0038-4B634B75ABDD}"/>
              </a:ext>
            </a:extLst>
          </p:cNvPr>
          <p:cNvSpPr/>
          <p:nvPr/>
        </p:nvSpPr>
        <p:spPr>
          <a:xfrm>
            <a:off x="3874544" y="183578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4DB4FFD-40CB-0548-821F-9FEC5824C1BE}"/>
              </a:ext>
            </a:extLst>
          </p:cNvPr>
          <p:cNvSpPr/>
          <p:nvPr/>
        </p:nvSpPr>
        <p:spPr>
          <a:xfrm>
            <a:off x="4609099" y="182968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E0D24D5-BF0B-B73F-ACA1-045B69A726BE}"/>
              </a:ext>
            </a:extLst>
          </p:cNvPr>
          <p:cNvSpPr/>
          <p:nvPr/>
        </p:nvSpPr>
        <p:spPr>
          <a:xfrm>
            <a:off x="5338644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759FC5F-C93B-EB90-FFE7-371281EA4575}"/>
              </a:ext>
            </a:extLst>
          </p:cNvPr>
          <p:cNvSpPr/>
          <p:nvPr/>
        </p:nvSpPr>
        <p:spPr>
          <a:xfrm>
            <a:off x="6067498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55" name="Image 54">
            <a:extLst>
              <a:ext uri="{FF2B5EF4-FFF2-40B4-BE49-F238E27FC236}">
                <a16:creationId xmlns:a16="http://schemas.microsoft.com/office/drawing/2014/main" id="{FA79E411-39E9-7B2C-377F-B108BBCB91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30488" y="1392981"/>
            <a:ext cx="293945" cy="277870"/>
          </a:xfrm>
          <a:prstGeom prst="rect">
            <a:avLst/>
          </a:prstGeom>
        </p:spPr>
      </p:pic>
      <p:pic>
        <p:nvPicPr>
          <p:cNvPr id="56" name="Image 55">
            <a:extLst>
              <a:ext uri="{FF2B5EF4-FFF2-40B4-BE49-F238E27FC236}">
                <a16:creationId xmlns:a16="http://schemas.microsoft.com/office/drawing/2014/main" id="{666D2A7E-889C-286E-0797-7E8BFBDC836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424" y="1729743"/>
            <a:ext cx="464634" cy="448955"/>
          </a:xfrm>
          <a:prstGeom prst="rect">
            <a:avLst/>
          </a:prstGeom>
        </p:spPr>
      </p:pic>
      <p:pic>
        <p:nvPicPr>
          <p:cNvPr id="59" name="Image 58">
            <a:extLst>
              <a:ext uri="{FF2B5EF4-FFF2-40B4-BE49-F238E27FC236}">
                <a16:creationId xmlns:a16="http://schemas.microsoft.com/office/drawing/2014/main" id="{C98B6DAB-599A-6774-8510-2BB68D9AD22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455" y="2134642"/>
            <a:ext cx="463436" cy="447798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D3D5FF5E-6172-41DD-D351-5DCAC7C8C241}"/>
              </a:ext>
            </a:extLst>
          </p:cNvPr>
          <p:cNvSpPr/>
          <p:nvPr/>
        </p:nvSpPr>
        <p:spPr>
          <a:xfrm>
            <a:off x="3147555" y="2238535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5D919FD-A84A-C76D-4952-2C87C3DAD627}"/>
              </a:ext>
            </a:extLst>
          </p:cNvPr>
          <p:cNvSpPr/>
          <p:nvPr/>
        </p:nvSpPr>
        <p:spPr>
          <a:xfrm>
            <a:off x="3876919" y="222363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63336C4-CD6B-858A-CB71-27060061AAEF}"/>
              </a:ext>
            </a:extLst>
          </p:cNvPr>
          <p:cNvSpPr/>
          <p:nvPr/>
        </p:nvSpPr>
        <p:spPr>
          <a:xfrm>
            <a:off x="4611474" y="221753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2D184D4-053B-DDBF-B26F-355FD52C69A2}"/>
              </a:ext>
            </a:extLst>
          </p:cNvPr>
          <p:cNvSpPr/>
          <p:nvPr/>
        </p:nvSpPr>
        <p:spPr>
          <a:xfrm>
            <a:off x="5341019" y="222972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7DD5EE7-8BBD-685B-308B-3DEA6C2178DA}"/>
              </a:ext>
            </a:extLst>
          </p:cNvPr>
          <p:cNvSpPr/>
          <p:nvPr/>
        </p:nvSpPr>
        <p:spPr>
          <a:xfrm>
            <a:off x="6069873" y="222972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1D43EC2-D85F-944A-72B0-074893A4E7D2}"/>
              </a:ext>
            </a:extLst>
          </p:cNvPr>
          <p:cNvSpPr/>
          <p:nvPr/>
        </p:nvSpPr>
        <p:spPr>
          <a:xfrm>
            <a:off x="3879713" y="586411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73" name="Graphique 72">
            <a:extLst>
              <a:ext uri="{FF2B5EF4-FFF2-40B4-BE49-F238E27FC236}">
                <a16:creationId xmlns:a16="http://schemas.microsoft.com/office/drawing/2014/main" id="{3FFE7C59-C914-69F2-5F12-AE3A8D3610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75040" y="2732750"/>
            <a:ext cx="211222" cy="211222"/>
          </a:xfrm>
          <a:prstGeom prst="rect">
            <a:avLst/>
          </a:prstGeom>
        </p:spPr>
      </p:pic>
      <p:sp>
        <p:nvSpPr>
          <p:cNvPr id="74" name="ZoneTexte 73">
            <a:extLst>
              <a:ext uri="{FF2B5EF4-FFF2-40B4-BE49-F238E27FC236}">
                <a16:creationId xmlns:a16="http://schemas.microsoft.com/office/drawing/2014/main" id="{4557E432-7254-83B7-57DB-241F58CF3D3F}"/>
              </a:ext>
            </a:extLst>
          </p:cNvPr>
          <p:cNvSpPr txBox="1"/>
          <p:nvPr/>
        </p:nvSpPr>
        <p:spPr>
          <a:xfrm>
            <a:off x="2881791" y="2767753"/>
            <a:ext cx="272645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Hors compétitions officielles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C9EA0E78-6DB3-77DD-DA65-EE503035D370}"/>
              </a:ext>
            </a:extLst>
          </p:cNvPr>
          <p:cNvSpPr txBox="1"/>
          <p:nvPr/>
        </p:nvSpPr>
        <p:spPr>
          <a:xfrm>
            <a:off x="3930517" y="297593"/>
            <a:ext cx="38792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MIN’</a:t>
            </a:r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C8E73025-3B00-BDA5-3D26-3A26BA00D10B}"/>
              </a:ext>
            </a:extLst>
          </p:cNvPr>
          <p:cNvSpPr txBox="1"/>
          <p:nvPr/>
        </p:nvSpPr>
        <p:spPr>
          <a:xfrm>
            <a:off x="4657858" y="296991"/>
            <a:ext cx="40235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 err="1">
                <a:solidFill>
                  <a:schemeClr val="bg1"/>
                </a:solidFill>
              </a:rPr>
              <a:t>T</a:t>
            </a:r>
            <a:r>
              <a:rPr lang="fr-FR" sz="1400" dirty="0">
                <a:solidFill>
                  <a:schemeClr val="bg1"/>
                </a:solidFill>
              </a:rPr>
              <a:t> / R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F66B016E-9F5B-6C7F-B721-E7354015AEE5}"/>
              </a:ext>
            </a:extLst>
          </p:cNvPr>
          <p:cNvSpPr txBox="1"/>
          <p:nvPr/>
        </p:nvSpPr>
        <p:spPr>
          <a:xfrm>
            <a:off x="5377785" y="290430"/>
            <a:ext cx="42159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B / A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A044EB8F-481C-08F4-566E-B0C053B58877}"/>
              </a:ext>
            </a:extLst>
          </p:cNvPr>
          <p:cNvSpPr txBox="1"/>
          <p:nvPr/>
        </p:nvSpPr>
        <p:spPr>
          <a:xfrm>
            <a:off x="3298900" y="290430"/>
            <a:ext cx="13785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A154F6E-30CD-C3FF-CB38-DD02CA981377}"/>
              </a:ext>
            </a:extLst>
          </p:cNvPr>
          <p:cNvSpPr txBox="1"/>
          <p:nvPr/>
        </p:nvSpPr>
        <p:spPr>
          <a:xfrm>
            <a:off x="5984009" y="304527"/>
            <a:ext cx="66684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CJ / CR</a:t>
            </a:r>
          </a:p>
        </p:txBody>
      </p:sp>
      <p:sp>
        <p:nvSpPr>
          <p:cNvPr id="2" name="ZoneTexte 22">
            <a:extLst>
              <a:ext uri="{FF2B5EF4-FFF2-40B4-BE49-F238E27FC236}">
                <a16:creationId xmlns:a16="http://schemas.microsoft.com/office/drawing/2014/main" id="{7A6D9B17-6D8D-B44F-49FE-495AD0DB67E0}"/>
              </a:ext>
            </a:extLst>
          </p:cNvPr>
          <p:cNvSpPr txBox="1"/>
          <p:nvPr/>
        </p:nvSpPr>
        <p:spPr>
          <a:xfrm>
            <a:off x="1322041" y="3030961"/>
            <a:ext cx="783869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24.06.2010</a:t>
            </a:r>
            <a:endParaRPr dirty="0"/>
          </a:p>
        </p:txBody>
      </p:sp>
      <p:sp>
        <p:nvSpPr>
          <p:cNvPr id="5" name="ZoneTexte 22">
            <a:extLst>
              <a:ext uri="{FF2B5EF4-FFF2-40B4-BE49-F238E27FC236}">
                <a16:creationId xmlns:a16="http://schemas.microsoft.com/office/drawing/2014/main" id="{7CF52535-85AE-4CF4-B9B4-49324A0DA98A}"/>
              </a:ext>
            </a:extLst>
          </p:cNvPr>
          <p:cNvSpPr txBox="1"/>
          <p:nvPr/>
        </p:nvSpPr>
        <p:spPr>
          <a:xfrm>
            <a:off x="1482925" y="3385101"/>
            <a:ext cx="567463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Gauche</a:t>
            </a:r>
            <a:endParaRPr dirty="0"/>
          </a:p>
        </p:txBody>
      </p:sp>
      <p:sp>
        <p:nvSpPr>
          <p:cNvPr id="22" name="ZoneTexte 22">
            <a:extLst>
              <a:ext uri="{FF2B5EF4-FFF2-40B4-BE49-F238E27FC236}">
                <a16:creationId xmlns:a16="http://schemas.microsoft.com/office/drawing/2014/main" id="{14B0FF60-BDDF-2199-CB43-4AF87064CED8}"/>
              </a:ext>
            </a:extLst>
          </p:cNvPr>
          <p:cNvSpPr txBox="1"/>
          <p:nvPr/>
        </p:nvSpPr>
        <p:spPr>
          <a:xfrm>
            <a:off x="1399146" y="3765633"/>
            <a:ext cx="551433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177.3cm</a:t>
            </a:r>
            <a:endParaRPr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FDFB870-0318-E254-3F4B-DCB5A5BC4EC3}"/>
              </a:ext>
            </a:extLst>
          </p:cNvPr>
          <p:cNvSpPr txBox="1"/>
          <p:nvPr/>
        </p:nvSpPr>
        <p:spPr>
          <a:xfrm>
            <a:off x="1428487" y="4180555"/>
            <a:ext cx="500137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/>
              <a:t>73.7KG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5571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enutzerdefiniert 90">
      <a:dk1>
        <a:sysClr val="windowText" lastClr="000000"/>
      </a:dk1>
      <a:lt1>
        <a:sysClr val="window" lastClr="FFFFFF"/>
      </a:lt1>
      <a:dk2>
        <a:srgbClr val="7F7F7F"/>
      </a:dk2>
      <a:lt2>
        <a:srgbClr val="D8D8D8"/>
      </a:lt2>
      <a:accent1>
        <a:srgbClr val="0B4A89"/>
      </a:accent1>
      <a:accent2>
        <a:srgbClr val="0B61AC"/>
      </a:accent2>
      <a:accent3>
        <a:srgbClr val="3C81BD"/>
      </a:accent3>
      <a:accent4>
        <a:srgbClr val="6DA0CD"/>
      </a:accent4>
      <a:accent5>
        <a:srgbClr val="9DC0DE"/>
      </a:accent5>
      <a:accent6>
        <a:srgbClr val="CEDFEE"/>
      </a:accent6>
      <a:hlink>
        <a:srgbClr val="000000"/>
      </a:hlink>
      <a:folHlink>
        <a:srgbClr val="000000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288000" tIns="144000" rIns="144000" bIns="144000" rtlCol="0" anchor="t" anchorCtr="0"/>
      <a:lstStyle>
        <a:defPPr algn="l">
          <a:defRPr sz="14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M_PowerPoint_2026-02-27.potx" id="{DF3612FC-EDCE-4203-8D57-49F1927BD6EC}" vid="{48407813-946E-4201-8363-4C3D5CF0F9C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2aa4942-3767-4fb4-b828-61a76fcbf9df" xsi:nil="true"/>
    <lcf76f155ced4ddcb4097134ff3c332f xmlns="1d40e6f8-d294-4e0a-a4ec-60755aee44c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84ACF31B36D74C8A8D9F1563B7614F" ma:contentTypeVersion="14" ma:contentTypeDescription="Crée un document." ma:contentTypeScope="" ma:versionID="6944943d1de8f9ba8dc321df97983e02">
  <xsd:schema xmlns:xsd="http://www.w3.org/2001/XMLSchema" xmlns:xs="http://www.w3.org/2001/XMLSchema" xmlns:p="http://schemas.microsoft.com/office/2006/metadata/properties" xmlns:ns2="1d40e6f8-d294-4e0a-a4ec-60755aee44ca" xmlns:ns3="d2aa4942-3767-4fb4-b828-61a76fcbf9df" targetNamespace="http://schemas.microsoft.com/office/2006/metadata/properties" ma:root="true" ma:fieldsID="711673d70673af0f64fe2a8d88156ea9" ns2:_="" ns3:_="">
    <xsd:import namespace="1d40e6f8-d294-4e0a-a4ec-60755aee44ca"/>
    <xsd:import namespace="d2aa4942-3767-4fb4-b828-61a76fcbf9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40e6f8-d294-4e0a-a4ec-60755aee44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Balises d’images" ma:readOnly="false" ma:fieldId="{5cf76f15-5ced-4ddc-b409-7134ff3c332f}" ma:taxonomyMulti="true" ma:sspId="f88b8358-9c83-4b24-b5de-0c1930eec4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aa4942-3767-4fb4-b828-61a76fcbf9df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6f857251-e8ee-4f1b-b7b7-9c85b1efc469}" ma:internalName="TaxCatchAll" ma:showField="CatchAllData" ma:web="d2aa4942-3767-4fb4-b828-61a76fcbf9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E9B66EE-43D2-49FF-898E-DCD517785142}">
  <ds:schemaRefs>
    <ds:schemaRef ds:uri="http://purl.org/dc/elements/1.1/"/>
    <ds:schemaRef ds:uri="http://purl.org/dc/dcmitype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d2aa4942-3767-4fb4-b828-61a76fcbf9df"/>
    <ds:schemaRef ds:uri="1d40e6f8-d294-4e0a-a4ec-60755aee44ca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000D1F5-96CB-46E4-A883-5EFE3FF42E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40e6f8-d294-4e0a-a4ec-60755aee44ca"/>
    <ds:schemaRef ds:uri="d2aa4942-3767-4fb4-b828-61a76fcbf9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0371EAD-D329-4D52-AE09-9178E65A3A5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1</TotalTime>
  <Words>161</Words>
  <Application>Microsoft Macintosh PowerPoint</Application>
  <PresentationFormat>Grand écran</PresentationFormat>
  <Paragraphs>58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OM Marseille Medium</vt:lpstr>
      <vt:lpstr>OM Marseille Light</vt:lpstr>
      <vt:lpstr>Office</vt:lpstr>
      <vt:lpstr>ÉVALUATION INDIVIDUALISATION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Genty</dc:creator>
  <cp:lastModifiedBy>Lucas Genty</cp:lastModifiedBy>
  <cp:revision>3</cp:revision>
  <dcterms:created xsi:type="dcterms:W3CDTF">2026-08-04T15:30:14Z</dcterms:created>
  <dcterms:modified xsi:type="dcterms:W3CDTF">2026-08-06T07:36:02Z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0x0101004D84ACF31B36D74C8A8D9F1563B7614F</vt:lpwstr>
  </property>
  <property fmtid="{D5CDD505-2E9C-101B-9397-08002B2CF9AE}" pid="3" name="MediaServiceImageTags">
    <vt:lpwstr/>
  </property>
</Properties>
</file>