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70" r:id="rId5"/>
    <p:sldId id="297" r:id="rId6"/>
  </p:sldIdLst>
  <p:sldSz cx="12192000" cy="6858000"/>
  <p:notesSz cx="6858000" cy="9144000"/>
  <p:embeddedFontLst>
    <p:embeddedFont>
      <p:font typeface="OM Marseille Light" pitchFamily="2" charset="77"/>
      <p:regular r:id="rId9"/>
    </p:embeddedFont>
    <p:embeddedFont>
      <p:font typeface="OM Marseille Medium" pitchFamily="2" charset="77"/>
      <p:regular r:id="rId10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61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58"/>
  </p:normalViewPr>
  <p:slideViewPr>
    <p:cSldViewPr snapToGrid="0" showGuides="1">
      <p:cViewPr varScale="1">
        <p:scale>
          <a:sx n="120" d="100"/>
          <a:sy n="120" d="100"/>
        </p:scale>
        <p:origin x="840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euille_de_calcul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1942759902688944E-2"/>
          <c:y val="3.0184601416695649E-2"/>
          <c:w val="0.91313465354950873"/>
          <c:h val="0.82971685893175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Feuil1!$B$1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Feuil1!$A$2:$A$6</c:f>
              <c:strCache>
                <c:ptCount val="5"/>
                <c:pt idx="0">
                  <c:v>LIGUE TOP 5</c:v>
                </c:pt>
                <c:pt idx="1">
                  <c:v>LIGUE TOP 8</c:v>
                </c:pt>
                <c:pt idx="2">
                  <c:v>L1</c:v>
                </c:pt>
                <c:pt idx="3">
                  <c:v>L2 / NAT</c:v>
                </c:pt>
                <c:pt idx="4">
                  <c:v>N3 / N2</c:v>
                </c:pt>
              </c:strCache>
            </c:strRef>
          </c:cat>
          <c:val>
            <c:numRef>
              <c:f>Feuil1!$B$2:$B$6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4FD3-3D40-B196-0EF7A16EB7F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763071"/>
        <c:axId val="447620287"/>
      </c:barChart>
      <c:catAx>
        <c:axId val="4597630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05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47620287"/>
        <c:crosses val="autoZero"/>
        <c:auto val="0"/>
        <c:lblAlgn val="ctr"/>
        <c:lblOffset val="100"/>
        <c:noMultiLvlLbl val="0"/>
      </c:catAx>
      <c:valAx>
        <c:axId val="447620287"/>
        <c:scaling>
          <c:orientation val="minMax"/>
          <c:max val="10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45976307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252390A9-1F65-D38D-9790-B78C858D3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225ADC1-26C0-5BD3-C73B-05DBEBDD37A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F4FD9-6393-40EA-A13C-0717774DD95D}" type="datetimeFigureOut">
              <a:rPr lang="de-DE" smtClean="0"/>
              <a:t>05.08.26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81E3FD-1717-1B9C-D3FF-CD53D355C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FD8799-F91C-D6B6-FA49-AE7FA2992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38E2F-A441-4EFD-9A7B-F6024EC14680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01828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79978-9587-4FFB-8987-67BE67FCF4DF}" type="datetimeFigureOut">
              <a:rPr lang="de-DE" smtClean="0"/>
              <a:t>05.08.26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E323D-5B79-4A3D-A846-DD2B6281790F}" type="slidenum">
              <a:rPr lang="de-DE" smtClean="0"/>
              <a:t>‹N°›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603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EFE36F-4D36-01D1-ED9A-4895DC4141D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352425" y="1600200"/>
            <a:ext cx="4752975" cy="1427480"/>
          </a:xfrm>
        </p:spPr>
        <p:txBody>
          <a:bodyPr anchor="b"/>
          <a:lstStyle>
            <a:lvl1pPr algn="l">
              <a:lnSpc>
                <a:spcPct val="8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de la</a:t>
            </a:r>
            <a:br>
              <a:rPr lang="fr-FR" noProof="0" dirty="0"/>
            </a:br>
            <a:r>
              <a:rPr lang="fr-FR" noProof="0" dirty="0"/>
              <a:t>présentation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B8EA753-9C9D-1ACE-AC93-91469FFC039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352425" y="3429000"/>
            <a:ext cx="4752975" cy="2484438"/>
          </a:xfrm>
        </p:spPr>
        <p:txBody>
          <a:bodyPr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 de la présentation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2495D65-0840-AA45-FA3E-BED80617F6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352425" y="382270"/>
            <a:ext cx="1128712" cy="1128712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79FB73B-18B9-7B4B-4306-1AB0E29D7AC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52425" y="3281125"/>
            <a:ext cx="19812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D11C76-9ADD-3501-7802-B144E33AB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Grafik 14">
            <a:extLst>
              <a:ext uri="{FF2B5EF4-FFF2-40B4-BE49-F238E27FC236}">
                <a16:creationId xmlns:a16="http://schemas.microsoft.com/office/drawing/2014/main" id="{F5B46B84-2E0E-E721-B84C-A8C1D99259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534D718-DC94-6708-FBA2-602A99AAB174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CC4D28B-E2E5-06D0-2352-AE54759288A2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7990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1866900"/>
            <a:ext cx="6734175" cy="2677798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fr-FR" noProof="0" dirty="0"/>
              <a:t>Titre du chapitre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51F830D-78E3-5112-0211-3A04BB7767C3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bg1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bg1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bg1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5122FE4-328B-01FF-9254-76EBD917C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39ABF71-D4FC-0D5E-6D3F-11FB68BE474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352425" y="304800"/>
            <a:ext cx="1981200" cy="820738"/>
          </a:xfrm>
        </p:spPr>
        <p:txBody>
          <a:bodyPr/>
          <a:lstStyle>
            <a:lvl1pPr>
              <a:defRPr sz="560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3E362E56-738D-5EC7-4570-4C2ED6CAA0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7696200" y="152400"/>
            <a:ext cx="4381500" cy="6078542"/>
          </a:xfrm>
        </p:spPr>
        <p:txBody>
          <a:bodyPr anchor="ctr"/>
          <a:lstStyle>
            <a:lvl1pPr algn="r">
              <a:defRPr sz="58000">
                <a:solidFill>
                  <a:schemeClr val="accent1"/>
                </a:solidFill>
                <a:latin typeface="OM Marseille Medium" pitchFamily="2" charset="0"/>
              </a:defRPr>
            </a:lvl1pPr>
            <a:lvl5pPr>
              <a:defRPr/>
            </a:lvl5pPr>
          </a:lstStyle>
          <a:p>
            <a:pPr lvl="0"/>
            <a:r>
              <a:rPr lang="fr-FR" noProof="0" dirty="0"/>
              <a:t>0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DF6FAB5-02B2-0D1D-CE11-56FD8FB770AC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2026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879162-50CC-A295-CA48-D19D34C15FF4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709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-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5178425"/>
            <a:ext cx="11487150" cy="735013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 noProof="0" dirty="0"/>
              <a:t>Titre du sous-chapitre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B1327E9-7BFB-B90A-8D7E-06DA25EC8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2730499" y="368300"/>
            <a:ext cx="9109075" cy="46228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301887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/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98126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032448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416A-9ED5-2A9B-7D4E-9F27B8FF548B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gray">
          <a:xfrm>
            <a:off x="352426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27AA6BF-AD26-9390-8C31-3A3792C4F68E}"/>
              </a:ext>
            </a:extLst>
          </p:cNvPr>
          <p:cNvSpPr>
            <a:spLocks noGrp="1"/>
          </p:cNvSpPr>
          <p:nvPr>
            <p:ph idx="10" hasCustomPrompt="1"/>
          </p:nvPr>
        </p:nvSpPr>
        <p:spPr bwMode="gray">
          <a:xfrm>
            <a:off x="5105400" y="1125539"/>
            <a:ext cx="4356100" cy="4787900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121310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/>
              <a:t>Titre de la slide</a:t>
            </a:r>
          </a:p>
        </p:txBody>
      </p:sp>
    </p:spTree>
    <p:extLst>
      <p:ext uri="{BB962C8B-B14F-4D97-AF65-F5344CB8AC3E}">
        <p14:creationId xmlns:p14="http://schemas.microsoft.com/office/powerpoint/2010/main" val="4156221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5" y="299085"/>
            <a:ext cx="9109075" cy="2586355"/>
          </a:xfrm>
        </p:spPr>
        <p:txBody>
          <a:bodyPr/>
          <a:lstStyle>
            <a:lvl1pPr>
              <a:lnSpc>
                <a:spcPct val="93000"/>
              </a:lnSpc>
              <a:defRPr sz="3500"/>
            </a:lvl1pPr>
          </a:lstStyle>
          <a:p>
            <a:r>
              <a:rPr lang="fr-FR" noProof="0" dirty="0"/>
              <a:t>Titre de la slide</a:t>
            </a:r>
          </a:p>
        </p:txBody>
      </p:sp>
      <p:sp>
        <p:nvSpPr>
          <p:cNvPr id="4" name="Textplatzhalter 7">
            <a:extLst>
              <a:ext uri="{FF2B5EF4-FFF2-40B4-BE49-F238E27FC236}">
                <a16:creationId xmlns:a16="http://schemas.microsoft.com/office/drawing/2014/main" id="{5AC2861C-C409-85BD-A456-8900F5D384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3096578"/>
            <a:ext cx="4356100" cy="2816859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72554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52426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D383CF44-F0AF-65F5-3433-6A696412D09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5105400" y="368300"/>
            <a:ext cx="6734174" cy="5346700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3826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D80E0A-4C5B-4974-B743-A54A6F343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483475" y="339725"/>
            <a:ext cx="4356100" cy="574675"/>
          </a:xfrm>
        </p:spPr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FCA7126D-0013-7E83-243B-A49D1E5948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5" y="1125539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5C9D441E-41B7-BADA-89AE-C53419624B5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 bwMode="gray">
          <a:xfrm>
            <a:off x="352425" y="3581400"/>
            <a:ext cx="6734175" cy="2151062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6D8D2146-CB0B-5A42-B80B-B18B9A5417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7483475" y="1125539"/>
            <a:ext cx="4356100" cy="2151062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7FA7FB43-7777-8A8B-170F-3CF9F84E1C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7483475" y="3581400"/>
            <a:ext cx="4356100" cy="2151061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2303113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B88FBD-DDF8-26A2-1533-E5F072C1E0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1E23B8BC-103F-39F0-2D6B-98F6492921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 bwMode="gray">
          <a:xfrm>
            <a:off x="35242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5" name="Textplatzhalter 7">
            <a:extLst>
              <a:ext uri="{FF2B5EF4-FFF2-40B4-BE49-F238E27FC236}">
                <a16:creationId xmlns:a16="http://schemas.microsoft.com/office/drawing/2014/main" id="{EE8B42AE-AFED-5DF1-4F4C-9AED8A80A9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35242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6" name="Textplatzhalter 7">
            <a:extLst>
              <a:ext uri="{FF2B5EF4-FFF2-40B4-BE49-F238E27FC236}">
                <a16:creationId xmlns:a16="http://schemas.microsoft.com/office/drawing/2014/main" id="{082F372B-DEA5-5334-81BD-4DEAA5D75E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242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AA5E0F6E-96E7-FBD1-FD61-84FD46E063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2727325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19DE2920-3076-DFFF-A039-7EBA533DD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727325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CCF33DD2-C24B-43DB-0034-8C1B8BB41F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2727324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A71A7F2F-7B9C-D17F-5FD2-D2E41924F5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5105400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80DC451-D05D-16E6-7714-6A737BBC40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105400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A5537B97-3685-B97B-7C12-E1CB3535F96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105399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853957FA-CA48-6196-84FE-6641E2BF987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7483476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47CAE4CD-B6C4-74CB-957E-6044C75304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7483476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06560E43-E108-1A4D-B0A3-FE7435F430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7483475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159A958-60C1-16C9-D6D1-6D03B1DD690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9861552" y="1498599"/>
            <a:ext cx="1981200" cy="1778001"/>
          </a:xfrm>
          <a:solidFill>
            <a:schemeClr val="tx1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fr-FR" noProof="0"/>
              <a:t>Cliquez sur l'icône pour ajouter une image</a:t>
            </a:r>
            <a:endParaRPr lang="fr-FR" noProof="0" dirty="0"/>
          </a:p>
        </p:txBody>
      </p:sp>
      <p:sp>
        <p:nvSpPr>
          <p:cNvPr id="17" name="Textplatzhalter 7">
            <a:extLst>
              <a:ext uri="{FF2B5EF4-FFF2-40B4-BE49-F238E27FC236}">
                <a16:creationId xmlns:a16="http://schemas.microsoft.com/office/drawing/2014/main" id="{F409A5C0-AEA4-650F-E6DE-5DD458DC01A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9861552" y="1158875"/>
            <a:ext cx="1981200" cy="269875"/>
          </a:xfrm>
        </p:spPr>
        <p:txBody>
          <a:bodyPr/>
          <a:lstStyle>
            <a:lvl1pPr>
              <a:defRPr sz="1800" b="0">
                <a:solidFill>
                  <a:schemeClr val="accent1"/>
                </a:solidFill>
                <a:latin typeface="OM Marseille Medium" pitchFamily="2" charset="0"/>
              </a:defRPr>
            </a:lvl1pPr>
          </a:lstStyle>
          <a:p>
            <a:pPr lvl="0"/>
            <a:r>
              <a:rPr lang="fr-FR" noProof="0" dirty="0"/>
              <a:t>Texte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B397BD12-559D-B092-3ED2-FF3C773B620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9861551" y="3581400"/>
            <a:ext cx="1981200" cy="2332038"/>
          </a:xfrm>
        </p:spPr>
        <p:txBody>
          <a:bodyPr/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</p:spTree>
    <p:extLst>
      <p:ext uri="{BB962C8B-B14F-4D97-AF65-F5344CB8AC3E}">
        <p14:creationId xmlns:p14="http://schemas.microsoft.com/office/powerpoint/2010/main" val="3943166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85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A7F085-0943-0DDC-771A-B999207C0BC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352425" y="339725"/>
            <a:ext cx="9109075" cy="574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/>
              <a:t>Titre de la slide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68ABB7-A16D-8DF8-5E38-7368E430A4FA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352425" y="1125539"/>
            <a:ext cx="9109075" cy="47879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/>
              <a:t>Texte</a:t>
            </a:r>
          </a:p>
          <a:p>
            <a:pPr lvl="1"/>
            <a:r>
              <a:rPr lang="fr-FR" noProof="0" dirty="0"/>
              <a:t>Texte</a:t>
            </a:r>
          </a:p>
          <a:p>
            <a:pPr lvl="2"/>
            <a:r>
              <a:rPr lang="fr-FR" noProof="0" dirty="0"/>
              <a:t>Texte</a:t>
            </a:r>
          </a:p>
          <a:p>
            <a:pPr lvl="3"/>
            <a:r>
              <a:rPr lang="fr-FR" noProof="0" dirty="0"/>
              <a:t>Texte</a:t>
            </a:r>
          </a:p>
          <a:p>
            <a:pPr lvl="4"/>
            <a:r>
              <a:rPr lang="fr-FR" noProof="0" dirty="0"/>
              <a:t>Texte</a:t>
            </a: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D98BDE4-60FE-EF19-D052-F2C9AFD05DF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6095445"/>
            <a:ext cx="12192000" cy="0"/>
          </a:xfrm>
          <a:prstGeom prst="line">
            <a:avLst/>
          </a:prstGeom>
          <a:ln w="9525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FA3A8EF0-FFBA-B177-44B0-D1718956129E}"/>
              </a:ext>
            </a:extLst>
          </p:cNvPr>
          <p:cNvSpPr txBox="1"/>
          <p:nvPr userDrawn="1"/>
        </p:nvSpPr>
        <p:spPr bwMode="gray">
          <a:xfrm>
            <a:off x="11158538" y="6282215"/>
            <a:ext cx="681037" cy="25566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/>
            <a:r>
              <a:rPr lang="fr-FR" sz="1200" noProof="0" dirty="0">
                <a:solidFill>
                  <a:schemeClr val="accent2"/>
                </a:solidFill>
              </a:rPr>
              <a:t>P.</a:t>
            </a:r>
            <a:fld id="{C31C4A41-7035-40BD-9B07-EB4193BE7FBB}" type="slidenum">
              <a:rPr lang="fr-FR" sz="1200" noProof="0" smtClean="0">
                <a:solidFill>
                  <a:schemeClr val="accent2"/>
                </a:solidFill>
              </a:rPr>
              <a:pPr algn="r"/>
              <a:t>‹N°›</a:t>
            </a:fld>
            <a:endParaRPr lang="fr-FR" sz="1200" noProof="0" dirty="0">
              <a:solidFill>
                <a:schemeClr val="accent2"/>
              </a:solidFill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746017A4-BE5A-18C3-DCC5-3EB4040AA5E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gray">
          <a:xfrm>
            <a:off x="342902" y="6284596"/>
            <a:ext cx="2765425" cy="38032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974F32B-204D-8A94-4ED9-6E4819234991}"/>
              </a:ext>
            </a:extLst>
          </p:cNvPr>
          <p:cNvSpPr txBox="1"/>
          <p:nvPr userDrawn="1"/>
        </p:nvSpPr>
        <p:spPr>
          <a:xfrm>
            <a:off x="2728912" y="6321811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2026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E661EB8-DC41-20FC-808A-56B88E3B4C23}"/>
              </a:ext>
            </a:extLst>
          </p:cNvPr>
          <p:cNvSpPr txBox="1"/>
          <p:nvPr userDrawn="1"/>
        </p:nvSpPr>
        <p:spPr>
          <a:xfrm>
            <a:off x="2728912" y="6463453"/>
            <a:ext cx="37941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rgbClr val="0B61AC"/>
                </a:solidFill>
              </a:rPr>
              <a:t>2027</a:t>
            </a:r>
          </a:p>
        </p:txBody>
      </p:sp>
    </p:spTree>
    <p:extLst>
      <p:ext uri="{BB962C8B-B14F-4D97-AF65-F5344CB8AC3E}">
        <p14:creationId xmlns:p14="http://schemas.microsoft.com/office/powerpoint/2010/main" val="2513824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9" r:id="rId3"/>
    <p:sldLayoutId id="2147483650" r:id="rId4"/>
    <p:sldLayoutId id="2147483657" r:id="rId5"/>
    <p:sldLayoutId id="2147483656" r:id="rId6"/>
    <p:sldLayoutId id="2147483654" r:id="rId7"/>
    <p:sldLayoutId id="2147483662" r:id="rId8"/>
    <p:sldLayoutId id="2147483660" r:id="rId9"/>
    <p:sldLayoutId id="2147483661" r:id="rId10"/>
    <p:sldLayoutId id="2147483663" r:id="rId11"/>
    <p:sldLayoutId id="214748365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563" indent="-1762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55600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4625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720725" indent="-18256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pos="222" userDrawn="1">
          <p15:clr>
            <a:srgbClr val="A4A3A4"/>
          </p15:clr>
        </p15:guide>
        <p15:guide id="3" pos="7458" userDrawn="1">
          <p15:clr>
            <a:srgbClr val="A4A3A4"/>
          </p15:clr>
        </p15:guide>
        <p15:guide id="4" pos="3216" userDrawn="1">
          <p15:clr>
            <a:srgbClr val="A4A3A4"/>
          </p15:clr>
        </p15:guide>
        <p15:guide id="5" pos="4464" userDrawn="1">
          <p15:clr>
            <a:srgbClr val="A4A3A4"/>
          </p15:clr>
        </p15:guide>
        <p15:guide id="6" pos="2966" userDrawn="1">
          <p15:clr>
            <a:srgbClr val="A4A3A4"/>
          </p15:clr>
        </p15:guide>
        <p15:guide id="7" pos="4714" userDrawn="1">
          <p15:clr>
            <a:srgbClr val="A4A3A4"/>
          </p15:clr>
        </p15:guide>
        <p15:guide id="9" pos="1720" userDrawn="1">
          <p15:clr>
            <a:srgbClr val="A4A3A4"/>
          </p15:clr>
        </p15:guide>
        <p15:guide id="10" pos="5960" userDrawn="1">
          <p15:clr>
            <a:srgbClr val="A4A3A4"/>
          </p15:clr>
        </p15:guide>
        <p15:guide id="11" pos="6210" userDrawn="1">
          <p15:clr>
            <a:srgbClr val="A4A3A4"/>
          </p15:clr>
        </p15:guide>
        <p15:guide id="12" pos="1470" userDrawn="1">
          <p15:clr>
            <a:srgbClr val="A4A3A4"/>
          </p15:clr>
        </p15:guide>
        <p15:guide id="13" orient="horz" pos="3725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F876DB-A14E-B1BA-9DE3-E2270A9A9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2425" y="1600200"/>
            <a:ext cx="5822823" cy="1427480"/>
          </a:xfrm>
        </p:spPr>
        <p:txBody>
          <a:bodyPr/>
          <a:lstStyle/>
          <a:p>
            <a:r>
              <a:rPr lang="fr-FR" sz="4400" dirty="0"/>
              <a:t>ÉVALUATION</a:t>
            </a:r>
            <a:br>
              <a:rPr lang="fr-FR" sz="4400" dirty="0"/>
            </a:br>
            <a:r>
              <a:rPr lang="fr-FR" sz="4400" dirty="0"/>
              <a:t>INDIVIDUALISATION</a:t>
            </a:r>
            <a:endParaRPr lang="fr-FR" sz="4400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FA4C429-B4D3-5B80-6871-81092322D6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MAX CORBON – 2007</a:t>
            </a:r>
          </a:p>
          <a:p>
            <a:r>
              <a:rPr lang="fr-FR" noProof="0" dirty="0"/>
              <a:t>SAISON 2026/2027</a:t>
            </a:r>
          </a:p>
        </p:txBody>
      </p:sp>
    </p:spTree>
    <p:extLst>
      <p:ext uri="{BB962C8B-B14F-4D97-AF65-F5344CB8AC3E}">
        <p14:creationId xmlns:p14="http://schemas.microsoft.com/office/powerpoint/2010/main" val="1385893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CE8B2-7F6B-266C-13A5-0EA28890E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Graphique 26">
            <a:extLst>
              <a:ext uri="{FF2B5EF4-FFF2-40B4-BE49-F238E27FC236}">
                <a16:creationId xmlns:a16="http://schemas.microsoft.com/office/drawing/2014/main" id="{2137EBBB-9398-FA7B-4235-194AC5E7C2BE}"/>
              </a:ext>
            </a:extLst>
          </p:cNvPr>
          <p:cNvGraphicFramePr/>
          <p:nvPr/>
        </p:nvGraphicFramePr>
        <p:xfrm>
          <a:off x="7187978" y="508955"/>
          <a:ext cx="4917427" cy="25244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3" name="Image 12">
            <a:extLst>
              <a:ext uri="{FF2B5EF4-FFF2-40B4-BE49-F238E27FC236}">
                <a16:creationId xmlns:a16="http://schemas.microsoft.com/office/drawing/2014/main" id="{4452C875-2C7D-B9FF-F8B3-29332EB7D4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19" y="112547"/>
            <a:ext cx="2162755" cy="2162755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F1D0F029-ACDC-FDD9-9F51-009F29CEFCBB}"/>
              </a:ext>
            </a:extLst>
          </p:cNvPr>
          <p:cNvCxnSpPr/>
          <p:nvPr/>
        </p:nvCxnSpPr>
        <p:spPr>
          <a:xfrm>
            <a:off x="2409245" y="206733"/>
            <a:ext cx="0" cy="565337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14DDE8E7-B20F-B5E4-0D8C-F16F146D5F9C}"/>
              </a:ext>
            </a:extLst>
          </p:cNvPr>
          <p:cNvSpPr txBox="1"/>
          <p:nvPr/>
        </p:nvSpPr>
        <p:spPr>
          <a:xfrm>
            <a:off x="552555" y="48962"/>
            <a:ext cx="132087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FICHE JOUEUR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34CF9D78-9F0B-42AA-DD3A-6D66ECB909BB}"/>
              </a:ext>
            </a:extLst>
          </p:cNvPr>
          <p:cNvCxnSpPr>
            <a:cxnSpLocks/>
          </p:cNvCxnSpPr>
          <p:nvPr/>
        </p:nvCxnSpPr>
        <p:spPr>
          <a:xfrm flipH="1">
            <a:off x="2593437" y="3033421"/>
            <a:ext cx="897702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471D1907-DAD4-6313-15A0-48EDCE8FDF3B}"/>
              </a:ext>
            </a:extLst>
          </p:cNvPr>
          <p:cNvSpPr txBox="1"/>
          <p:nvPr/>
        </p:nvSpPr>
        <p:spPr>
          <a:xfrm>
            <a:off x="2593437" y="49648"/>
            <a:ext cx="108523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FICHE SAISON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64531C04-F614-16C3-307E-F5A47BB642BD}"/>
              </a:ext>
            </a:extLst>
          </p:cNvPr>
          <p:cNvCxnSpPr>
            <a:cxnSpLocks/>
          </p:cNvCxnSpPr>
          <p:nvPr/>
        </p:nvCxnSpPr>
        <p:spPr>
          <a:xfrm>
            <a:off x="7187978" y="206733"/>
            <a:ext cx="0" cy="281167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B9FDBBC8-68D5-5267-74AA-4380940D97E5}"/>
              </a:ext>
            </a:extLst>
          </p:cNvPr>
          <p:cNvSpPr txBox="1"/>
          <p:nvPr/>
        </p:nvSpPr>
        <p:spPr>
          <a:xfrm>
            <a:off x="7311224" y="74051"/>
            <a:ext cx="184505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PROJECTION CARRIÈRE </a:t>
            </a: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A28EFF6F-1DC5-25D0-B3C5-4AAA41E6D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584" y="482834"/>
            <a:ext cx="1130867" cy="1718917"/>
          </a:xfrm>
          <a:prstGeom prst="rect">
            <a:avLst/>
          </a:prstGeom>
        </p:spPr>
      </p:pic>
      <p:sp>
        <p:nvSpPr>
          <p:cNvPr id="34" name="Ellipse 33">
            <a:extLst>
              <a:ext uri="{FF2B5EF4-FFF2-40B4-BE49-F238E27FC236}">
                <a16:creationId xmlns:a16="http://schemas.microsoft.com/office/drawing/2014/main" id="{691D96AC-1A33-62FA-50A0-8F3D06F36A89}"/>
              </a:ext>
            </a:extLst>
          </p:cNvPr>
          <p:cNvSpPr>
            <a:spLocks noChangeAspect="1"/>
          </p:cNvSpPr>
          <p:nvPr/>
        </p:nvSpPr>
        <p:spPr>
          <a:xfrm>
            <a:off x="1599742" y="68664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E4D82A31-776C-004A-B566-3699FFE52984}"/>
              </a:ext>
            </a:extLst>
          </p:cNvPr>
          <p:cNvSpPr>
            <a:spLocks noChangeAspect="1"/>
          </p:cNvSpPr>
          <p:nvPr/>
        </p:nvSpPr>
        <p:spPr>
          <a:xfrm>
            <a:off x="1599742" y="1020604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ACCB6930-47CA-1629-04D0-D7711A66AA8A}"/>
              </a:ext>
            </a:extLst>
          </p:cNvPr>
          <p:cNvSpPr>
            <a:spLocks noChangeAspect="1"/>
          </p:cNvSpPr>
          <p:nvPr/>
        </p:nvSpPr>
        <p:spPr>
          <a:xfrm>
            <a:off x="1213192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CDA244FD-292D-2674-70B9-DECEC13C2C6C}"/>
              </a:ext>
            </a:extLst>
          </p:cNvPr>
          <p:cNvSpPr>
            <a:spLocks noChangeAspect="1"/>
          </p:cNvSpPr>
          <p:nvPr/>
        </p:nvSpPr>
        <p:spPr>
          <a:xfrm>
            <a:off x="1216896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00CF0B94-2120-C8B2-B8C3-BB43A71BFAE1}"/>
              </a:ext>
            </a:extLst>
          </p:cNvPr>
          <p:cNvSpPr>
            <a:spLocks noChangeAspect="1"/>
          </p:cNvSpPr>
          <p:nvPr/>
        </p:nvSpPr>
        <p:spPr>
          <a:xfrm>
            <a:off x="1451463" y="1753851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2A554B0E-67FE-F9AC-A985-8F4FDF7F9A92}"/>
              </a:ext>
            </a:extLst>
          </p:cNvPr>
          <p:cNvSpPr>
            <a:spLocks noChangeAspect="1"/>
          </p:cNvSpPr>
          <p:nvPr/>
        </p:nvSpPr>
        <p:spPr>
          <a:xfrm>
            <a:off x="1594267" y="200438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952934A0-B31D-FD74-A00D-D543383733D3}"/>
              </a:ext>
            </a:extLst>
          </p:cNvPr>
          <p:cNvSpPr>
            <a:spLocks noChangeAspect="1"/>
          </p:cNvSpPr>
          <p:nvPr/>
        </p:nvSpPr>
        <p:spPr>
          <a:xfrm>
            <a:off x="1722163" y="1755947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C14FAA7D-9B22-3DA4-3B1A-2AC4FA003562}"/>
              </a:ext>
            </a:extLst>
          </p:cNvPr>
          <p:cNvSpPr txBox="1"/>
          <p:nvPr/>
        </p:nvSpPr>
        <p:spPr>
          <a:xfrm>
            <a:off x="3930517" y="297593"/>
            <a:ext cx="3879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MIN’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7423499E-46D2-060A-3C02-A1A291982E9A}"/>
              </a:ext>
            </a:extLst>
          </p:cNvPr>
          <p:cNvSpPr txBox="1"/>
          <p:nvPr/>
        </p:nvSpPr>
        <p:spPr>
          <a:xfrm>
            <a:off x="4657858" y="296991"/>
            <a:ext cx="40235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 err="1">
                <a:solidFill>
                  <a:schemeClr val="bg1"/>
                </a:solidFill>
              </a:rPr>
              <a:t>T</a:t>
            </a:r>
            <a:r>
              <a:rPr lang="fr-FR" sz="1400" dirty="0">
                <a:solidFill>
                  <a:schemeClr val="bg1"/>
                </a:solidFill>
              </a:rPr>
              <a:t> / R</a:t>
            </a:r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23E790A5-1AE3-9B30-7859-2D93D955081E}"/>
              </a:ext>
            </a:extLst>
          </p:cNvPr>
          <p:cNvSpPr txBox="1"/>
          <p:nvPr/>
        </p:nvSpPr>
        <p:spPr>
          <a:xfrm>
            <a:off x="329064" y="4656249"/>
            <a:ext cx="1756891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u="sng" dirty="0">
                <a:solidFill>
                  <a:schemeClr val="bg1"/>
                </a:solidFill>
              </a:rPr>
              <a:t>PROJECTION CLUB 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1F5A3F1D-2DA9-1A0C-164A-6EA728E4F872}"/>
              </a:ext>
            </a:extLst>
          </p:cNvPr>
          <p:cNvSpPr txBox="1"/>
          <p:nvPr/>
        </p:nvSpPr>
        <p:spPr>
          <a:xfrm>
            <a:off x="126293" y="5143939"/>
            <a:ext cx="514564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L1 OM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AEC09CC6-1D58-40E5-CDCC-103FC9823FA5}"/>
              </a:ext>
            </a:extLst>
          </p:cNvPr>
          <p:cNvSpPr txBox="1"/>
          <p:nvPr/>
        </p:nvSpPr>
        <p:spPr>
          <a:xfrm>
            <a:off x="105317" y="5523907"/>
            <a:ext cx="44723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PRÊT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B8386224-DEB2-4E0B-7935-4C1A4F02D0D0}"/>
              </a:ext>
            </a:extLst>
          </p:cNvPr>
          <p:cNvSpPr txBox="1"/>
          <p:nvPr/>
        </p:nvSpPr>
        <p:spPr>
          <a:xfrm>
            <a:off x="120148" y="5903875"/>
            <a:ext cx="7886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VENTE %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3EA312D-E55C-4E05-6B05-3CE2A505E98A}"/>
              </a:ext>
            </a:extLst>
          </p:cNvPr>
          <p:cNvSpPr txBox="1"/>
          <p:nvPr/>
        </p:nvSpPr>
        <p:spPr>
          <a:xfrm>
            <a:off x="5377785" y="290430"/>
            <a:ext cx="42159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B / A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8D35E77-B911-2D47-72AE-D68F4A4FBF68}"/>
              </a:ext>
            </a:extLst>
          </p:cNvPr>
          <p:cNvSpPr txBox="1"/>
          <p:nvPr/>
        </p:nvSpPr>
        <p:spPr>
          <a:xfrm>
            <a:off x="3298900" y="290430"/>
            <a:ext cx="137858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G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63A20D41-7EA5-5417-528A-D5EE99DAF0DA}"/>
              </a:ext>
            </a:extLst>
          </p:cNvPr>
          <p:cNvSpPr txBox="1"/>
          <p:nvPr/>
        </p:nvSpPr>
        <p:spPr>
          <a:xfrm>
            <a:off x="5984009" y="304527"/>
            <a:ext cx="66684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400" dirty="0">
                <a:solidFill>
                  <a:schemeClr val="bg1"/>
                </a:solidFill>
              </a:rPr>
              <a:t>CJ / CR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17F9582E-CA57-354B-7144-EEE513F07179}"/>
              </a:ext>
            </a:extLst>
          </p:cNvPr>
          <p:cNvSpPr txBox="1"/>
          <p:nvPr/>
        </p:nvSpPr>
        <p:spPr>
          <a:xfrm>
            <a:off x="444489" y="3818549"/>
            <a:ext cx="33823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TAILLE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F61E2FD-24BD-FB1B-E3D1-37BC426D143D}"/>
              </a:ext>
            </a:extLst>
          </p:cNvPr>
          <p:cNvSpPr txBox="1"/>
          <p:nvPr/>
        </p:nvSpPr>
        <p:spPr>
          <a:xfrm>
            <a:off x="454908" y="4208495"/>
            <a:ext cx="317395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POIDS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9ECAA9B-5221-25A1-C7B4-91929CF24428}"/>
              </a:ext>
            </a:extLst>
          </p:cNvPr>
          <p:cNvSpPr txBox="1"/>
          <p:nvPr/>
        </p:nvSpPr>
        <p:spPr>
          <a:xfrm>
            <a:off x="83012" y="3068169"/>
            <a:ext cx="10611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DATE DE NAISSANCE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69DE6F5-0783-EBD5-2BA9-3817AECBF93A}"/>
              </a:ext>
            </a:extLst>
          </p:cNvPr>
          <p:cNvSpPr txBox="1"/>
          <p:nvPr/>
        </p:nvSpPr>
        <p:spPr>
          <a:xfrm>
            <a:off x="350968" y="3440174"/>
            <a:ext cx="53700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PIED FORT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EF2D57-58D1-751D-ACC8-5D636042AFFD}"/>
              </a:ext>
            </a:extLst>
          </p:cNvPr>
          <p:cNvSpPr/>
          <p:nvPr/>
        </p:nvSpPr>
        <p:spPr>
          <a:xfrm>
            <a:off x="1328391" y="30184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DBE3BA-B789-04DD-B31A-BE903FF40730}"/>
              </a:ext>
            </a:extLst>
          </p:cNvPr>
          <p:cNvSpPr/>
          <p:nvPr/>
        </p:nvSpPr>
        <p:spPr>
          <a:xfrm>
            <a:off x="1334487" y="338416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ADB9D5-5B8E-31B1-8EBC-AF5E078CF286}"/>
              </a:ext>
            </a:extLst>
          </p:cNvPr>
          <p:cNvSpPr/>
          <p:nvPr/>
        </p:nvSpPr>
        <p:spPr>
          <a:xfrm>
            <a:off x="1328391" y="378936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ECC98D7-C547-A43E-79E5-86DB3A085F95}"/>
              </a:ext>
            </a:extLst>
          </p:cNvPr>
          <p:cNvSpPr/>
          <p:nvPr/>
        </p:nvSpPr>
        <p:spPr>
          <a:xfrm>
            <a:off x="1333666" y="4158731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5647C0A-1604-9273-D877-ED19A73DC84A}"/>
              </a:ext>
            </a:extLst>
          </p:cNvPr>
          <p:cNvSpPr txBox="1"/>
          <p:nvPr/>
        </p:nvSpPr>
        <p:spPr>
          <a:xfrm>
            <a:off x="296774" y="2391492"/>
            <a:ext cx="575479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800" dirty="0">
                <a:solidFill>
                  <a:schemeClr val="bg1"/>
                </a:solidFill>
              </a:rPr>
              <a:t>SÉLÉCTION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23E74E01-8AD6-A016-87B8-8F23D7E867C6}"/>
              </a:ext>
            </a:extLst>
          </p:cNvPr>
          <p:cNvSpPr>
            <a:spLocks noChangeAspect="1"/>
          </p:cNvSpPr>
          <p:nvPr/>
        </p:nvSpPr>
        <p:spPr>
          <a:xfrm>
            <a:off x="1437717" y="1379406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F5DB4F5E-F855-DF19-22B8-15AC83E3DCFA}"/>
              </a:ext>
            </a:extLst>
          </p:cNvPr>
          <p:cNvSpPr>
            <a:spLocks noChangeAspect="1"/>
          </p:cNvSpPr>
          <p:nvPr/>
        </p:nvSpPr>
        <p:spPr>
          <a:xfrm>
            <a:off x="1997307" y="909286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980D2CFC-62C8-2051-CB03-4552C04F9FB2}"/>
              </a:ext>
            </a:extLst>
          </p:cNvPr>
          <p:cNvSpPr>
            <a:spLocks noChangeAspect="1"/>
          </p:cNvSpPr>
          <p:nvPr/>
        </p:nvSpPr>
        <p:spPr>
          <a:xfrm>
            <a:off x="1991897" y="1720319"/>
            <a:ext cx="156550" cy="1474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362C83EB-DEE5-5209-9E2C-4C96D5EF1F32}"/>
              </a:ext>
            </a:extLst>
          </p:cNvPr>
          <p:cNvSpPr>
            <a:spLocks noChangeAspect="1"/>
          </p:cNvSpPr>
          <p:nvPr/>
        </p:nvSpPr>
        <p:spPr>
          <a:xfrm>
            <a:off x="1750817" y="1379406"/>
            <a:ext cx="156550" cy="147478"/>
          </a:xfrm>
          <a:prstGeom prst="ellipse">
            <a:avLst/>
          </a:prstGeom>
          <a:solidFill>
            <a:srgbClr val="B695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2715C128-C049-7220-A55E-7C7AD2BFDB92}"/>
              </a:ext>
            </a:extLst>
          </p:cNvPr>
          <p:cNvSpPr txBox="1"/>
          <p:nvPr/>
        </p:nvSpPr>
        <p:spPr>
          <a:xfrm>
            <a:off x="1373221" y="3092647"/>
            <a:ext cx="597365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600" dirty="0">
                <a:solidFill>
                  <a:schemeClr val="bg1"/>
                </a:solidFill>
              </a:rPr>
              <a:t>13.02.2007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E5B95898-C44F-DEA1-E39D-E2DD0820A878}"/>
              </a:ext>
            </a:extLst>
          </p:cNvPr>
          <p:cNvSpPr txBox="1"/>
          <p:nvPr/>
        </p:nvSpPr>
        <p:spPr>
          <a:xfrm>
            <a:off x="1421908" y="3440174"/>
            <a:ext cx="386193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600" dirty="0">
                <a:solidFill>
                  <a:schemeClr val="bg1"/>
                </a:solidFill>
              </a:rPr>
              <a:t>DROIT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D4A74603-AE32-05A3-9DAC-1F4E115B8F5D}"/>
              </a:ext>
            </a:extLst>
          </p:cNvPr>
          <p:cNvSpPr txBox="1"/>
          <p:nvPr/>
        </p:nvSpPr>
        <p:spPr>
          <a:xfrm>
            <a:off x="1401168" y="3851459"/>
            <a:ext cx="38619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600" dirty="0">
                <a:solidFill>
                  <a:schemeClr val="bg1"/>
                </a:solidFill>
              </a:rPr>
              <a:t>180.5CM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72EE3EE9-82B2-BC0C-5E42-1BAE1B882277}"/>
              </a:ext>
            </a:extLst>
          </p:cNvPr>
          <p:cNvSpPr txBox="1"/>
          <p:nvPr/>
        </p:nvSpPr>
        <p:spPr>
          <a:xfrm>
            <a:off x="1448162" y="4229060"/>
            <a:ext cx="386197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600" dirty="0">
                <a:solidFill>
                  <a:schemeClr val="bg1"/>
                </a:solidFill>
              </a:rPr>
              <a:t>75.1KG</a:t>
            </a:r>
          </a:p>
        </p:txBody>
      </p:sp>
      <p:pic>
        <p:nvPicPr>
          <p:cNvPr id="69" name="Image 68">
            <a:extLst>
              <a:ext uri="{FF2B5EF4-FFF2-40B4-BE49-F238E27FC236}">
                <a16:creationId xmlns:a16="http://schemas.microsoft.com/office/drawing/2014/main" id="{7FE21D10-DC50-7400-6144-3FCC4F6FBC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656" y="2265802"/>
            <a:ext cx="352955" cy="352955"/>
          </a:xfrm>
          <a:prstGeom prst="rect">
            <a:avLst/>
          </a:prstGeom>
        </p:spPr>
      </p:pic>
      <p:sp>
        <p:nvSpPr>
          <p:cNvPr id="111" name="Rectangle 110">
            <a:extLst>
              <a:ext uri="{FF2B5EF4-FFF2-40B4-BE49-F238E27FC236}">
                <a16:creationId xmlns:a16="http://schemas.microsoft.com/office/drawing/2014/main" id="{D6553A7F-1D95-BE9D-4739-0BF0AE0C5910}"/>
              </a:ext>
            </a:extLst>
          </p:cNvPr>
          <p:cNvSpPr/>
          <p:nvPr/>
        </p:nvSpPr>
        <p:spPr>
          <a:xfrm>
            <a:off x="2732536" y="3100881"/>
            <a:ext cx="2719446" cy="319678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BD576A83-3001-BF5A-96EE-28CF4D609A11}"/>
              </a:ext>
            </a:extLst>
          </p:cNvPr>
          <p:cNvSpPr txBox="1"/>
          <p:nvPr/>
        </p:nvSpPr>
        <p:spPr>
          <a:xfrm>
            <a:off x="2768750" y="3120092"/>
            <a:ext cx="125835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OFF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8F5D9C8-0D14-6141-8F09-FE19DC117143}"/>
              </a:ext>
            </a:extLst>
          </p:cNvPr>
          <p:cNvSpPr/>
          <p:nvPr/>
        </p:nvSpPr>
        <p:spPr>
          <a:xfrm>
            <a:off x="5558032" y="3096908"/>
            <a:ext cx="2719446" cy="319678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AB3D7D27-A7E6-9D50-4733-5E1E2869C54F}"/>
              </a:ext>
            </a:extLst>
          </p:cNvPr>
          <p:cNvSpPr/>
          <p:nvPr/>
        </p:nvSpPr>
        <p:spPr>
          <a:xfrm>
            <a:off x="8383528" y="3100881"/>
            <a:ext cx="2719446" cy="3196786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05DF81BA-6AEB-2773-3627-16F024486C9E}"/>
              </a:ext>
            </a:extLst>
          </p:cNvPr>
          <p:cNvSpPr txBox="1"/>
          <p:nvPr/>
        </p:nvSpPr>
        <p:spPr>
          <a:xfrm>
            <a:off x="5596129" y="3132284"/>
            <a:ext cx="125515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TECHNIQUE DEF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2A167477-327E-7F02-8764-4760FB618298}"/>
              </a:ext>
            </a:extLst>
          </p:cNvPr>
          <p:cNvSpPr txBox="1"/>
          <p:nvPr/>
        </p:nvSpPr>
        <p:spPr>
          <a:xfrm>
            <a:off x="8419742" y="3132284"/>
            <a:ext cx="7790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fr-FR" sz="1200" dirty="0">
                <a:solidFill>
                  <a:schemeClr val="bg1"/>
                </a:solidFill>
              </a:rPr>
              <a:t>TACTIQUE</a:t>
            </a:r>
          </a:p>
        </p:txBody>
      </p:sp>
      <p:sp>
        <p:nvSpPr>
          <p:cNvPr id="117" name="ZoneTexte 116">
            <a:extLst>
              <a:ext uri="{FF2B5EF4-FFF2-40B4-BE49-F238E27FC236}">
                <a16:creationId xmlns:a16="http://schemas.microsoft.com/office/drawing/2014/main" id="{7CE98BAC-8A91-99AF-B89E-24ED9002D1B7}"/>
              </a:ext>
            </a:extLst>
          </p:cNvPr>
          <p:cNvSpPr txBox="1"/>
          <p:nvPr/>
        </p:nvSpPr>
        <p:spPr>
          <a:xfrm>
            <a:off x="2967814" y="346161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de balle et enchainement 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DD3773F-E0D7-0A31-C0BD-F7F597A0177D}"/>
              </a:ext>
            </a:extLst>
          </p:cNvPr>
          <p:cNvSpPr/>
          <p:nvPr/>
        </p:nvSpPr>
        <p:spPr>
          <a:xfrm>
            <a:off x="2760037" y="3476836"/>
            <a:ext cx="132154" cy="978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C1E836FA-BB6D-7C93-B21E-7F4EFBBB9387}"/>
              </a:ext>
            </a:extLst>
          </p:cNvPr>
          <p:cNvSpPr/>
          <p:nvPr/>
        </p:nvSpPr>
        <p:spPr>
          <a:xfrm>
            <a:off x="5583642" y="3476835"/>
            <a:ext cx="132154" cy="978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321621C9-2D3F-C7D7-E871-679457C7A459}"/>
              </a:ext>
            </a:extLst>
          </p:cNvPr>
          <p:cNvSpPr txBox="1"/>
          <p:nvPr/>
        </p:nvSpPr>
        <p:spPr>
          <a:xfrm>
            <a:off x="8653319" y="339989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S’associer avec les autres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83BB78EB-F250-C4D5-8497-325AA46DE50B}"/>
              </a:ext>
            </a:extLst>
          </p:cNvPr>
          <p:cNvSpPr txBox="1"/>
          <p:nvPr/>
        </p:nvSpPr>
        <p:spPr>
          <a:xfrm>
            <a:off x="2961718" y="370808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Technique sous pression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0BF3E3D2-43AB-7C47-5662-74A33C791C07}"/>
              </a:ext>
            </a:extLst>
          </p:cNvPr>
          <p:cNvSpPr txBox="1"/>
          <p:nvPr/>
        </p:nvSpPr>
        <p:spPr>
          <a:xfrm>
            <a:off x="2961718" y="416320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1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ère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touche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6CFE84CE-310D-6B01-532B-81E34D4B0434}"/>
              </a:ext>
            </a:extLst>
          </p:cNvPr>
          <p:cNvSpPr txBox="1"/>
          <p:nvPr/>
        </p:nvSpPr>
        <p:spPr>
          <a:xfrm>
            <a:off x="5730161" y="346160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Cadrage porteur / Orientation 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D144050A-294E-A2C4-B2C8-D7EC2BD2953B}"/>
              </a:ext>
            </a:extLst>
          </p:cNvPr>
          <p:cNvSpPr txBox="1"/>
          <p:nvPr/>
        </p:nvSpPr>
        <p:spPr>
          <a:xfrm>
            <a:off x="5721773" y="369381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aérien 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F156649D-C467-A90D-ADBC-3650AF6C13C4}"/>
              </a:ext>
            </a:extLst>
          </p:cNvPr>
          <p:cNvSpPr txBox="1"/>
          <p:nvPr/>
        </p:nvSpPr>
        <p:spPr>
          <a:xfrm>
            <a:off x="5724065" y="391748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Distance d’intervention</a:t>
            </a:r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BD64DC36-3E40-1754-150B-9E4EFC16BB12}"/>
              </a:ext>
            </a:extLst>
          </p:cNvPr>
          <p:cNvSpPr txBox="1"/>
          <p:nvPr/>
        </p:nvSpPr>
        <p:spPr>
          <a:xfrm>
            <a:off x="8653319" y="359760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offensives</a:t>
            </a:r>
          </a:p>
        </p:txBody>
      </p:sp>
      <p:sp>
        <p:nvSpPr>
          <p:cNvPr id="127" name="ZoneTexte 126">
            <a:extLst>
              <a:ext uri="{FF2B5EF4-FFF2-40B4-BE49-F238E27FC236}">
                <a16:creationId xmlns:a16="http://schemas.microsoft.com/office/drawing/2014/main" id="{7C72AA0F-2E54-B4B3-D898-B259A45BB72F}"/>
              </a:ext>
            </a:extLst>
          </p:cNvPr>
          <p:cNvSpPr txBox="1"/>
          <p:nvPr/>
        </p:nvSpPr>
        <p:spPr>
          <a:xfrm>
            <a:off x="8666497" y="546576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Lecture des situations défensives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B3898CF1-0AE1-4DF0-AD0A-BFD044DF8B2F}"/>
              </a:ext>
            </a:extLst>
          </p:cNvPr>
          <p:cNvSpPr txBox="1"/>
          <p:nvPr/>
        </p:nvSpPr>
        <p:spPr>
          <a:xfrm>
            <a:off x="8655611" y="376964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reconnaitre son rôle</a:t>
            </a:r>
          </a:p>
        </p:txBody>
      </p:sp>
      <p:sp>
        <p:nvSpPr>
          <p:cNvPr id="129" name="ZoneTexte 128">
            <a:extLst>
              <a:ext uri="{FF2B5EF4-FFF2-40B4-BE49-F238E27FC236}">
                <a16:creationId xmlns:a16="http://schemas.microsoft.com/office/drawing/2014/main" id="{F8848CAB-4247-268A-B9C7-73C693A1BC5D}"/>
              </a:ext>
            </a:extLst>
          </p:cNvPr>
          <p:cNvSpPr txBox="1"/>
          <p:nvPr/>
        </p:nvSpPr>
        <p:spPr>
          <a:xfrm>
            <a:off x="8655611" y="397253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Prise d’informations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320CBF77-D0D8-86F4-E134-37A4782BCADA}"/>
              </a:ext>
            </a:extLst>
          </p:cNvPr>
          <p:cNvSpPr txBox="1"/>
          <p:nvPr/>
        </p:nvSpPr>
        <p:spPr>
          <a:xfrm>
            <a:off x="2961718" y="440144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Qualité de la conduite de balle</a:t>
            </a:r>
          </a:p>
        </p:txBody>
      </p:sp>
      <p:sp>
        <p:nvSpPr>
          <p:cNvPr id="131" name="ZoneTexte 130">
            <a:extLst>
              <a:ext uri="{FF2B5EF4-FFF2-40B4-BE49-F238E27FC236}">
                <a16:creationId xmlns:a16="http://schemas.microsoft.com/office/drawing/2014/main" id="{6E877507-E5D1-ED1A-D542-E8EC0CB4C7F0}"/>
              </a:ext>
            </a:extLst>
          </p:cNvPr>
          <p:cNvSpPr txBox="1"/>
          <p:nvPr/>
        </p:nvSpPr>
        <p:spPr>
          <a:xfrm>
            <a:off x="2967814" y="462700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Orientation du corps</a:t>
            </a:r>
          </a:p>
        </p:txBody>
      </p:sp>
      <p:sp>
        <p:nvSpPr>
          <p:cNvPr id="132" name="ZoneTexte 131">
            <a:extLst>
              <a:ext uri="{FF2B5EF4-FFF2-40B4-BE49-F238E27FC236}">
                <a16:creationId xmlns:a16="http://schemas.microsoft.com/office/drawing/2014/main" id="{CCDA73E9-0298-5EEF-1272-31266C07F151}"/>
              </a:ext>
            </a:extLst>
          </p:cNvPr>
          <p:cNvSpPr txBox="1"/>
          <p:nvPr/>
        </p:nvSpPr>
        <p:spPr>
          <a:xfrm>
            <a:off x="8655611" y="4188501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Volonté de jouer vers l’avant</a:t>
            </a:r>
          </a:p>
        </p:txBody>
      </p:sp>
      <p:sp>
        <p:nvSpPr>
          <p:cNvPr id="133" name="ZoneTexte 132">
            <a:extLst>
              <a:ext uri="{FF2B5EF4-FFF2-40B4-BE49-F238E27FC236}">
                <a16:creationId xmlns:a16="http://schemas.microsoft.com/office/drawing/2014/main" id="{699B82EA-DC9E-D963-7CA7-8C87E07F756C}"/>
              </a:ext>
            </a:extLst>
          </p:cNvPr>
          <p:cNvSpPr txBox="1"/>
          <p:nvPr/>
        </p:nvSpPr>
        <p:spPr>
          <a:xfrm>
            <a:off x="8655611" y="439656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Détacher son regard du ballon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558DDEC6-1E46-8B80-5828-D9CB17DE1A26}"/>
              </a:ext>
            </a:extLst>
          </p:cNvPr>
          <p:cNvSpPr txBox="1"/>
          <p:nvPr/>
        </p:nvSpPr>
        <p:spPr>
          <a:xfrm>
            <a:off x="5724065" y="4168055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Présence 2</a:t>
            </a:r>
            <a:r>
              <a:rPr lang="fr-FR" sz="1000" baseline="30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nd</a:t>
            </a:r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ballon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D4B9E816-B252-0026-CBE9-3A841A10E6E4}"/>
              </a:ext>
            </a:extLst>
          </p:cNvPr>
          <p:cNvSpPr txBox="1"/>
          <p:nvPr/>
        </p:nvSpPr>
        <p:spPr>
          <a:xfrm>
            <a:off x="8655611" y="460771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Changement de statut rapide 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B3D30515-0F5C-EA92-B627-61A97140EEE6}"/>
              </a:ext>
            </a:extLst>
          </p:cNvPr>
          <p:cNvSpPr txBox="1"/>
          <p:nvPr/>
        </p:nvSpPr>
        <p:spPr>
          <a:xfrm>
            <a:off x="5724065" y="442284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Défendre les lignes de passes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CD44A974-2775-3625-6182-8C0EAF9133CC}"/>
              </a:ext>
            </a:extLst>
          </p:cNvPr>
          <p:cNvSpPr txBox="1"/>
          <p:nvPr/>
        </p:nvSpPr>
        <p:spPr>
          <a:xfrm>
            <a:off x="5724065" y="466233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Défendre en avançant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4C188892-8A2D-6270-4182-F2905C275A4D}"/>
              </a:ext>
            </a:extLst>
          </p:cNvPr>
          <p:cNvSpPr txBox="1"/>
          <p:nvPr/>
        </p:nvSpPr>
        <p:spPr>
          <a:xfrm>
            <a:off x="8666497" y="4824612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de position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4EA5FC43-7DEB-032C-1F15-AC2477057D53}"/>
              </a:ext>
            </a:extLst>
          </p:cNvPr>
          <p:cNvSpPr txBox="1"/>
          <p:nvPr/>
        </p:nvSpPr>
        <p:spPr>
          <a:xfrm>
            <a:off x="8666497" y="504197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Gestion du rythme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B3ABAE1E-FCEC-6C92-3A0D-653517E393FC}"/>
              </a:ext>
            </a:extLst>
          </p:cNvPr>
          <p:cNvSpPr txBox="1"/>
          <p:nvPr/>
        </p:nvSpPr>
        <p:spPr>
          <a:xfrm>
            <a:off x="2961718" y="485953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Avant dernière et dernière passe</a:t>
            </a:r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82AE2C21-7B31-71B6-04C3-38DE84B17C86}"/>
              </a:ext>
            </a:extLst>
          </p:cNvPr>
          <p:cNvSpPr txBox="1"/>
          <p:nvPr/>
        </p:nvSpPr>
        <p:spPr>
          <a:xfrm>
            <a:off x="2961718" y="507724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Finition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FBA459E7-FFB5-87A5-C8D5-C322D7FCCA1E}"/>
              </a:ext>
            </a:extLst>
          </p:cNvPr>
          <p:cNvSpPr txBox="1"/>
          <p:nvPr/>
        </p:nvSpPr>
        <p:spPr>
          <a:xfrm>
            <a:off x="2950832" y="394549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s’orienter sur une touche 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A3BDF275-DBDF-19A6-246C-63ADD2DDDDE6}"/>
              </a:ext>
            </a:extLst>
          </p:cNvPr>
          <p:cNvSpPr txBox="1"/>
          <p:nvPr/>
        </p:nvSpPr>
        <p:spPr>
          <a:xfrm>
            <a:off x="2950832" y="529496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en une touche de balle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E0C87E91-8423-C927-1905-135F11CEC7A3}"/>
              </a:ext>
            </a:extLst>
          </p:cNvPr>
          <p:cNvSpPr txBox="1"/>
          <p:nvPr/>
        </p:nvSpPr>
        <p:spPr>
          <a:xfrm>
            <a:off x="8666497" y="5270260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Capacité à orienter le jeu 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D6DAD078-ACA8-4341-E0A4-D448477E2098}"/>
              </a:ext>
            </a:extLst>
          </p:cNvPr>
          <p:cNvSpPr txBox="1"/>
          <p:nvPr/>
        </p:nvSpPr>
        <p:spPr>
          <a:xfrm>
            <a:off x="8666497" y="569077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Gestion des situations de crise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78AEA23C-CCEF-3DF6-86A8-A12B37B9EEE6}"/>
              </a:ext>
            </a:extLst>
          </p:cNvPr>
          <p:cNvSpPr txBox="1"/>
          <p:nvPr/>
        </p:nvSpPr>
        <p:spPr>
          <a:xfrm>
            <a:off x="8666497" y="5911408"/>
            <a:ext cx="247142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Préventif et accompagnement du bloc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62C23B0B-6917-CD4B-CE92-78218CFBE076}"/>
              </a:ext>
            </a:extLst>
          </p:cNvPr>
          <p:cNvSpPr txBox="1"/>
          <p:nvPr/>
        </p:nvSpPr>
        <p:spPr>
          <a:xfrm>
            <a:off x="2939947" y="5534449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court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22FA3639-02EF-90AA-3DC2-CE9A54563291}"/>
              </a:ext>
            </a:extLst>
          </p:cNvPr>
          <p:cNvSpPr txBox="1"/>
          <p:nvPr/>
        </p:nvSpPr>
        <p:spPr>
          <a:xfrm>
            <a:off x="2939947" y="5752163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Jeu long</a:t>
            </a:r>
          </a:p>
        </p:txBody>
      </p:sp>
      <p:sp>
        <p:nvSpPr>
          <p:cNvPr id="149" name="ZoneTexte 148">
            <a:extLst>
              <a:ext uri="{FF2B5EF4-FFF2-40B4-BE49-F238E27FC236}">
                <a16:creationId xmlns:a16="http://schemas.microsoft.com/office/drawing/2014/main" id="{85DB7B55-B0EE-AE41-5914-A0CE206B319A}"/>
              </a:ext>
            </a:extLst>
          </p:cNvPr>
          <p:cNvSpPr txBox="1"/>
          <p:nvPr/>
        </p:nvSpPr>
        <p:spPr>
          <a:xfrm>
            <a:off x="2961718" y="5969194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Utilisation des deux pieds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E04F5CD0-339C-5DC4-E4A4-5F2360CA1955}"/>
              </a:ext>
            </a:extLst>
          </p:cNvPr>
          <p:cNvSpPr txBox="1"/>
          <p:nvPr/>
        </p:nvSpPr>
        <p:spPr>
          <a:xfrm>
            <a:off x="5721773" y="4893248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Engagement dans le duel </a:t>
            </a:r>
          </a:p>
        </p:txBody>
      </p:sp>
      <p:sp>
        <p:nvSpPr>
          <p:cNvPr id="151" name="ZoneTexte 150">
            <a:extLst>
              <a:ext uri="{FF2B5EF4-FFF2-40B4-BE49-F238E27FC236}">
                <a16:creationId xmlns:a16="http://schemas.microsoft.com/office/drawing/2014/main" id="{D5B3C222-F1FD-3A65-6C41-FFB004A7E9F6}"/>
              </a:ext>
            </a:extLst>
          </p:cNvPr>
          <p:cNvSpPr txBox="1"/>
          <p:nvPr/>
        </p:nvSpPr>
        <p:spPr>
          <a:xfrm>
            <a:off x="5715796" y="5114377"/>
            <a:ext cx="23287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Anticipation / interception</a:t>
            </a: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1E9C3F00-1196-0027-2AA0-5A6CD79CE9F4}"/>
              </a:ext>
            </a:extLst>
          </p:cNvPr>
          <p:cNvSpPr/>
          <p:nvPr/>
        </p:nvSpPr>
        <p:spPr>
          <a:xfrm>
            <a:off x="2760037" y="3721872"/>
            <a:ext cx="132154" cy="978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E49A142F-5BD2-E8F6-3A7F-52C1E105962B}"/>
              </a:ext>
            </a:extLst>
          </p:cNvPr>
          <p:cNvSpPr/>
          <p:nvPr/>
        </p:nvSpPr>
        <p:spPr>
          <a:xfrm>
            <a:off x="2767350" y="5094507"/>
            <a:ext cx="132154" cy="978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FE73E79D-414C-85F6-2E6D-8F18B78E9B68}"/>
              </a:ext>
            </a:extLst>
          </p:cNvPr>
          <p:cNvSpPr/>
          <p:nvPr/>
        </p:nvSpPr>
        <p:spPr>
          <a:xfrm>
            <a:off x="2760037" y="3966908"/>
            <a:ext cx="132154" cy="978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65263E3A-A77D-8999-7913-A529D82D3867}"/>
              </a:ext>
            </a:extLst>
          </p:cNvPr>
          <p:cNvSpPr/>
          <p:nvPr/>
        </p:nvSpPr>
        <p:spPr>
          <a:xfrm>
            <a:off x="2760037" y="4176085"/>
            <a:ext cx="132154" cy="978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CD6CF693-5CD4-C226-0DCF-A0455C0825ED}"/>
              </a:ext>
            </a:extLst>
          </p:cNvPr>
          <p:cNvSpPr/>
          <p:nvPr/>
        </p:nvSpPr>
        <p:spPr>
          <a:xfrm>
            <a:off x="2758653" y="4402284"/>
            <a:ext cx="132154" cy="978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A0E859BE-E610-F0F1-F46E-A19E2C9E9807}"/>
              </a:ext>
            </a:extLst>
          </p:cNvPr>
          <p:cNvSpPr/>
          <p:nvPr/>
        </p:nvSpPr>
        <p:spPr>
          <a:xfrm>
            <a:off x="2758653" y="4641343"/>
            <a:ext cx="132154" cy="978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80FE72D-4156-B12B-81D2-7EA15F00A450}"/>
              </a:ext>
            </a:extLst>
          </p:cNvPr>
          <p:cNvSpPr/>
          <p:nvPr/>
        </p:nvSpPr>
        <p:spPr>
          <a:xfrm>
            <a:off x="2758653" y="4874425"/>
            <a:ext cx="132154" cy="978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18288CE9-3012-E5A8-8AAB-FEC8DD9DFD75}"/>
              </a:ext>
            </a:extLst>
          </p:cNvPr>
          <p:cNvSpPr/>
          <p:nvPr/>
        </p:nvSpPr>
        <p:spPr>
          <a:xfrm>
            <a:off x="2760036" y="5544697"/>
            <a:ext cx="132154" cy="978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7A4A3B01-A416-26F5-E880-BD83D5CFAD4A}"/>
              </a:ext>
            </a:extLst>
          </p:cNvPr>
          <p:cNvSpPr/>
          <p:nvPr/>
        </p:nvSpPr>
        <p:spPr>
          <a:xfrm>
            <a:off x="2760036" y="5777780"/>
            <a:ext cx="132154" cy="978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4267836-509E-921A-7E2D-9F28E6C5EAFA}"/>
              </a:ext>
            </a:extLst>
          </p:cNvPr>
          <p:cNvSpPr/>
          <p:nvPr/>
        </p:nvSpPr>
        <p:spPr>
          <a:xfrm>
            <a:off x="2764630" y="5980072"/>
            <a:ext cx="132154" cy="978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0BC8271-3B6D-03A6-9DF3-DF688AF397C2}"/>
              </a:ext>
            </a:extLst>
          </p:cNvPr>
          <p:cNvSpPr/>
          <p:nvPr/>
        </p:nvSpPr>
        <p:spPr>
          <a:xfrm>
            <a:off x="2758653" y="5310707"/>
            <a:ext cx="132154" cy="978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91D7417A-42E8-D633-1D44-A38C51D49B26}"/>
              </a:ext>
            </a:extLst>
          </p:cNvPr>
          <p:cNvSpPr/>
          <p:nvPr/>
        </p:nvSpPr>
        <p:spPr>
          <a:xfrm>
            <a:off x="5577666" y="3703941"/>
            <a:ext cx="132154" cy="978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01AE5A4-7EE2-6196-40A3-C96D9D75BA75}"/>
              </a:ext>
            </a:extLst>
          </p:cNvPr>
          <p:cNvSpPr/>
          <p:nvPr/>
        </p:nvSpPr>
        <p:spPr>
          <a:xfrm>
            <a:off x="5577666" y="3937023"/>
            <a:ext cx="132154" cy="978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788F6584-00D5-D7C7-C9C7-C31AABDB4E75}"/>
              </a:ext>
            </a:extLst>
          </p:cNvPr>
          <p:cNvSpPr/>
          <p:nvPr/>
        </p:nvSpPr>
        <p:spPr>
          <a:xfrm>
            <a:off x="5587662" y="4904007"/>
            <a:ext cx="132154" cy="978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BAEEFFC9-E2E8-E220-D17C-C678323E8C36}"/>
              </a:ext>
            </a:extLst>
          </p:cNvPr>
          <p:cNvSpPr/>
          <p:nvPr/>
        </p:nvSpPr>
        <p:spPr>
          <a:xfrm>
            <a:off x="5575221" y="4187928"/>
            <a:ext cx="132154" cy="978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F6CF8B33-BD5F-515F-BF81-41175293158F}"/>
              </a:ext>
            </a:extLst>
          </p:cNvPr>
          <p:cNvSpPr/>
          <p:nvPr/>
        </p:nvSpPr>
        <p:spPr>
          <a:xfrm>
            <a:off x="5575221" y="4438940"/>
            <a:ext cx="132154" cy="978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EAFC76D2-B035-9BB4-8A57-96AB92615A0F}"/>
              </a:ext>
            </a:extLst>
          </p:cNvPr>
          <p:cNvSpPr/>
          <p:nvPr/>
        </p:nvSpPr>
        <p:spPr>
          <a:xfrm>
            <a:off x="5581197" y="5138187"/>
            <a:ext cx="132154" cy="978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5877FDA0-EF23-9D66-399A-FE670BC25936}"/>
              </a:ext>
            </a:extLst>
          </p:cNvPr>
          <p:cNvSpPr/>
          <p:nvPr/>
        </p:nvSpPr>
        <p:spPr>
          <a:xfrm>
            <a:off x="5583642" y="4677641"/>
            <a:ext cx="132154" cy="978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A202B74B-48DD-808D-3DC4-9AD14E82CFD4}"/>
              </a:ext>
            </a:extLst>
          </p:cNvPr>
          <p:cNvSpPr/>
          <p:nvPr/>
        </p:nvSpPr>
        <p:spPr>
          <a:xfrm>
            <a:off x="8431974" y="3422940"/>
            <a:ext cx="132154" cy="978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C2F7C399-FEC8-603D-41B6-9910769FBBE1}"/>
              </a:ext>
            </a:extLst>
          </p:cNvPr>
          <p:cNvSpPr/>
          <p:nvPr/>
        </p:nvSpPr>
        <p:spPr>
          <a:xfrm>
            <a:off x="8431974" y="3620163"/>
            <a:ext cx="132154" cy="978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3A23C856-0725-A3B7-E167-17656C67C4F4}"/>
              </a:ext>
            </a:extLst>
          </p:cNvPr>
          <p:cNvSpPr/>
          <p:nvPr/>
        </p:nvSpPr>
        <p:spPr>
          <a:xfrm>
            <a:off x="8431974" y="3805433"/>
            <a:ext cx="132154" cy="978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3A6FF1BC-266B-E185-8CA7-1EEFA879D260}"/>
              </a:ext>
            </a:extLst>
          </p:cNvPr>
          <p:cNvSpPr/>
          <p:nvPr/>
        </p:nvSpPr>
        <p:spPr>
          <a:xfrm>
            <a:off x="8431974" y="4002657"/>
            <a:ext cx="132154" cy="978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B4B835DD-B0A2-B8BD-9485-915C93CE7D7A}"/>
              </a:ext>
            </a:extLst>
          </p:cNvPr>
          <p:cNvSpPr/>
          <p:nvPr/>
        </p:nvSpPr>
        <p:spPr>
          <a:xfrm>
            <a:off x="8440395" y="4211941"/>
            <a:ext cx="132154" cy="978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328F1BE1-3728-6500-D6EB-8625339F8D59}"/>
              </a:ext>
            </a:extLst>
          </p:cNvPr>
          <p:cNvSpPr/>
          <p:nvPr/>
        </p:nvSpPr>
        <p:spPr>
          <a:xfrm>
            <a:off x="8443927" y="4415034"/>
            <a:ext cx="132154" cy="978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2E555C13-6CE3-A684-54C8-ECD39BF80162}"/>
              </a:ext>
            </a:extLst>
          </p:cNvPr>
          <p:cNvSpPr/>
          <p:nvPr/>
        </p:nvSpPr>
        <p:spPr>
          <a:xfrm>
            <a:off x="8443927" y="4839364"/>
            <a:ext cx="132154" cy="978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9A0790A1-6832-582D-0396-834659A4ECAE}"/>
              </a:ext>
            </a:extLst>
          </p:cNvPr>
          <p:cNvSpPr/>
          <p:nvPr/>
        </p:nvSpPr>
        <p:spPr>
          <a:xfrm>
            <a:off x="8446372" y="4624317"/>
            <a:ext cx="132154" cy="978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DCFCB296-F755-9124-F0C0-6C5713D444D5}"/>
              </a:ext>
            </a:extLst>
          </p:cNvPr>
          <p:cNvSpPr/>
          <p:nvPr/>
        </p:nvSpPr>
        <p:spPr>
          <a:xfrm>
            <a:off x="8449904" y="5054517"/>
            <a:ext cx="132154" cy="978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A314F2B7-9564-F9AF-C35A-BA1A68DC1A21}"/>
              </a:ext>
            </a:extLst>
          </p:cNvPr>
          <p:cNvSpPr/>
          <p:nvPr/>
        </p:nvSpPr>
        <p:spPr>
          <a:xfrm>
            <a:off x="8455881" y="5287599"/>
            <a:ext cx="132154" cy="978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22C4CBCF-A8DC-E624-B4C8-3B996DFA3BC5}"/>
              </a:ext>
            </a:extLst>
          </p:cNvPr>
          <p:cNvSpPr/>
          <p:nvPr/>
        </p:nvSpPr>
        <p:spPr>
          <a:xfrm>
            <a:off x="8455881" y="5496775"/>
            <a:ext cx="132154" cy="978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107A7E6B-97B7-2E31-F5A3-4832576B6407}"/>
              </a:ext>
            </a:extLst>
          </p:cNvPr>
          <p:cNvSpPr/>
          <p:nvPr/>
        </p:nvSpPr>
        <p:spPr>
          <a:xfrm>
            <a:off x="8455881" y="5711928"/>
            <a:ext cx="132154" cy="978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1A0FBE1-3F0A-585B-3C37-661A2BC6F462}"/>
              </a:ext>
            </a:extLst>
          </p:cNvPr>
          <p:cNvSpPr/>
          <p:nvPr/>
        </p:nvSpPr>
        <p:spPr>
          <a:xfrm>
            <a:off x="8455881" y="5933057"/>
            <a:ext cx="132154" cy="978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3" name="ZoneTexte 182">
            <a:extLst>
              <a:ext uri="{FF2B5EF4-FFF2-40B4-BE49-F238E27FC236}">
                <a16:creationId xmlns:a16="http://schemas.microsoft.com/office/drawing/2014/main" id="{F2223892-C1A5-9414-DBD7-E6DCA61906B4}"/>
              </a:ext>
            </a:extLst>
          </p:cNvPr>
          <p:cNvSpPr txBox="1"/>
          <p:nvPr/>
        </p:nvSpPr>
        <p:spPr>
          <a:xfrm>
            <a:off x="8666497" y="6111178"/>
            <a:ext cx="247142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fr-FR" sz="1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Communication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2A846661-CDEE-1A50-FB50-FC5E1735F055}"/>
              </a:ext>
            </a:extLst>
          </p:cNvPr>
          <p:cNvSpPr/>
          <p:nvPr/>
        </p:nvSpPr>
        <p:spPr>
          <a:xfrm>
            <a:off x="8456950" y="6122460"/>
            <a:ext cx="132154" cy="978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034B7AC-2A30-DB1A-C4F7-AB282656BD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1576" y="870628"/>
            <a:ext cx="463437" cy="4489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67805DC-5526-2791-0C06-B3B05DDED4E3}"/>
              </a:ext>
            </a:extLst>
          </p:cNvPr>
          <p:cNvSpPr/>
          <p:nvPr/>
        </p:nvSpPr>
        <p:spPr>
          <a:xfrm>
            <a:off x="3144999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F5A1518-49EA-CCFD-A704-DC3AD1235E27}"/>
              </a:ext>
            </a:extLst>
          </p:cNvPr>
          <p:cNvSpPr/>
          <p:nvPr/>
        </p:nvSpPr>
        <p:spPr>
          <a:xfrm>
            <a:off x="3874544" y="573910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4BB115-ABDA-171B-6DB9-2CEEC9A4E1ED}"/>
              </a:ext>
            </a:extLst>
          </p:cNvPr>
          <p:cNvSpPr/>
          <p:nvPr/>
        </p:nvSpPr>
        <p:spPr>
          <a:xfrm>
            <a:off x="4609099" y="567814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457A6C7-D9B4-6B54-DD9F-DDD8D0B814CC}"/>
              </a:ext>
            </a:extLst>
          </p:cNvPr>
          <p:cNvSpPr/>
          <p:nvPr/>
        </p:nvSpPr>
        <p:spPr>
          <a:xfrm>
            <a:off x="5338644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24297E8-1462-FB7E-45DF-0BC2F37EBFA9}"/>
              </a:ext>
            </a:extLst>
          </p:cNvPr>
          <p:cNvSpPr/>
          <p:nvPr/>
        </p:nvSpPr>
        <p:spPr>
          <a:xfrm>
            <a:off x="6067498" y="580007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108" name="Graphique 107">
            <a:extLst>
              <a:ext uri="{FF2B5EF4-FFF2-40B4-BE49-F238E27FC236}">
                <a16:creationId xmlns:a16="http://schemas.microsoft.com/office/drawing/2014/main" id="{A5513013-9251-5349-5A3D-4C7E8AD287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34742" y="563556"/>
            <a:ext cx="307072" cy="307072"/>
          </a:xfrm>
          <a:prstGeom prst="rect">
            <a:avLst/>
          </a:prstGeom>
        </p:spPr>
      </p:pic>
      <p:sp>
        <p:nvSpPr>
          <p:cNvPr id="109" name="Rectangle 108">
            <a:extLst>
              <a:ext uri="{FF2B5EF4-FFF2-40B4-BE49-F238E27FC236}">
                <a16:creationId xmlns:a16="http://schemas.microsoft.com/office/drawing/2014/main" id="{DA196752-B27B-F264-29FE-C0716C3D41A2}"/>
              </a:ext>
            </a:extLst>
          </p:cNvPr>
          <p:cNvSpPr/>
          <p:nvPr/>
        </p:nvSpPr>
        <p:spPr>
          <a:xfrm>
            <a:off x="3144999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565659C-D6B7-9321-18BD-7D5FA84B92DC}"/>
              </a:ext>
            </a:extLst>
          </p:cNvPr>
          <p:cNvSpPr/>
          <p:nvPr/>
        </p:nvSpPr>
        <p:spPr>
          <a:xfrm>
            <a:off x="3874544" y="98234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26293CC2-EEF1-9A49-D75F-DD357F9338E5}"/>
              </a:ext>
            </a:extLst>
          </p:cNvPr>
          <p:cNvSpPr/>
          <p:nvPr/>
        </p:nvSpPr>
        <p:spPr>
          <a:xfrm>
            <a:off x="4609099" y="97624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DC8365E2-E3F4-F61D-ED5F-3FCA324A62C6}"/>
              </a:ext>
            </a:extLst>
          </p:cNvPr>
          <p:cNvSpPr/>
          <p:nvPr/>
        </p:nvSpPr>
        <p:spPr>
          <a:xfrm>
            <a:off x="5338644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578BC5FE-A357-6484-43AD-119AA9E05F4D}"/>
              </a:ext>
            </a:extLst>
          </p:cNvPr>
          <p:cNvSpPr/>
          <p:nvPr/>
        </p:nvSpPr>
        <p:spPr>
          <a:xfrm>
            <a:off x="6067498" y="98843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9C2229B-5DC5-BDA0-AD2F-AAF8EA549F58}"/>
              </a:ext>
            </a:extLst>
          </p:cNvPr>
          <p:cNvSpPr/>
          <p:nvPr/>
        </p:nvSpPr>
        <p:spPr>
          <a:xfrm>
            <a:off x="3144999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A4DB1FD7-73E7-EC2C-EB39-8CC63EB9B154}"/>
              </a:ext>
            </a:extLst>
          </p:cNvPr>
          <p:cNvSpPr/>
          <p:nvPr/>
        </p:nvSpPr>
        <p:spPr>
          <a:xfrm>
            <a:off x="3874544" y="140906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6C1436AD-5C4A-79CC-463B-B763A1D53515}"/>
              </a:ext>
            </a:extLst>
          </p:cNvPr>
          <p:cNvSpPr/>
          <p:nvPr/>
        </p:nvSpPr>
        <p:spPr>
          <a:xfrm>
            <a:off x="4609099" y="140296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F2421EC6-5AF9-4E9D-2C61-9D3822B769F8}"/>
              </a:ext>
            </a:extLst>
          </p:cNvPr>
          <p:cNvSpPr/>
          <p:nvPr/>
        </p:nvSpPr>
        <p:spPr>
          <a:xfrm>
            <a:off x="5338644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549BE8EB-4CC2-2118-6484-9F5308858598}"/>
              </a:ext>
            </a:extLst>
          </p:cNvPr>
          <p:cNvSpPr/>
          <p:nvPr/>
        </p:nvSpPr>
        <p:spPr>
          <a:xfrm>
            <a:off x="6067498" y="141515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214" name="Image 213">
            <a:extLst>
              <a:ext uri="{FF2B5EF4-FFF2-40B4-BE49-F238E27FC236}">
                <a16:creationId xmlns:a16="http://schemas.microsoft.com/office/drawing/2014/main" id="{D5255864-59FE-7C6F-62E5-01C872478C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42463" y="1369788"/>
            <a:ext cx="293945" cy="2778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4216696-3C34-4584-5180-AF9ECCCDDF28}"/>
              </a:ext>
            </a:extLst>
          </p:cNvPr>
          <p:cNvSpPr/>
          <p:nvPr/>
        </p:nvSpPr>
        <p:spPr>
          <a:xfrm>
            <a:off x="3144999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D2B6FE-FE43-8D2F-D8CB-A8FF2C58D283}"/>
              </a:ext>
            </a:extLst>
          </p:cNvPr>
          <p:cNvSpPr/>
          <p:nvPr/>
        </p:nvSpPr>
        <p:spPr>
          <a:xfrm>
            <a:off x="3874544" y="1835782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59626A-C84B-9668-1117-01329B6DEBC1}"/>
              </a:ext>
            </a:extLst>
          </p:cNvPr>
          <p:cNvSpPr/>
          <p:nvPr/>
        </p:nvSpPr>
        <p:spPr>
          <a:xfrm>
            <a:off x="4609099" y="1829686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8945FF-AD48-35CB-6FCD-740DBDBCC2FA}"/>
              </a:ext>
            </a:extLst>
          </p:cNvPr>
          <p:cNvSpPr/>
          <p:nvPr/>
        </p:nvSpPr>
        <p:spPr>
          <a:xfrm>
            <a:off x="5338644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3EF863-1016-7B26-8CF4-6491105986E3}"/>
              </a:ext>
            </a:extLst>
          </p:cNvPr>
          <p:cNvSpPr/>
          <p:nvPr/>
        </p:nvSpPr>
        <p:spPr>
          <a:xfrm>
            <a:off x="6067498" y="1841879"/>
            <a:ext cx="499872" cy="222637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144000" rIns="144000" bIns="144000" rtlCol="0" anchor="t" anchorCtr="0"/>
          <a:lstStyle/>
          <a:p>
            <a:pPr algn="l"/>
            <a:endParaRPr lang="fr-FR" sz="1400" dirty="0" err="1">
              <a:solidFill>
                <a:schemeClr val="bg1"/>
              </a:solidFill>
            </a:endParaRP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3AE2C97F-9E91-826A-0F6B-C9DC3F820F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82428" y="1835393"/>
            <a:ext cx="222863" cy="278579"/>
          </a:xfrm>
          <a:prstGeom prst="rect">
            <a:avLst/>
          </a:prstGeom>
        </p:spPr>
      </p:pic>
      <p:pic>
        <p:nvPicPr>
          <p:cNvPr id="45" name="Image 44">
            <a:extLst>
              <a:ext uri="{FF2B5EF4-FFF2-40B4-BE49-F238E27FC236}">
                <a16:creationId xmlns:a16="http://schemas.microsoft.com/office/drawing/2014/main" id="{79B210FC-F6C9-6E57-81E9-47CDD1E90B4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798" y="1809365"/>
            <a:ext cx="296513" cy="29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740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90">
      <a:dk1>
        <a:sysClr val="windowText" lastClr="000000"/>
      </a:dk1>
      <a:lt1>
        <a:sysClr val="window" lastClr="FFFFFF"/>
      </a:lt1>
      <a:dk2>
        <a:srgbClr val="7F7F7F"/>
      </a:dk2>
      <a:lt2>
        <a:srgbClr val="D8D8D8"/>
      </a:lt2>
      <a:accent1>
        <a:srgbClr val="0B4A89"/>
      </a:accent1>
      <a:accent2>
        <a:srgbClr val="0B61AC"/>
      </a:accent2>
      <a:accent3>
        <a:srgbClr val="3C81BD"/>
      </a:accent3>
      <a:accent4>
        <a:srgbClr val="6DA0CD"/>
      </a:accent4>
      <a:accent5>
        <a:srgbClr val="9DC0DE"/>
      </a:accent5>
      <a:accent6>
        <a:srgbClr val="CEDFEE"/>
      </a:accent6>
      <a:hlink>
        <a:srgbClr val="000000"/>
      </a:hlink>
      <a:folHlink>
        <a:srgbClr val="000000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288000" tIns="144000" rIns="144000" bIns="144000" rtlCol="0" anchor="t" anchorCtr="0"/>
      <a:lstStyle>
        <a:defPPr algn="l">
          <a:defRPr sz="14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M_PowerPoint_2026-02-27.potx" id="{DF3612FC-EDCE-4203-8D57-49F1927BD6EC}" vid="{48407813-946E-4201-8363-4C3D5CF0F9C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enutzerdefiniert 68">
      <a:majorFont>
        <a:latin typeface="OM Marseille Light"/>
        <a:ea typeface=""/>
        <a:cs typeface=""/>
      </a:majorFont>
      <a:minorFont>
        <a:latin typeface="OM Marseill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2aa4942-3767-4fb4-b828-61a76fcbf9df" xsi:nil="true"/>
    <lcf76f155ced4ddcb4097134ff3c332f xmlns="1d40e6f8-d294-4e0a-a4ec-60755aee44ca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84ACF31B36D74C8A8D9F1563B7614F" ma:contentTypeVersion="14" ma:contentTypeDescription="Crée un document." ma:contentTypeScope="" ma:versionID="6944943d1de8f9ba8dc321df97983e02">
  <xsd:schema xmlns:xsd="http://www.w3.org/2001/XMLSchema" xmlns:xs="http://www.w3.org/2001/XMLSchema" xmlns:p="http://schemas.microsoft.com/office/2006/metadata/properties" xmlns:ns2="1d40e6f8-d294-4e0a-a4ec-60755aee44ca" xmlns:ns3="d2aa4942-3767-4fb4-b828-61a76fcbf9df" targetNamespace="http://schemas.microsoft.com/office/2006/metadata/properties" ma:root="true" ma:fieldsID="711673d70673af0f64fe2a8d88156ea9" ns2:_="" ns3:_="">
    <xsd:import namespace="1d40e6f8-d294-4e0a-a4ec-60755aee44ca"/>
    <xsd:import namespace="d2aa4942-3767-4fb4-b828-61a76fcbf9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40e6f8-d294-4e0a-a4ec-60755aee44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alises d’images" ma:readOnly="false" ma:fieldId="{5cf76f15-5ced-4ddc-b409-7134ff3c332f}" ma:taxonomyMulti="true" ma:sspId="f88b8358-9c83-4b24-b5de-0c1930eec46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aa4942-3767-4fb4-b828-61a76fcbf9df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6f857251-e8ee-4f1b-b7b7-9c85b1efc469}" ma:internalName="TaxCatchAll" ma:showField="CatchAllData" ma:web="d2aa4942-3767-4fb4-b828-61a76fcbf9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E9B66EE-43D2-49FF-898E-DCD517785142}">
  <ds:schemaRefs>
    <ds:schemaRef ds:uri="http://schemas.microsoft.com/office/2006/metadata/properties"/>
    <ds:schemaRef ds:uri="http://schemas.microsoft.com/office/infopath/2007/PartnerControls"/>
    <ds:schemaRef ds:uri="2d8829ac-d7a6-47bf-913f-17470f5814bd"/>
    <ds:schemaRef ds:uri="d2aa4942-3767-4fb4-b828-61a76fcbf9df"/>
  </ds:schemaRefs>
</ds:datastoreItem>
</file>

<file path=customXml/itemProps2.xml><?xml version="1.0" encoding="utf-8"?>
<ds:datastoreItem xmlns:ds="http://schemas.openxmlformats.org/officeDocument/2006/customXml" ds:itemID="{90371EAD-D329-4D52-AE09-9178E65A3A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0A2685-2C74-4F97-8C85-0E3978F4BD3E}"/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1</TotalTime>
  <Words>180</Words>
  <Application>Microsoft Macintosh PowerPoint</Application>
  <PresentationFormat>Grand écran</PresentationFormat>
  <Paragraphs>61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OM Marseille Medium</vt:lpstr>
      <vt:lpstr>OM Marseille Light</vt:lpstr>
      <vt:lpstr>Office</vt:lpstr>
      <vt:lpstr>ÉVALUATION INDIVIDUALISATION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Genty</dc:creator>
  <cp:lastModifiedBy>Lucas Genty</cp:lastModifiedBy>
  <cp:revision>3</cp:revision>
  <dcterms:created xsi:type="dcterms:W3CDTF">2026-08-04T15:43:51Z</dcterms:created>
  <dcterms:modified xsi:type="dcterms:W3CDTF">2026-08-05T13:38:48Z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0x0101004D84ACF31B36D74C8A8D9F1563B7614F</vt:lpwstr>
  </property>
</Properties>
</file>