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57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31:37.535" v="5" actId="1076"/>
      <pc:docMkLst>
        <pc:docMk/>
      </pc:docMkLst>
      <pc:sldChg chg="modSp mod">
        <pc:chgData name="Lucas Genty" userId="0ff89410-5e71-4be0-bd77-4c071ba329e4" providerId="ADAL" clId="{299A151C-5B74-5660-9229-42BC38DFE690}" dt="2026-08-06T07:31:37.535" v="5" actId="1076"/>
        <pc:sldMkLst>
          <pc:docMk/>
          <pc:sldMk cId="0" sldId="257"/>
        </pc:sldMkLst>
        <pc:spChg chg="mod">
          <ac:chgData name="Lucas Genty" userId="0ff89410-5e71-4be0-bd77-4c071ba329e4" providerId="ADAL" clId="{299A151C-5B74-5660-9229-42BC38DFE690}" dt="2026-08-06T07:26:18.892" v="0" actId="20577"/>
          <ac:spMkLst>
            <pc:docMk/>
            <pc:sldMk cId="0" sldId="257"/>
            <ac:spMk id="233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31:37.535" v="5" actId="1076"/>
          <ac:spMkLst>
            <pc:docMk/>
            <pc:sldMk cId="0" sldId="257"/>
            <ac:spMk id="234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26:31.926" v="2" actId="20577"/>
          <ac:spMkLst>
            <pc:docMk/>
            <pc:sldMk cId="0" sldId="257"/>
            <ac:spMk id="239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26:35.740" v="4" actId="20577"/>
          <ac:spMkLst>
            <pc:docMk/>
            <pc:sldMk cId="0" sldId="257"/>
            <ac:spMk id="24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3165-5D40-8916-F50CE26177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846537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BABACAR DIONE – 2009</a:t>
            </a:r>
          </a:p>
          <a:p>
            <a:r>
              <a:rPr lang="fr-FR" dirty="0"/>
              <a:t>SAISON 2026/2027</a:t>
            </a:r>
            <a:endParaRPr lang="fr-FR" noProof="0" dirty="0"/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54384374-0B2B-1FE7-5D95-91D624FC2DF2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6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712575" y="6318605"/>
            <a:ext cx="127001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47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150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1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152" name="Connecteur droit 20"/>
          <p:cNvSpPr/>
          <p:nvPr/>
        </p:nvSpPr>
        <p:spPr>
          <a:xfrm>
            <a:off x="7187978" y="206733"/>
            <a:ext cx="11167" cy="2779292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157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Ellipse 34"/>
          <p:cNvSpPr/>
          <p:nvPr/>
        </p:nvSpPr>
        <p:spPr>
          <a:xfrm>
            <a:off x="1599741" y="1020603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Ellipse 3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2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3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4" name="Ellipse 43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171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172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173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174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175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177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178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184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185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1" name="Ellipse 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E3B95E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Ellipse 10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" name="Ellipse 11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4" name="ZoneTexte 17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215" name="ZoneTexte 18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216" name="ZoneTexte 24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217" name="ZoneTexte 25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218" name="ZoneTexte 95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219" name="Ellipse 10"/>
          <p:cNvSpPr/>
          <p:nvPr/>
        </p:nvSpPr>
        <p:spPr>
          <a:xfrm>
            <a:off x="1997306" y="1720319"/>
            <a:ext cx="156551" cy="147479"/>
          </a:xfrm>
          <a:prstGeom prst="ellipse">
            <a:avLst/>
          </a:prstGeom>
          <a:solidFill>
            <a:srgbClr val="DCBB6C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ZoneTexte 22"/>
          <p:cNvSpPr txBox="1"/>
          <p:nvPr/>
        </p:nvSpPr>
        <p:spPr>
          <a:xfrm>
            <a:off x="1322041" y="3030961"/>
            <a:ext cx="77905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13/</a:t>
            </a:r>
            <a:r>
              <a:rPr lang="fr-FR" dirty="0"/>
              <a:t>0</a:t>
            </a:r>
            <a:r>
              <a:rPr dirty="0"/>
              <a:t>1/2009</a:t>
            </a:r>
          </a:p>
        </p:txBody>
      </p:sp>
      <p:sp>
        <p:nvSpPr>
          <p:cNvPr id="234" name="ZoneTexte 22"/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239" name="ZoneTexte 22"/>
          <p:cNvSpPr txBox="1"/>
          <p:nvPr/>
        </p:nvSpPr>
        <p:spPr>
          <a:xfrm>
            <a:off x="1399146" y="3765633"/>
            <a:ext cx="58349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182,9</a:t>
            </a:r>
            <a:r>
              <a:rPr lang="fr-FR" dirty="0"/>
              <a:t>cm</a:t>
            </a:r>
            <a:endParaRPr dirty="0"/>
          </a:p>
        </p:txBody>
      </p:sp>
      <p:sp>
        <p:nvSpPr>
          <p:cNvPr id="241" name="ZoneTexte 22"/>
          <p:cNvSpPr txBox="1"/>
          <p:nvPr/>
        </p:nvSpPr>
        <p:spPr>
          <a:xfrm>
            <a:off x="1428487" y="4180555"/>
            <a:ext cx="44563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71,9</a:t>
            </a:r>
            <a:r>
              <a:rPr lang="fr-FR"/>
              <a:t>Kg</a:t>
            </a:r>
            <a:endParaRPr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97803E8E-50EB-F1EC-9EDD-F119398218AE}"/>
              </a:ext>
            </a:extLst>
          </p:cNvPr>
          <p:cNvSpPr/>
          <p:nvPr/>
        </p:nvSpPr>
        <p:spPr>
          <a:xfrm>
            <a:off x="2739045" y="3170817"/>
            <a:ext cx="2719447" cy="2918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ZoneTexte 11">
            <a:extLst>
              <a:ext uri="{FF2B5EF4-FFF2-40B4-BE49-F238E27FC236}">
                <a16:creationId xmlns:a16="http://schemas.microsoft.com/office/drawing/2014/main" id="{B2932A50-8C0F-414B-6A13-146BA2DB8FAC}"/>
              </a:ext>
            </a:extLst>
          </p:cNvPr>
          <p:cNvSpPr txBox="1"/>
          <p:nvPr/>
        </p:nvSpPr>
        <p:spPr>
          <a:xfrm>
            <a:off x="2775260" y="3190028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80B230B8-5DFC-9620-1166-5702DFD40F1A}"/>
              </a:ext>
            </a:extLst>
          </p:cNvPr>
          <p:cNvSpPr/>
          <p:nvPr/>
        </p:nvSpPr>
        <p:spPr>
          <a:xfrm>
            <a:off x="5564542" y="3166844"/>
            <a:ext cx="2719447" cy="2918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946FBD63-773E-E519-3899-A5A135AC745F}"/>
              </a:ext>
            </a:extLst>
          </p:cNvPr>
          <p:cNvSpPr/>
          <p:nvPr/>
        </p:nvSpPr>
        <p:spPr>
          <a:xfrm>
            <a:off x="8390037" y="3170817"/>
            <a:ext cx="2719447" cy="2918342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ZoneTexte 13">
            <a:extLst>
              <a:ext uri="{FF2B5EF4-FFF2-40B4-BE49-F238E27FC236}">
                <a16:creationId xmlns:a16="http://schemas.microsoft.com/office/drawing/2014/main" id="{073C1B03-D2D0-C21A-0C52-D1106763883A}"/>
              </a:ext>
            </a:extLst>
          </p:cNvPr>
          <p:cNvSpPr txBox="1"/>
          <p:nvPr/>
        </p:nvSpPr>
        <p:spPr>
          <a:xfrm>
            <a:off x="5602639" y="3202221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10" name="ZoneTexte 24">
            <a:extLst>
              <a:ext uri="{FF2B5EF4-FFF2-40B4-BE49-F238E27FC236}">
                <a16:creationId xmlns:a16="http://schemas.microsoft.com/office/drawing/2014/main" id="{41D6438F-D92A-CD9A-1EF1-0A4A7FFF02A0}"/>
              </a:ext>
            </a:extLst>
          </p:cNvPr>
          <p:cNvSpPr txBox="1"/>
          <p:nvPr/>
        </p:nvSpPr>
        <p:spPr>
          <a:xfrm>
            <a:off x="8426251" y="3202221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11" name="ZoneTexte 30">
            <a:extLst>
              <a:ext uri="{FF2B5EF4-FFF2-40B4-BE49-F238E27FC236}">
                <a16:creationId xmlns:a16="http://schemas.microsoft.com/office/drawing/2014/main" id="{3AAD39FA-E557-349B-1B50-E9A026C50366}"/>
              </a:ext>
            </a:extLst>
          </p:cNvPr>
          <p:cNvSpPr txBox="1"/>
          <p:nvPr/>
        </p:nvSpPr>
        <p:spPr>
          <a:xfrm>
            <a:off x="2974950" y="3546772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jouer sous pression en Z1</a:t>
            </a:r>
          </a:p>
        </p:txBody>
      </p:sp>
      <p:sp>
        <p:nvSpPr>
          <p:cNvPr id="12" name="Rectangle 93">
            <a:extLst>
              <a:ext uri="{FF2B5EF4-FFF2-40B4-BE49-F238E27FC236}">
                <a16:creationId xmlns:a16="http://schemas.microsoft.com/office/drawing/2014/main" id="{A79CED82-1FD3-D9F8-367F-F5602EB476CC}"/>
              </a:ext>
            </a:extLst>
          </p:cNvPr>
          <p:cNvSpPr/>
          <p:nvPr/>
        </p:nvSpPr>
        <p:spPr>
          <a:xfrm>
            <a:off x="2766547" y="3546772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Rectangle 94">
            <a:extLst>
              <a:ext uri="{FF2B5EF4-FFF2-40B4-BE49-F238E27FC236}">
                <a16:creationId xmlns:a16="http://schemas.microsoft.com/office/drawing/2014/main" id="{B10E8F13-DCE6-DFCC-2445-43AA770239CA}"/>
              </a:ext>
            </a:extLst>
          </p:cNvPr>
          <p:cNvSpPr/>
          <p:nvPr/>
        </p:nvSpPr>
        <p:spPr>
          <a:xfrm>
            <a:off x="2775260" y="3994194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ZoneTexte 97">
            <a:extLst>
              <a:ext uri="{FF2B5EF4-FFF2-40B4-BE49-F238E27FC236}">
                <a16:creationId xmlns:a16="http://schemas.microsoft.com/office/drawing/2014/main" id="{3469E2A6-E6BC-909D-4FC2-028BFDEC2FD3}"/>
              </a:ext>
            </a:extLst>
          </p:cNvPr>
          <p:cNvSpPr txBox="1"/>
          <p:nvPr/>
        </p:nvSpPr>
        <p:spPr>
          <a:xfrm>
            <a:off x="2974950" y="377288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15" name="ZoneTexte 98">
            <a:extLst>
              <a:ext uri="{FF2B5EF4-FFF2-40B4-BE49-F238E27FC236}">
                <a16:creationId xmlns:a16="http://schemas.microsoft.com/office/drawing/2014/main" id="{60245CA6-65C9-4EF0-76AE-7BEC646D3F51}"/>
              </a:ext>
            </a:extLst>
          </p:cNvPr>
          <p:cNvSpPr txBox="1"/>
          <p:nvPr/>
        </p:nvSpPr>
        <p:spPr>
          <a:xfrm>
            <a:off x="2974950" y="419886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6" name="ZoneTexte 99">
            <a:extLst>
              <a:ext uri="{FF2B5EF4-FFF2-40B4-BE49-F238E27FC236}">
                <a16:creationId xmlns:a16="http://schemas.microsoft.com/office/drawing/2014/main" id="{ED18CF33-5881-111B-1832-ABE889058FC9}"/>
              </a:ext>
            </a:extLst>
          </p:cNvPr>
          <p:cNvSpPr txBox="1"/>
          <p:nvPr/>
        </p:nvSpPr>
        <p:spPr>
          <a:xfrm>
            <a:off x="5772387" y="3513818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Duel 1c1</a:t>
            </a:r>
          </a:p>
        </p:txBody>
      </p:sp>
      <p:sp>
        <p:nvSpPr>
          <p:cNvPr id="17" name="ZoneTexte 100">
            <a:extLst>
              <a:ext uri="{FF2B5EF4-FFF2-40B4-BE49-F238E27FC236}">
                <a16:creationId xmlns:a16="http://schemas.microsoft.com/office/drawing/2014/main" id="{499BD179-F056-8698-FFA9-C461AA08BCDB}"/>
              </a:ext>
            </a:extLst>
          </p:cNvPr>
          <p:cNvSpPr txBox="1"/>
          <p:nvPr/>
        </p:nvSpPr>
        <p:spPr>
          <a:xfrm>
            <a:off x="5759868" y="3755459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8" name="ZoneTexte 101">
            <a:extLst>
              <a:ext uri="{FF2B5EF4-FFF2-40B4-BE49-F238E27FC236}">
                <a16:creationId xmlns:a16="http://schemas.microsoft.com/office/drawing/2014/main" id="{0143C43C-D8A2-E583-6991-51DD1DF63A7D}"/>
              </a:ext>
            </a:extLst>
          </p:cNvPr>
          <p:cNvSpPr txBox="1"/>
          <p:nvPr/>
        </p:nvSpPr>
        <p:spPr>
          <a:xfrm>
            <a:off x="5759868" y="397169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aérien </a:t>
            </a:r>
          </a:p>
        </p:txBody>
      </p:sp>
      <p:sp>
        <p:nvSpPr>
          <p:cNvPr id="19" name="ZoneTexte 102">
            <a:extLst>
              <a:ext uri="{FF2B5EF4-FFF2-40B4-BE49-F238E27FC236}">
                <a16:creationId xmlns:a16="http://schemas.microsoft.com/office/drawing/2014/main" id="{50672A3B-E718-D8FF-E7DA-7A389FE31CD1}"/>
              </a:ext>
            </a:extLst>
          </p:cNvPr>
          <p:cNvSpPr txBox="1"/>
          <p:nvPr/>
        </p:nvSpPr>
        <p:spPr>
          <a:xfrm>
            <a:off x="5759868" y="422584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Interception / Casser des lignes</a:t>
            </a:r>
          </a:p>
        </p:txBody>
      </p:sp>
      <p:sp>
        <p:nvSpPr>
          <p:cNvPr id="20" name="ZoneTexte 103">
            <a:extLst>
              <a:ext uri="{FF2B5EF4-FFF2-40B4-BE49-F238E27FC236}">
                <a16:creationId xmlns:a16="http://schemas.microsoft.com/office/drawing/2014/main" id="{4EBD8B92-D4DB-5680-027D-644243FD845B}"/>
              </a:ext>
            </a:extLst>
          </p:cNvPr>
          <p:cNvSpPr txBox="1"/>
          <p:nvPr/>
        </p:nvSpPr>
        <p:spPr>
          <a:xfrm>
            <a:off x="8659829" y="3485055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21" name="ZoneTexte 104">
            <a:extLst>
              <a:ext uri="{FF2B5EF4-FFF2-40B4-BE49-F238E27FC236}">
                <a16:creationId xmlns:a16="http://schemas.microsoft.com/office/drawing/2014/main" id="{ECAC74B6-F4D5-7FB5-1B54-5242D61A866E}"/>
              </a:ext>
            </a:extLst>
          </p:cNvPr>
          <p:cNvSpPr txBox="1"/>
          <p:nvPr/>
        </p:nvSpPr>
        <p:spPr>
          <a:xfrm>
            <a:off x="8653732" y="405665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2" name="ZoneTexte 105">
            <a:extLst>
              <a:ext uri="{FF2B5EF4-FFF2-40B4-BE49-F238E27FC236}">
                <a16:creationId xmlns:a16="http://schemas.microsoft.com/office/drawing/2014/main" id="{98114ACB-32F7-EBD7-621D-BF32F0D85307}"/>
              </a:ext>
            </a:extLst>
          </p:cNvPr>
          <p:cNvSpPr txBox="1"/>
          <p:nvPr/>
        </p:nvSpPr>
        <p:spPr>
          <a:xfrm>
            <a:off x="5756059" y="543539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Défense sur centre</a:t>
            </a:r>
          </a:p>
        </p:txBody>
      </p:sp>
      <p:sp>
        <p:nvSpPr>
          <p:cNvPr id="23" name="ZoneTexte 106">
            <a:extLst>
              <a:ext uri="{FF2B5EF4-FFF2-40B4-BE49-F238E27FC236}">
                <a16:creationId xmlns:a16="http://schemas.microsoft.com/office/drawing/2014/main" id="{334F561A-D0E9-450A-B952-8CCF2A49B2AB}"/>
              </a:ext>
            </a:extLst>
          </p:cNvPr>
          <p:cNvSpPr txBox="1"/>
          <p:nvPr/>
        </p:nvSpPr>
        <p:spPr>
          <a:xfrm>
            <a:off x="8653732" y="4247548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 la profondeur </a:t>
            </a:r>
          </a:p>
        </p:txBody>
      </p:sp>
      <p:sp>
        <p:nvSpPr>
          <p:cNvPr id="24" name="ZoneTexte 108">
            <a:extLst>
              <a:ext uri="{FF2B5EF4-FFF2-40B4-BE49-F238E27FC236}">
                <a16:creationId xmlns:a16="http://schemas.microsoft.com/office/drawing/2014/main" id="{91981FC2-80A2-83F2-A6B2-3B0041333C59}"/>
              </a:ext>
            </a:extLst>
          </p:cNvPr>
          <p:cNvSpPr txBox="1"/>
          <p:nvPr/>
        </p:nvSpPr>
        <p:spPr>
          <a:xfrm>
            <a:off x="8653732" y="367851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5" name="ZoneTexte 109">
            <a:extLst>
              <a:ext uri="{FF2B5EF4-FFF2-40B4-BE49-F238E27FC236}">
                <a16:creationId xmlns:a16="http://schemas.microsoft.com/office/drawing/2014/main" id="{55DA723F-9BD0-E1A4-0130-4D766C9D3D0D}"/>
              </a:ext>
            </a:extLst>
          </p:cNvPr>
          <p:cNvSpPr txBox="1"/>
          <p:nvPr/>
        </p:nvSpPr>
        <p:spPr>
          <a:xfrm>
            <a:off x="2974950" y="4418718"/>
            <a:ext cx="25365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balle/Fixation</a:t>
            </a:r>
          </a:p>
        </p:txBody>
      </p:sp>
      <p:sp>
        <p:nvSpPr>
          <p:cNvPr id="26" name="ZoneTexte 110">
            <a:extLst>
              <a:ext uri="{FF2B5EF4-FFF2-40B4-BE49-F238E27FC236}">
                <a16:creationId xmlns:a16="http://schemas.microsoft.com/office/drawing/2014/main" id="{971AE81D-B972-A324-88F1-A04DA6ECF7D6}"/>
              </a:ext>
            </a:extLst>
          </p:cNvPr>
          <p:cNvSpPr txBox="1"/>
          <p:nvPr/>
        </p:nvSpPr>
        <p:spPr>
          <a:xfrm>
            <a:off x="2981047" y="4644270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27" name="ZoneTexte 2">
            <a:extLst>
              <a:ext uri="{FF2B5EF4-FFF2-40B4-BE49-F238E27FC236}">
                <a16:creationId xmlns:a16="http://schemas.microsoft.com/office/drawing/2014/main" id="{A7125EEC-A506-2AF3-BD3A-C2644B834734}"/>
              </a:ext>
            </a:extLst>
          </p:cNvPr>
          <p:cNvSpPr txBox="1"/>
          <p:nvPr/>
        </p:nvSpPr>
        <p:spPr>
          <a:xfrm>
            <a:off x="2981047" y="486982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faire avancer l’équipe</a:t>
            </a:r>
          </a:p>
        </p:txBody>
      </p:sp>
      <p:sp>
        <p:nvSpPr>
          <p:cNvPr id="28" name="ZoneTexte 3">
            <a:extLst>
              <a:ext uri="{FF2B5EF4-FFF2-40B4-BE49-F238E27FC236}">
                <a16:creationId xmlns:a16="http://schemas.microsoft.com/office/drawing/2014/main" id="{3B9DE882-AC1A-B0DF-5435-CC34C5AA9879}"/>
              </a:ext>
            </a:extLst>
          </p:cNvPr>
          <p:cNvSpPr txBox="1"/>
          <p:nvPr/>
        </p:nvSpPr>
        <p:spPr>
          <a:xfrm>
            <a:off x="8653732" y="4679142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Couverture et alignement</a:t>
            </a:r>
          </a:p>
        </p:txBody>
      </p:sp>
      <p:sp>
        <p:nvSpPr>
          <p:cNvPr id="29" name="ZoneTexte 6">
            <a:extLst>
              <a:ext uri="{FF2B5EF4-FFF2-40B4-BE49-F238E27FC236}">
                <a16:creationId xmlns:a16="http://schemas.microsoft.com/office/drawing/2014/main" id="{8B59D534-37B5-319B-0E05-03AB05DF3C7F}"/>
              </a:ext>
            </a:extLst>
          </p:cNvPr>
          <p:cNvSpPr txBox="1"/>
          <p:nvPr/>
        </p:nvSpPr>
        <p:spPr>
          <a:xfrm>
            <a:off x="8653732" y="489146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30" name="ZoneTexte 4">
            <a:extLst>
              <a:ext uri="{FF2B5EF4-FFF2-40B4-BE49-F238E27FC236}">
                <a16:creationId xmlns:a16="http://schemas.microsoft.com/office/drawing/2014/main" id="{BD88A3CE-6C0B-4525-6415-AFD2CC1F3753}"/>
              </a:ext>
            </a:extLst>
          </p:cNvPr>
          <p:cNvSpPr txBox="1"/>
          <p:nvPr/>
        </p:nvSpPr>
        <p:spPr>
          <a:xfrm>
            <a:off x="8653732" y="508658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Défense préventive</a:t>
            </a:r>
          </a:p>
        </p:txBody>
      </p:sp>
      <p:sp>
        <p:nvSpPr>
          <p:cNvPr id="31" name="ZoneTexte 5">
            <a:extLst>
              <a:ext uri="{FF2B5EF4-FFF2-40B4-BE49-F238E27FC236}">
                <a16:creationId xmlns:a16="http://schemas.microsoft.com/office/drawing/2014/main" id="{00B138CE-8936-221E-3B3F-2089C52419C6}"/>
              </a:ext>
            </a:extLst>
          </p:cNvPr>
          <p:cNvSpPr txBox="1"/>
          <p:nvPr/>
        </p:nvSpPr>
        <p:spPr>
          <a:xfrm>
            <a:off x="5756059" y="445720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de dégagement</a:t>
            </a:r>
          </a:p>
        </p:txBody>
      </p:sp>
      <p:sp>
        <p:nvSpPr>
          <p:cNvPr id="32" name="ZoneTexte 12">
            <a:extLst>
              <a:ext uri="{FF2B5EF4-FFF2-40B4-BE49-F238E27FC236}">
                <a16:creationId xmlns:a16="http://schemas.microsoft.com/office/drawing/2014/main" id="{5F498ECB-36D1-7A22-0B3C-4840B53D041B}"/>
              </a:ext>
            </a:extLst>
          </p:cNvPr>
          <p:cNvSpPr txBox="1"/>
          <p:nvPr/>
        </p:nvSpPr>
        <p:spPr>
          <a:xfrm>
            <a:off x="5756059" y="469213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 son corps</a:t>
            </a:r>
          </a:p>
        </p:txBody>
      </p:sp>
      <p:sp>
        <p:nvSpPr>
          <p:cNvPr id="33" name="ZoneTexte 25">
            <a:extLst>
              <a:ext uri="{FF2B5EF4-FFF2-40B4-BE49-F238E27FC236}">
                <a16:creationId xmlns:a16="http://schemas.microsoft.com/office/drawing/2014/main" id="{EB329353-7A44-54D5-875E-D6C4BDAD3040}"/>
              </a:ext>
            </a:extLst>
          </p:cNvPr>
          <p:cNvSpPr txBox="1"/>
          <p:nvPr/>
        </p:nvSpPr>
        <p:spPr>
          <a:xfrm>
            <a:off x="5756059" y="492931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4" name="ZoneTexte 27">
            <a:extLst>
              <a:ext uri="{FF2B5EF4-FFF2-40B4-BE49-F238E27FC236}">
                <a16:creationId xmlns:a16="http://schemas.microsoft.com/office/drawing/2014/main" id="{57CD0433-640F-5E9F-ECBE-B536EE985A8A}"/>
              </a:ext>
            </a:extLst>
          </p:cNvPr>
          <p:cNvSpPr txBox="1"/>
          <p:nvPr/>
        </p:nvSpPr>
        <p:spPr>
          <a:xfrm>
            <a:off x="2974950" y="509537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changer de décision</a:t>
            </a:r>
          </a:p>
        </p:txBody>
      </p:sp>
      <p:sp>
        <p:nvSpPr>
          <p:cNvPr id="35" name="ZoneTexte 28">
            <a:extLst>
              <a:ext uri="{FF2B5EF4-FFF2-40B4-BE49-F238E27FC236}">
                <a16:creationId xmlns:a16="http://schemas.microsoft.com/office/drawing/2014/main" id="{6A3F26C8-86BD-8006-183A-E411C377A4B7}"/>
              </a:ext>
            </a:extLst>
          </p:cNvPr>
          <p:cNvSpPr txBox="1"/>
          <p:nvPr/>
        </p:nvSpPr>
        <p:spPr>
          <a:xfrm>
            <a:off x="8653732" y="446682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joueurs entre les lignes</a:t>
            </a:r>
          </a:p>
        </p:txBody>
      </p:sp>
      <p:sp>
        <p:nvSpPr>
          <p:cNvPr id="36" name="ZoneTexte 29">
            <a:extLst>
              <a:ext uri="{FF2B5EF4-FFF2-40B4-BE49-F238E27FC236}">
                <a16:creationId xmlns:a16="http://schemas.microsoft.com/office/drawing/2014/main" id="{457EBC58-4EC6-24A5-7197-1D7F6ED436EF}"/>
              </a:ext>
            </a:extLst>
          </p:cNvPr>
          <p:cNvSpPr txBox="1"/>
          <p:nvPr/>
        </p:nvSpPr>
        <p:spPr>
          <a:xfrm>
            <a:off x="2974950" y="531893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37" name="ZoneTexte 32">
            <a:extLst>
              <a:ext uri="{FF2B5EF4-FFF2-40B4-BE49-F238E27FC236}">
                <a16:creationId xmlns:a16="http://schemas.microsoft.com/office/drawing/2014/main" id="{5E9A770E-0C40-7191-551B-AC1FC6256282}"/>
              </a:ext>
            </a:extLst>
          </p:cNvPr>
          <p:cNvSpPr txBox="1"/>
          <p:nvPr/>
        </p:nvSpPr>
        <p:spPr>
          <a:xfrm>
            <a:off x="2974950" y="3979712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38" name="ZoneTexte 44">
            <a:extLst>
              <a:ext uri="{FF2B5EF4-FFF2-40B4-BE49-F238E27FC236}">
                <a16:creationId xmlns:a16="http://schemas.microsoft.com/office/drawing/2014/main" id="{06196F6F-3605-CFFA-79EB-5911F8BFF073}"/>
              </a:ext>
            </a:extLst>
          </p:cNvPr>
          <p:cNvSpPr txBox="1"/>
          <p:nvPr/>
        </p:nvSpPr>
        <p:spPr>
          <a:xfrm>
            <a:off x="5756059" y="519375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39" name="ZoneTexte 45">
            <a:extLst>
              <a:ext uri="{FF2B5EF4-FFF2-40B4-BE49-F238E27FC236}">
                <a16:creationId xmlns:a16="http://schemas.microsoft.com/office/drawing/2014/main" id="{75F11858-8B07-69B5-E03F-B0833B6E0BF0}"/>
              </a:ext>
            </a:extLst>
          </p:cNvPr>
          <p:cNvSpPr txBox="1"/>
          <p:nvPr/>
        </p:nvSpPr>
        <p:spPr>
          <a:xfrm>
            <a:off x="8653732" y="386940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Analyse de l’adversaire</a:t>
            </a:r>
          </a:p>
        </p:txBody>
      </p:sp>
      <p:sp>
        <p:nvSpPr>
          <p:cNvPr id="40" name="ZoneTexte 46">
            <a:extLst>
              <a:ext uri="{FF2B5EF4-FFF2-40B4-BE49-F238E27FC236}">
                <a16:creationId xmlns:a16="http://schemas.microsoft.com/office/drawing/2014/main" id="{7B496945-D81F-9ABA-5E4E-7ABF6ECB6161}"/>
              </a:ext>
            </a:extLst>
          </p:cNvPr>
          <p:cNvSpPr txBox="1"/>
          <p:nvPr/>
        </p:nvSpPr>
        <p:spPr>
          <a:xfrm>
            <a:off x="2974950" y="552370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CPA</a:t>
            </a:r>
          </a:p>
        </p:txBody>
      </p:sp>
      <p:sp>
        <p:nvSpPr>
          <p:cNvPr id="41" name="ZoneTexte 47">
            <a:extLst>
              <a:ext uri="{FF2B5EF4-FFF2-40B4-BE49-F238E27FC236}">
                <a16:creationId xmlns:a16="http://schemas.microsoft.com/office/drawing/2014/main" id="{E5523B88-5DB8-8BFE-7D59-A326BCEDC76B}"/>
              </a:ext>
            </a:extLst>
          </p:cNvPr>
          <p:cNvSpPr txBox="1"/>
          <p:nvPr/>
        </p:nvSpPr>
        <p:spPr>
          <a:xfrm>
            <a:off x="5772387" y="56540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CPA</a:t>
            </a:r>
          </a:p>
        </p:txBody>
      </p:sp>
      <p:sp>
        <p:nvSpPr>
          <p:cNvPr id="42" name="ZoneTexte 48">
            <a:extLst>
              <a:ext uri="{FF2B5EF4-FFF2-40B4-BE49-F238E27FC236}">
                <a16:creationId xmlns:a16="http://schemas.microsoft.com/office/drawing/2014/main" id="{588D4922-1D94-6602-7E48-29623F453078}"/>
              </a:ext>
            </a:extLst>
          </p:cNvPr>
          <p:cNvSpPr txBox="1"/>
          <p:nvPr/>
        </p:nvSpPr>
        <p:spPr>
          <a:xfrm>
            <a:off x="5772387" y="587302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Efficacité</a:t>
            </a:r>
          </a:p>
        </p:txBody>
      </p:sp>
      <p:sp>
        <p:nvSpPr>
          <p:cNvPr id="43" name="Rectangle 93">
            <a:extLst>
              <a:ext uri="{FF2B5EF4-FFF2-40B4-BE49-F238E27FC236}">
                <a16:creationId xmlns:a16="http://schemas.microsoft.com/office/drawing/2014/main" id="{FB25DD4B-BCED-8D4A-C8CD-D7BAE63F2472}"/>
              </a:ext>
            </a:extLst>
          </p:cNvPr>
          <p:cNvSpPr/>
          <p:nvPr/>
        </p:nvSpPr>
        <p:spPr>
          <a:xfrm>
            <a:off x="2775260" y="3787365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34F9D43E-3A9C-024A-79E9-932D01D9DDA6}"/>
              </a:ext>
            </a:extLst>
          </p:cNvPr>
          <p:cNvSpPr/>
          <p:nvPr/>
        </p:nvSpPr>
        <p:spPr>
          <a:xfrm>
            <a:off x="2775260" y="4203877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3">
            <a:extLst>
              <a:ext uri="{FF2B5EF4-FFF2-40B4-BE49-F238E27FC236}">
                <a16:creationId xmlns:a16="http://schemas.microsoft.com/office/drawing/2014/main" id="{85DBA9AE-DE00-CA80-D869-56776FA8FF8F}"/>
              </a:ext>
            </a:extLst>
          </p:cNvPr>
          <p:cNvSpPr/>
          <p:nvPr/>
        </p:nvSpPr>
        <p:spPr>
          <a:xfrm>
            <a:off x="2775260" y="4418586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9F39FDB8-A5F2-1A50-1FA8-402B44B639ED}"/>
              </a:ext>
            </a:extLst>
          </p:cNvPr>
          <p:cNvSpPr/>
          <p:nvPr/>
        </p:nvSpPr>
        <p:spPr>
          <a:xfrm>
            <a:off x="2775260" y="4640865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3">
            <a:extLst>
              <a:ext uri="{FF2B5EF4-FFF2-40B4-BE49-F238E27FC236}">
                <a16:creationId xmlns:a16="http://schemas.microsoft.com/office/drawing/2014/main" id="{38D4CE3D-5D8C-F442-612B-EAF03D046661}"/>
              </a:ext>
            </a:extLst>
          </p:cNvPr>
          <p:cNvSpPr/>
          <p:nvPr/>
        </p:nvSpPr>
        <p:spPr>
          <a:xfrm>
            <a:off x="2775260" y="5318647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4">
            <a:extLst>
              <a:ext uri="{FF2B5EF4-FFF2-40B4-BE49-F238E27FC236}">
                <a16:creationId xmlns:a16="http://schemas.microsoft.com/office/drawing/2014/main" id="{13A673AF-6286-DE89-BECD-EE056200711A}"/>
              </a:ext>
            </a:extLst>
          </p:cNvPr>
          <p:cNvSpPr/>
          <p:nvPr/>
        </p:nvSpPr>
        <p:spPr>
          <a:xfrm>
            <a:off x="2775260" y="4848395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4">
            <a:extLst>
              <a:ext uri="{FF2B5EF4-FFF2-40B4-BE49-F238E27FC236}">
                <a16:creationId xmlns:a16="http://schemas.microsoft.com/office/drawing/2014/main" id="{F8F58261-48A5-0AA6-B24F-22F12F79F31F}"/>
              </a:ext>
            </a:extLst>
          </p:cNvPr>
          <p:cNvSpPr/>
          <p:nvPr/>
        </p:nvSpPr>
        <p:spPr>
          <a:xfrm>
            <a:off x="2775260" y="5076996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4">
            <a:extLst>
              <a:ext uri="{FF2B5EF4-FFF2-40B4-BE49-F238E27FC236}">
                <a16:creationId xmlns:a16="http://schemas.microsoft.com/office/drawing/2014/main" id="{61F0DE35-686A-64AB-C25C-AB0E5C039902}"/>
              </a:ext>
            </a:extLst>
          </p:cNvPr>
          <p:cNvSpPr/>
          <p:nvPr/>
        </p:nvSpPr>
        <p:spPr>
          <a:xfrm>
            <a:off x="5597069" y="3787365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Rectangle 93">
            <a:extLst>
              <a:ext uri="{FF2B5EF4-FFF2-40B4-BE49-F238E27FC236}">
                <a16:creationId xmlns:a16="http://schemas.microsoft.com/office/drawing/2014/main" id="{1C246CB3-3004-D74B-6B2D-328666ED0923}"/>
              </a:ext>
            </a:extLst>
          </p:cNvPr>
          <p:cNvSpPr/>
          <p:nvPr/>
        </p:nvSpPr>
        <p:spPr>
          <a:xfrm>
            <a:off x="5597069" y="3528300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Rectangle 94">
            <a:extLst>
              <a:ext uri="{FF2B5EF4-FFF2-40B4-BE49-F238E27FC236}">
                <a16:creationId xmlns:a16="http://schemas.microsoft.com/office/drawing/2014/main" id="{D2FF462F-0290-9B10-08C4-B4ACA506B319}"/>
              </a:ext>
            </a:extLst>
          </p:cNvPr>
          <p:cNvSpPr/>
          <p:nvPr/>
        </p:nvSpPr>
        <p:spPr>
          <a:xfrm>
            <a:off x="5597069" y="3994194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94">
            <a:extLst>
              <a:ext uri="{FF2B5EF4-FFF2-40B4-BE49-F238E27FC236}">
                <a16:creationId xmlns:a16="http://schemas.microsoft.com/office/drawing/2014/main" id="{91C112C4-7069-EDDD-3554-696EC028895E}"/>
              </a:ext>
            </a:extLst>
          </p:cNvPr>
          <p:cNvSpPr/>
          <p:nvPr/>
        </p:nvSpPr>
        <p:spPr>
          <a:xfrm>
            <a:off x="5597069" y="5208240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4">
            <a:extLst>
              <a:ext uri="{FF2B5EF4-FFF2-40B4-BE49-F238E27FC236}">
                <a16:creationId xmlns:a16="http://schemas.microsoft.com/office/drawing/2014/main" id="{980617F9-1220-36B3-7C82-74214173E70A}"/>
              </a:ext>
            </a:extLst>
          </p:cNvPr>
          <p:cNvSpPr/>
          <p:nvPr/>
        </p:nvSpPr>
        <p:spPr>
          <a:xfrm>
            <a:off x="5597069" y="5449881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tangle 94">
            <a:extLst>
              <a:ext uri="{FF2B5EF4-FFF2-40B4-BE49-F238E27FC236}">
                <a16:creationId xmlns:a16="http://schemas.microsoft.com/office/drawing/2014/main" id="{A52B3415-BF4C-C59C-CB83-24DD93FE44A8}"/>
              </a:ext>
            </a:extLst>
          </p:cNvPr>
          <p:cNvSpPr/>
          <p:nvPr/>
        </p:nvSpPr>
        <p:spPr>
          <a:xfrm>
            <a:off x="5597069" y="4706621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 94">
            <a:extLst>
              <a:ext uri="{FF2B5EF4-FFF2-40B4-BE49-F238E27FC236}">
                <a16:creationId xmlns:a16="http://schemas.microsoft.com/office/drawing/2014/main" id="{F62BBC2C-AE56-3240-038C-540FBBE3DFCB}"/>
              </a:ext>
            </a:extLst>
          </p:cNvPr>
          <p:cNvSpPr/>
          <p:nvPr/>
        </p:nvSpPr>
        <p:spPr>
          <a:xfrm>
            <a:off x="5597069" y="4468105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3">
            <a:extLst>
              <a:ext uri="{FF2B5EF4-FFF2-40B4-BE49-F238E27FC236}">
                <a16:creationId xmlns:a16="http://schemas.microsoft.com/office/drawing/2014/main" id="{1023D118-B1D7-9675-4E8D-D8EC8D325BF3}"/>
              </a:ext>
            </a:extLst>
          </p:cNvPr>
          <p:cNvSpPr/>
          <p:nvPr/>
        </p:nvSpPr>
        <p:spPr>
          <a:xfrm>
            <a:off x="5597069" y="4960784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Rectangle 94">
            <a:extLst>
              <a:ext uri="{FF2B5EF4-FFF2-40B4-BE49-F238E27FC236}">
                <a16:creationId xmlns:a16="http://schemas.microsoft.com/office/drawing/2014/main" id="{7F365527-0BDE-F5EE-BA74-8620AF7A7D9F}"/>
              </a:ext>
            </a:extLst>
          </p:cNvPr>
          <p:cNvSpPr/>
          <p:nvPr/>
        </p:nvSpPr>
        <p:spPr>
          <a:xfrm>
            <a:off x="5597069" y="5674544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4">
            <a:extLst>
              <a:ext uri="{FF2B5EF4-FFF2-40B4-BE49-F238E27FC236}">
                <a16:creationId xmlns:a16="http://schemas.microsoft.com/office/drawing/2014/main" id="{3A269072-AD6E-B43F-E2EB-9923C595E5B7}"/>
              </a:ext>
            </a:extLst>
          </p:cNvPr>
          <p:cNvSpPr/>
          <p:nvPr/>
        </p:nvSpPr>
        <p:spPr>
          <a:xfrm>
            <a:off x="5612038" y="5873021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94">
            <a:extLst>
              <a:ext uri="{FF2B5EF4-FFF2-40B4-BE49-F238E27FC236}">
                <a16:creationId xmlns:a16="http://schemas.microsoft.com/office/drawing/2014/main" id="{DA48336E-0988-5239-5072-00CB64DEC4BB}"/>
              </a:ext>
            </a:extLst>
          </p:cNvPr>
          <p:cNvSpPr/>
          <p:nvPr/>
        </p:nvSpPr>
        <p:spPr>
          <a:xfrm>
            <a:off x="5597069" y="4260597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3">
            <a:extLst>
              <a:ext uri="{FF2B5EF4-FFF2-40B4-BE49-F238E27FC236}">
                <a16:creationId xmlns:a16="http://schemas.microsoft.com/office/drawing/2014/main" id="{817FCD3F-3483-5171-0CAA-19DB01C72048}"/>
              </a:ext>
            </a:extLst>
          </p:cNvPr>
          <p:cNvSpPr/>
          <p:nvPr/>
        </p:nvSpPr>
        <p:spPr>
          <a:xfrm>
            <a:off x="8426251" y="5101070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93">
            <a:extLst>
              <a:ext uri="{FF2B5EF4-FFF2-40B4-BE49-F238E27FC236}">
                <a16:creationId xmlns:a16="http://schemas.microsoft.com/office/drawing/2014/main" id="{AAC680AF-5AE1-1D32-787E-5E54A1DD711E}"/>
              </a:ext>
            </a:extLst>
          </p:cNvPr>
          <p:cNvSpPr/>
          <p:nvPr/>
        </p:nvSpPr>
        <p:spPr>
          <a:xfrm>
            <a:off x="8426251" y="3692997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3">
            <a:extLst>
              <a:ext uri="{FF2B5EF4-FFF2-40B4-BE49-F238E27FC236}">
                <a16:creationId xmlns:a16="http://schemas.microsoft.com/office/drawing/2014/main" id="{CD50C403-BC4D-9994-9AB8-EAB5522E4245}"/>
              </a:ext>
            </a:extLst>
          </p:cNvPr>
          <p:cNvSpPr/>
          <p:nvPr/>
        </p:nvSpPr>
        <p:spPr>
          <a:xfrm>
            <a:off x="2775260" y="5553869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" name="Rectangle 94">
            <a:extLst>
              <a:ext uri="{FF2B5EF4-FFF2-40B4-BE49-F238E27FC236}">
                <a16:creationId xmlns:a16="http://schemas.microsoft.com/office/drawing/2014/main" id="{11A2FC17-1340-C867-CD7B-F486BA4CA3F2}"/>
              </a:ext>
            </a:extLst>
          </p:cNvPr>
          <p:cNvSpPr/>
          <p:nvPr/>
        </p:nvSpPr>
        <p:spPr>
          <a:xfrm>
            <a:off x="8426251" y="3499537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Rectangle 94">
            <a:extLst>
              <a:ext uri="{FF2B5EF4-FFF2-40B4-BE49-F238E27FC236}">
                <a16:creationId xmlns:a16="http://schemas.microsoft.com/office/drawing/2014/main" id="{A22B0FE9-99CE-0233-CC59-254A86254740}"/>
              </a:ext>
            </a:extLst>
          </p:cNvPr>
          <p:cNvSpPr/>
          <p:nvPr/>
        </p:nvSpPr>
        <p:spPr>
          <a:xfrm>
            <a:off x="8426251" y="3893101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 94">
            <a:extLst>
              <a:ext uri="{FF2B5EF4-FFF2-40B4-BE49-F238E27FC236}">
                <a16:creationId xmlns:a16="http://schemas.microsoft.com/office/drawing/2014/main" id="{908A91FF-1D65-DCFC-8FEA-C45D30B0E7AA}"/>
              </a:ext>
            </a:extLst>
          </p:cNvPr>
          <p:cNvSpPr/>
          <p:nvPr/>
        </p:nvSpPr>
        <p:spPr>
          <a:xfrm>
            <a:off x="8426251" y="4071138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" name="Rectangle 93">
            <a:extLst>
              <a:ext uri="{FF2B5EF4-FFF2-40B4-BE49-F238E27FC236}">
                <a16:creationId xmlns:a16="http://schemas.microsoft.com/office/drawing/2014/main" id="{D3D0747D-5287-E817-ECD6-82DC38338D25}"/>
              </a:ext>
            </a:extLst>
          </p:cNvPr>
          <p:cNvSpPr/>
          <p:nvPr/>
        </p:nvSpPr>
        <p:spPr>
          <a:xfrm>
            <a:off x="8426251" y="4481305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Rectangle 94">
            <a:extLst>
              <a:ext uri="{FF2B5EF4-FFF2-40B4-BE49-F238E27FC236}">
                <a16:creationId xmlns:a16="http://schemas.microsoft.com/office/drawing/2014/main" id="{DABC6C1D-1D11-7099-3863-C08848A4EF85}"/>
              </a:ext>
            </a:extLst>
          </p:cNvPr>
          <p:cNvSpPr/>
          <p:nvPr/>
        </p:nvSpPr>
        <p:spPr>
          <a:xfrm>
            <a:off x="8426251" y="4262030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Rectangle 94">
            <a:extLst>
              <a:ext uri="{FF2B5EF4-FFF2-40B4-BE49-F238E27FC236}">
                <a16:creationId xmlns:a16="http://schemas.microsoft.com/office/drawing/2014/main" id="{DDE69E3E-00BC-DB75-980E-34B703262338}"/>
              </a:ext>
            </a:extLst>
          </p:cNvPr>
          <p:cNvSpPr/>
          <p:nvPr/>
        </p:nvSpPr>
        <p:spPr>
          <a:xfrm>
            <a:off x="8426251" y="4681550"/>
            <a:ext cx="132155" cy="89351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Rectangle 93">
            <a:extLst>
              <a:ext uri="{FF2B5EF4-FFF2-40B4-BE49-F238E27FC236}">
                <a16:creationId xmlns:a16="http://schemas.microsoft.com/office/drawing/2014/main" id="{6348D4C7-9E18-8163-E723-32A40CDE5C7C}"/>
              </a:ext>
            </a:extLst>
          </p:cNvPr>
          <p:cNvSpPr/>
          <p:nvPr/>
        </p:nvSpPr>
        <p:spPr>
          <a:xfrm>
            <a:off x="8426251" y="4905943"/>
            <a:ext cx="132155" cy="89351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4C91BC-E3B5-BF13-D8DC-8EA562FEC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7BEF0E-5F89-661E-173E-83205CF80789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59F6F2F-1BDD-F014-1F1A-56BF492321E0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D1646E1-1AB2-C320-A9F3-1C763D73B444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4537059-CD19-423A-2587-CA7FFAE39F84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38" name="Graphique 137">
            <a:extLst>
              <a:ext uri="{FF2B5EF4-FFF2-40B4-BE49-F238E27FC236}">
                <a16:creationId xmlns:a16="http://schemas.microsoft.com/office/drawing/2014/main" id="{55D3C510-E91E-A39F-5710-5B8993B99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E00E055A-1B2E-0B64-4F0C-A1801846E5DE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9CBE523-BF63-8F79-5AA8-699DD68349B8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6F310BE-55BA-C67E-B637-DDCB23684F9B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44551B-3326-579F-B300-7C054457E293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C267FB3-2D3C-D6D2-76BC-EB6463B45B6B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A272814-0F4A-8ED9-ACCB-A0ADD01D353E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4FDF8A9-A33A-208E-3FE5-294FB9117F13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3001BD9-60E1-B34B-CF30-D6014E490DD8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A38EE68-B8F8-73FF-DC25-EBA135D36372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9350620-12E6-102E-0DAC-B30255B55C69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B8B1667-EDCB-199A-BF7F-F208509856F6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644337C-6FED-03F7-F4CE-8D9BA6387853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7C7184FF-8B58-DD2A-0851-A73DDB203BC8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3992305-2C75-3DF1-E4F5-5420056179DA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97FB77D3-207F-2213-BAAD-12E243A9E900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61" name="Image 260">
            <a:extLst>
              <a:ext uri="{FF2B5EF4-FFF2-40B4-BE49-F238E27FC236}">
                <a16:creationId xmlns:a16="http://schemas.microsoft.com/office/drawing/2014/main" id="{5C824724-7BEC-9816-F0F1-7AF35FAA6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262" name="Image 261">
            <a:extLst>
              <a:ext uri="{FF2B5EF4-FFF2-40B4-BE49-F238E27FC236}">
                <a16:creationId xmlns:a16="http://schemas.microsoft.com/office/drawing/2014/main" id="{DCFF3E84-85F7-E05F-A602-6CD8148435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263" name="Image 262">
            <a:extLst>
              <a:ext uri="{FF2B5EF4-FFF2-40B4-BE49-F238E27FC236}">
                <a16:creationId xmlns:a16="http://schemas.microsoft.com/office/drawing/2014/main" id="{860C33D7-BAD1-79A7-C72B-16F1B242C6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264" name="Rectangle 263">
            <a:extLst>
              <a:ext uri="{FF2B5EF4-FFF2-40B4-BE49-F238E27FC236}">
                <a16:creationId xmlns:a16="http://schemas.microsoft.com/office/drawing/2014/main" id="{F49A474B-F025-3AB9-8CFC-DBCE6AE93497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0227EC7-4E59-FF86-9F0E-C61818D2D2AD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C5EEAE5-3ACD-C190-B0C5-06EAC264BF12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98EC6253-661E-4B8F-9619-3C94C29411D9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D4B5D8F-60D8-D3EC-F51C-7E7F02D86EE3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69" name="Graphique 268">
            <a:extLst>
              <a:ext uri="{FF2B5EF4-FFF2-40B4-BE49-F238E27FC236}">
                <a16:creationId xmlns:a16="http://schemas.microsoft.com/office/drawing/2014/main" id="{1F1B84BB-FB9C-C68E-DABE-3F05AD7CBE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270" name="ZoneTexte 269">
            <a:extLst>
              <a:ext uri="{FF2B5EF4-FFF2-40B4-BE49-F238E27FC236}">
                <a16:creationId xmlns:a16="http://schemas.microsoft.com/office/drawing/2014/main" id="{25D5FE63-DF9B-1CA5-6D1B-2C06C562F50F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EC71584-5656-698C-D5A7-4FA54A302175}"/>
              </a:ext>
            </a:extLst>
          </p:cNvPr>
          <p:cNvSpPr/>
          <p:nvPr/>
        </p:nvSpPr>
        <p:spPr>
          <a:xfrm>
            <a:off x="5338644" y="57377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documentManagement/types"/>
    <ds:schemaRef ds:uri="d2aa4942-3767-4fb4-b828-61a76fcbf9df"/>
    <ds:schemaRef ds:uri="http://purl.org/dc/elements/1.1/"/>
    <ds:schemaRef ds:uri="http://purl.org/dc/terms/"/>
    <ds:schemaRef ds:uri="1d40e6f8-d294-4e0a-a4ec-60755aee44ca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DAC352-93FB-4061-92AD-DAC7E21404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18</TotalTime>
  <Words>166</Words>
  <Application>Microsoft Macintosh PowerPoint</Application>
  <PresentationFormat>Grand écran</PresentationFormat>
  <Paragraphs>59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2026-08-04T15:20:47Z</dcterms:created>
  <dcterms:modified xsi:type="dcterms:W3CDTF">2026-08-06T07:31:40Z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