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93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875B-154B-9210-5B5C12FD73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05.08.26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05.08.26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eg"/><Relationship Id="rId10" Type="http://schemas.openxmlformats.org/officeDocument/2006/relationships/image" Target="../media/image13.jp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ANTOINE VALERO – 2008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8865C-E9E5-B017-B9B7-20612267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FE0E89E7-A918-244F-1C1A-0EC2AD3FEE19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E1A66FC4-3CC6-36AC-9CC5-AED99DDDD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E3328B2-2CAB-EC78-417C-F1C7831D2D8F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AEB91ACC-7BFE-460B-7B71-B6FE309AAE2A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C3AB2FA-75E0-2E8C-0B74-65E1698D44AA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045583A-E398-538E-EA05-0EFBFCE54C5A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640C2C3-B2E9-2E4F-5A01-3D1326C682F9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D627C055-8D68-CFB1-BAB5-8FC2188BF120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88D3128B-121F-948C-1376-AFA2AC01C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D4C23BBE-1472-D9E3-9050-C85B1635277A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0EAD79A5-AD25-2245-4479-ABCD6F9315B0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3C820B6-1A59-5B24-1B4C-B84E8F12981F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C69CCF1D-2EB4-6DFE-064F-54402D8ABD16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12CDAA3-763A-7477-F8F3-D89BD75F5023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E98DD53C-DADA-5A8D-7007-15A7D3F213DF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6061A4A-E193-F6E6-B1C1-D1034138F289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30F6F114-B3D6-603A-D7AF-46DF0B3DA87C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F62E38DF-2D3A-E439-9A0C-765402A86BE0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E82F4B3-E238-699C-E3FA-8A74344C76CC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A40B1E2E-9FA2-37D3-84FD-BBFDF14B8F92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4E20550-2403-B639-AAC7-35E67E9B3DB1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2F99C79-94B8-5E37-364D-3EF5FBB794C7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CBF21D1-9D7A-7DA8-5FD2-A9BE1B3F156C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B2FCE92-69F1-8A1B-B901-F10E6C3E9443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EB39F7F-6198-6695-A956-1C6F8C68F2AE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CE19F93-3F5D-7934-5838-9C1DA79B4BCF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06EAEE9-3FE9-929B-580B-772D09D03F08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78D633A-D41C-4F41-8682-9A9E8B588F58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DD33DA-0971-E09F-82F9-E44D7C187FAB}"/>
              </a:ext>
            </a:extLst>
          </p:cNvPr>
          <p:cNvSpPr/>
          <p:nvPr/>
        </p:nvSpPr>
        <p:spPr>
          <a:xfrm>
            <a:off x="1328391" y="30184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91FCB1-2EFE-90FD-0CAE-B50B7390FF39}"/>
              </a:ext>
            </a:extLst>
          </p:cNvPr>
          <p:cNvSpPr/>
          <p:nvPr/>
        </p:nvSpPr>
        <p:spPr>
          <a:xfrm>
            <a:off x="1334487" y="338416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5BEE67-6FAE-7DD9-E30D-DA65E004DC56}"/>
              </a:ext>
            </a:extLst>
          </p:cNvPr>
          <p:cNvSpPr/>
          <p:nvPr/>
        </p:nvSpPr>
        <p:spPr>
          <a:xfrm>
            <a:off x="1328391" y="378936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7F8606-35A2-08C3-9515-8420FBF4E2D2}"/>
              </a:ext>
            </a:extLst>
          </p:cNvPr>
          <p:cNvSpPr/>
          <p:nvPr/>
        </p:nvSpPr>
        <p:spPr>
          <a:xfrm>
            <a:off x="1333666" y="415873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E68BF200-6128-AF55-A220-1D4F0F8577AC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168DE1-D232-552F-6BF6-C5EAD9055E29}"/>
              </a:ext>
            </a:extLst>
          </p:cNvPr>
          <p:cNvSpPr txBox="1"/>
          <p:nvPr/>
        </p:nvSpPr>
        <p:spPr>
          <a:xfrm>
            <a:off x="1373221" y="3092647"/>
            <a:ext cx="59736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07.08.2008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3E73A8B-5FA6-C325-090C-54F956374597}"/>
              </a:ext>
            </a:extLst>
          </p:cNvPr>
          <p:cNvSpPr txBox="1"/>
          <p:nvPr/>
        </p:nvSpPr>
        <p:spPr>
          <a:xfrm>
            <a:off x="1421908" y="3440174"/>
            <a:ext cx="38619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GAUCHE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2293EAC-1AF8-6E7E-88F2-E47278806985}"/>
              </a:ext>
            </a:extLst>
          </p:cNvPr>
          <p:cNvSpPr txBox="1"/>
          <p:nvPr/>
        </p:nvSpPr>
        <p:spPr>
          <a:xfrm>
            <a:off x="1401168" y="3851459"/>
            <a:ext cx="386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182.6CM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D33E7F19-4143-AC36-A32D-B6A12EE747EA}"/>
              </a:ext>
            </a:extLst>
          </p:cNvPr>
          <p:cNvSpPr txBox="1"/>
          <p:nvPr/>
        </p:nvSpPr>
        <p:spPr>
          <a:xfrm>
            <a:off x="1448162" y="4229060"/>
            <a:ext cx="386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78.2KG</a:t>
            </a:r>
          </a:p>
        </p:txBody>
      </p:sp>
      <p:pic>
        <p:nvPicPr>
          <p:cNvPr id="110" name="Picture 2" descr="France • Fabio’s LifeTour">
            <a:extLst>
              <a:ext uri="{FF2B5EF4-FFF2-40B4-BE49-F238E27FC236}">
                <a16:creationId xmlns:a16="http://schemas.microsoft.com/office/drawing/2014/main" id="{A44805C6-4E0B-B7ED-FCCE-6F19A6B42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03" y="2345580"/>
            <a:ext cx="290387" cy="19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Rectangle 114">
            <a:extLst>
              <a:ext uri="{FF2B5EF4-FFF2-40B4-BE49-F238E27FC236}">
                <a16:creationId xmlns:a16="http://schemas.microsoft.com/office/drawing/2014/main" id="{909E93BD-E19A-1EB3-0823-CD0C1BE8AF38}"/>
              </a:ext>
            </a:extLst>
          </p:cNvPr>
          <p:cNvSpPr/>
          <p:nvPr/>
        </p:nvSpPr>
        <p:spPr>
          <a:xfrm>
            <a:off x="2732536" y="3610906"/>
            <a:ext cx="2719446" cy="224235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63B719F1-72B2-D857-E77E-D9698BA20BBC}"/>
              </a:ext>
            </a:extLst>
          </p:cNvPr>
          <p:cNvSpPr txBox="1"/>
          <p:nvPr/>
        </p:nvSpPr>
        <p:spPr>
          <a:xfrm>
            <a:off x="2768750" y="3630117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43FA7DF-14B5-5946-8985-66D4C4DB7534}"/>
              </a:ext>
            </a:extLst>
          </p:cNvPr>
          <p:cNvSpPr/>
          <p:nvPr/>
        </p:nvSpPr>
        <p:spPr>
          <a:xfrm>
            <a:off x="5558032" y="3606933"/>
            <a:ext cx="2719446" cy="224235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1FE5F47-2304-9579-6DC1-78831DE525F0}"/>
              </a:ext>
            </a:extLst>
          </p:cNvPr>
          <p:cNvSpPr/>
          <p:nvPr/>
        </p:nvSpPr>
        <p:spPr>
          <a:xfrm>
            <a:off x="8383528" y="3610906"/>
            <a:ext cx="2719446" cy="224235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CB9D2886-7378-9F7A-F8D5-F9471788C96C}"/>
              </a:ext>
            </a:extLst>
          </p:cNvPr>
          <p:cNvSpPr txBox="1"/>
          <p:nvPr/>
        </p:nvSpPr>
        <p:spPr>
          <a:xfrm>
            <a:off x="5596129" y="3642309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6D3C8267-4F97-BA8C-8516-7494868512A6}"/>
              </a:ext>
            </a:extLst>
          </p:cNvPr>
          <p:cNvSpPr txBox="1"/>
          <p:nvPr/>
        </p:nvSpPr>
        <p:spPr>
          <a:xfrm>
            <a:off x="8419742" y="3642309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DA73B5B6-9151-FE10-3918-BFBC81910C3B}"/>
              </a:ext>
            </a:extLst>
          </p:cNvPr>
          <p:cNvSpPr txBox="1"/>
          <p:nvPr/>
        </p:nvSpPr>
        <p:spPr>
          <a:xfrm>
            <a:off x="2968441" y="39868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49EF98D-6567-2A7E-9396-CCE75FA4CAAE}"/>
              </a:ext>
            </a:extLst>
          </p:cNvPr>
          <p:cNvSpPr/>
          <p:nvPr/>
        </p:nvSpPr>
        <p:spPr>
          <a:xfrm>
            <a:off x="2765629" y="4002088"/>
            <a:ext cx="132154" cy="686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1BA94C2-74AC-72D6-3195-201CFD171FA3}"/>
              </a:ext>
            </a:extLst>
          </p:cNvPr>
          <p:cNvSpPr/>
          <p:nvPr/>
        </p:nvSpPr>
        <p:spPr>
          <a:xfrm>
            <a:off x="5588903" y="3983311"/>
            <a:ext cx="132154" cy="686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63D42E3-1EC2-6B1A-E15F-269C5E639E95}"/>
              </a:ext>
            </a:extLst>
          </p:cNvPr>
          <p:cNvSpPr/>
          <p:nvPr/>
        </p:nvSpPr>
        <p:spPr>
          <a:xfrm>
            <a:off x="8419742" y="3948716"/>
            <a:ext cx="132154" cy="686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650807BF-99F9-73DC-CF4C-256E967FD564}"/>
              </a:ext>
            </a:extLst>
          </p:cNvPr>
          <p:cNvSpPr txBox="1"/>
          <p:nvPr/>
        </p:nvSpPr>
        <p:spPr>
          <a:xfrm>
            <a:off x="2968441" y="421297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ABB4E406-CD11-9636-4EBD-3D7ABD48E5B6}"/>
              </a:ext>
            </a:extLst>
          </p:cNvPr>
          <p:cNvSpPr txBox="1"/>
          <p:nvPr/>
        </p:nvSpPr>
        <p:spPr>
          <a:xfrm>
            <a:off x="2968441" y="445071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7DB473B-ECEC-2E04-8176-B22D314C2AC6}"/>
              </a:ext>
            </a:extLst>
          </p:cNvPr>
          <p:cNvSpPr txBox="1"/>
          <p:nvPr/>
        </p:nvSpPr>
        <p:spPr>
          <a:xfrm>
            <a:off x="5765878" y="39539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1ère pression sans se faire éliminer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AD1A2327-DAB2-A777-2B61-CDA9DFDFE445}"/>
              </a:ext>
            </a:extLst>
          </p:cNvPr>
          <p:cNvSpPr txBox="1"/>
          <p:nvPr/>
        </p:nvSpPr>
        <p:spPr>
          <a:xfrm>
            <a:off x="2968440" y="4688954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balle/Fixation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00026EF8-71C9-86A1-5488-63151C754D4B}"/>
              </a:ext>
            </a:extLst>
          </p:cNvPr>
          <p:cNvSpPr txBox="1"/>
          <p:nvPr/>
        </p:nvSpPr>
        <p:spPr>
          <a:xfrm>
            <a:off x="2974537" y="49145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868BAE4B-662E-1494-F85F-A57A93AFE886}"/>
              </a:ext>
            </a:extLst>
          </p:cNvPr>
          <p:cNvSpPr txBox="1"/>
          <p:nvPr/>
        </p:nvSpPr>
        <p:spPr>
          <a:xfrm>
            <a:off x="2968441" y="513944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426F0A99-D513-9AE4-5310-E80B55EA7D35}"/>
              </a:ext>
            </a:extLst>
          </p:cNvPr>
          <p:cNvSpPr txBox="1"/>
          <p:nvPr/>
        </p:nvSpPr>
        <p:spPr>
          <a:xfrm>
            <a:off x="8653318" y="3925143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Compréhension des espaces à utiliser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F91D650C-69B3-8D12-383A-FD44A463A6F6}"/>
              </a:ext>
            </a:extLst>
          </p:cNvPr>
          <p:cNvSpPr txBox="1"/>
          <p:nvPr/>
        </p:nvSpPr>
        <p:spPr>
          <a:xfrm>
            <a:off x="8664204" y="4121086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Marquage / Démarquage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86F9669-CCE8-0BE1-C04C-812395D0C168}"/>
              </a:ext>
            </a:extLst>
          </p:cNvPr>
          <p:cNvSpPr txBox="1"/>
          <p:nvPr/>
        </p:nvSpPr>
        <p:spPr>
          <a:xfrm>
            <a:off x="8664204" y="4360713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Déplacement dans la surface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9D537ACA-2A9C-25C0-A07E-8A88FDBABF2A}"/>
              </a:ext>
            </a:extLst>
          </p:cNvPr>
          <p:cNvSpPr txBox="1"/>
          <p:nvPr/>
        </p:nvSpPr>
        <p:spPr>
          <a:xfrm>
            <a:off x="2968441" y="539222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remise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5F2415F0-C025-F684-65BA-2BB5378F5F54}"/>
              </a:ext>
            </a:extLst>
          </p:cNvPr>
          <p:cNvSpPr txBox="1"/>
          <p:nvPr/>
        </p:nvSpPr>
        <p:spPr>
          <a:xfrm>
            <a:off x="8672555" y="457579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dos au but / Protection 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FF1D6F7A-12A3-18C7-B117-8CF92EDD810C}"/>
              </a:ext>
            </a:extLst>
          </p:cNvPr>
          <p:cNvSpPr txBox="1"/>
          <p:nvPr/>
        </p:nvSpPr>
        <p:spPr>
          <a:xfrm>
            <a:off x="8672555" y="481585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Attaque de la profondeur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65B3043A-419F-8E2C-83C7-A89F3928D0F5}"/>
              </a:ext>
            </a:extLst>
          </p:cNvPr>
          <p:cNvSpPr txBox="1"/>
          <p:nvPr/>
        </p:nvSpPr>
        <p:spPr>
          <a:xfrm>
            <a:off x="5765878" y="413896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Fermer les lignes de passe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281AC7D-53AD-FEDA-BE60-D677C95CAB0D}"/>
              </a:ext>
            </a:extLst>
          </p:cNvPr>
          <p:cNvSpPr txBox="1"/>
          <p:nvPr/>
        </p:nvSpPr>
        <p:spPr>
          <a:xfrm>
            <a:off x="5765878" y="432402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9E3FA082-2F7E-3C2D-7BB6-C03C6F0E2A0F}"/>
              </a:ext>
            </a:extLst>
          </p:cNvPr>
          <p:cNvSpPr txBox="1"/>
          <p:nvPr/>
        </p:nvSpPr>
        <p:spPr>
          <a:xfrm>
            <a:off x="8672363" y="50424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6E6F4FD0-A88F-0AD1-A72D-8EBB65E958B5}"/>
              </a:ext>
            </a:extLst>
          </p:cNvPr>
          <p:cNvSpPr txBox="1"/>
          <p:nvPr/>
        </p:nvSpPr>
        <p:spPr>
          <a:xfrm>
            <a:off x="8666387" y="526360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et timing des appels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3C048363-90FE-F770-5C34-F3FE37C9667E}"/>
              </a:ext>
            </a:extLst>
          </p:cNvPr>
          <p:cNvSpPr txBox="1"/>
          <p:nvPr/>
        </p:nvSpPr>
        <p:spPr>
          <a:xfrm>
            <a:off x="2968440" y="562644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Vitesse d’enchainement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7A9AD5E-CFF5-7B7C-9C9D-7B3D6867A7A6}"/>
              </a:ext>
            </a:extLst>
          </p:cNvPr>
          <p:cNvSpPr/>
          <p:nvPr/>
        </p:nvSpPr>
        <p:spPr>
          <a:xfrm>
            <a:off x="2767350" y="4223967"/>
            <a:ext cx="132154" cy="686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EBF8FC1-B977-A574-0707-3F121A00E569}"/>
              </a:ext>
            </a:extLst>
          </p:cNvPr>
          <p:cNvSpPr/>
          <p:nvPr/>
        </p:nvSpPr>
        <p:spPr>
          <a:xfrm>
            <a:off x="2760607" y="4463968"/>
            <a:ext cx="132154" cy="686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5CCEFD9-86BD-65EC-B91D-0DDC31017203}"/>
              </a:ext>
            </a:extLst>
          </p:cNvPr>
          <p:cNvSpPr/>
          <p:nvPr/>
        </p:nvSpPr>
        <p:spPr>
          <a:xfrm>
            <a:off x="2759653" y="4701335"/>
            <a:ext cx="132154" cy="686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0BDA364-05B3-AAF5-B20D-14027BDD182B}"/>
              </a:ext>
            </a:extLst>
          </p:cNvPr>
          <p:cNvSpPr/>
          <p:nvPr/>
        </p:nvSpPr>
        <p:spPr>
          <a:xfrm>
            <a:off x="2760607" y="4924157"/>
            <a:ext cx="132154" cy="686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AD4F5A6-DE79-FCA0-D38B-0CF5D11D4DBC}"/>
              </a:ext>
            </a:extLst>
          </p:cNvPr>
          <p:cNvSpPr/>
          <p:nvPr/>
        </p:nvSpPr>
        <p:spPr>
          <a:xfrm>
            <a:off x="2772872" y="5161524"/>
            <a:ext cx="132154" cy="686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4E0F74B-7C38-58B4-8D13-C50CEF70B203}"/>
              </a:ext>
            </a:extLst>
          </p:cNvPr>
          <p:cNvSpPr/>
          <p:nvPr/>
        </p:nvSpPr>
        <p:spPr>
          <a:xfrm>
            <a:off x="2772872" y="5410843"/>
            <a:ext cx="132154" cy="686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43F3A9F-06A8-70DF-CA29-C15761192E2B}"/>
              </a:ext>
            </a:extLst>
          </p:cNvPr>
          <p:cNvSpPr/>
          <p:nvPr/>
        </p:nvSpPr>
        <p:spPr>
          <a:xfrm>
            <a:off x="2776611" y="5639229"/>
            <a:ext cx="132154" cy="686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9D86A0E-4874-2469-9626-29F9CC3E7DF6}"/>
              </a:ext>
            </a:extLst>
          </p:cNvPr>
          <p:cNvSpPr/>
          <p:nvPr/>
        </p:nvSpPr>
        <p:spPr>
          <a:xfrm>
            <a:off x="8452689" y="5295317"/>
            <a:ext cx="132154" cy="686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4ABDDE0-6464-5AD7-56C8-39BC37DD5FDD}"/>
              </a:ext>
            </a:extLst>
          </p:cNvPr>
          <p:cNvSpPr/>
          <p:nvPr/>
        </p:nvSpPr>
        <p:spPr>
          <a:xfrm>
            <a:off x="5588903" y="4168582"/>
            <a:ext cx="132154" cy="686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6BB3715-B659-32BC-CFE3-D189BF5320D0}"/>
              </a:ext>
            </a:extLst>
          </p:cNvPr>
          <p:cNvSpPr/>
          <p:nvPr/>
        </p:nvSpPr>
        <p:spPr>
          <a:xfrm>
            <a:off x="5588903" y="4341900"/>
            <a:ext cx="132154" cy="686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3729A7A-626A-6807-B066-CC3E9658C543}"/>
              </a:ext>
            </a:extLst>
          </p:cNvPr>
          <p:cNvSpPr/>
          <p:nvPr/>
        </p:nvSpPr>
        <p:spPr>
          <a:xfrm>
            <a:off x="8427727" y="4138700"/>
            <a:ext cx="132154" cy="686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E344D5E-37A3-E04A-4B12-6BD6043EB257}"/>
              </a:ext>
            </a:extLst>
          </p:cNvPr>
          <p:cNvSpPr/>
          <p:nvPr/>
        </p:nvSpPr>
        <p:spPr>
          <a:xfrm>
            <a:off x="8425719" y="4361093"/>
            <a:ext cx="132154" cy="686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DA4ADBF-F115-8DC8-FA82-78AA146701CA}"/>
              </a:ext>
            </a:extLst>
          </p:cNvPr>
          <p:cNvSpPr/>
          <p:nvPr/>
        </p:nvSpPr>
        <p:spPr>
          <a:xfrm>
            <a:off x="8425719" y="4594175"/>
            <a:ext cx="132154" cy="686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B882ECF-73C8-D629-9DBB-C278ABD39AA6}"/>
              </a:ext>
            </a:extLst>
          </p:cNvPr>
          <p:cNvSpPr/>
          <p:nvPr/>
        </p:nvSpPr>
        <p:spPr>
          <a:xfrm>
            <a:off x="8419371" y="4847256"/>
            <a:ext cx="132154" cy="686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F378118-282E-625E-7E82-86DCAA5A0E4A}"/>
              </a:ext>
            </a:extLst>
          </p:cNvPr>
          <p:cNvSpPr/>
          <p:nvPr/>
        </p:nvSpPr>
        <p:spPr>
          <a:xfrm>
            <a:off x="8427727" y="5059076"/>
            <a:ext cx="132154" cy="686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86CF5B3-BA10-EF3F-E7CC-0B4CE10F30E2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737A304-43F0-E9BA-C74D-F52B983A62EC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9CF491C0-2131-7365-7C11-95A637DA0C21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49A511CF-0087-F6AD-B00B-4D870C54F2EE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11C8F8F4-7B8A-0C93-A2DC-F8F425C26AA9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FCE6390-607F-2893-DCD8-2891349ED5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C39581-2A5C-3F40-9EA1-A98A82A65546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29B30-DC40-8ABA-2D9B-D20CB312929D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BA50B-7994-E2BA-4FD3-5B6437F8D5CD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02B90-D9A7-FE6C-2544-56BEA89F6862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6C2CC5-616B-2C6E-575E-8AC65E72BFF4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F1DC39C0-83D1-E776-D1EF-E0C22EB99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845B2B0-7658-E3B2-81FB-4CCF6DF9DD96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B03C05-3C01-ED8E-925F-8CADFA1788DC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CFE324-6A87-6670-1BC2-403DE8649CA2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EB63A7-D272-B82F-6773-D033458B8B9E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48B7B7-A5B2-0764-7650-54C380743FB3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03C21B-DCB7-C4AB-71F8-12C6EA4BF509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DD81C3-C42D-DAFC-2B48-E399F4C15B0E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B58549-52CD-D227-955E-9ACC32741A87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DBC76B3-4178-31C3-E46C-4EF266B6BC47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F1CFCA-7892-0E1A-B60D-400E795E05B4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F47CF1-A37D-B44F-A27C-FD635CFB5FE7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821BA8-2903-EB8A-0251-6CB1F1519F9C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B1104F0-D252-D3C9-5B91-17BFD4D7D2D5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23E147-4E6B-0353-F3C1-3CD3F64F763F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7169BAD-B733-188B-AA69-662EDB91E8B9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AEDA8732-E7C4-41E1-C34E-194B74C1BF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349180B5-2A6E-AD1B-C098-615E2FF12F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D922757E-D21A-CF88-2114-3E1CBD52AB41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5C747F7-0B15-A1E7-15B4-1F922A692AED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2858BB4-6A7E-3628-B7CB-DB48862DAD23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D8B2078-22E0-AB92-3F2C-CAF50C92B335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99908EA-F2A5-C074-9F19-062054D0F4C3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7" name="Image 76">
            <a:extLst>
              <a:ext uri="{FF2B5EF4-FFF2-40B4-BE49-F238E27FC236}">
                <a16:creationId xmlns:a16="http://schemas.microsoft.com/office/drawing/2014/main" id="{2B1D8927-10A5-5966-A64F-BF81CA35E8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78" name="Image 77">
            <a:extLst>
              <a:ext uri="{FF2B5EF4-FFF2-40B4-BE49-F238E27FC236}">
                <a16:creationId xmlns:a16="http://schemas.microsoft.com/office/drawing/2014/main" id="{D59514FC-3D1A-6D71-7C3B-A506CD9F29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79" name="Graphique 78">
            <a:extLst>
              <a:ext uri="{FF2B5EF4-FFF2-40B4-BE49-F238E27FC236}">
                <a16:creationId xmlns:a16="http://schemas.microsoft.com/office/drawing/2014/main" id="{44740B08-B079-73EF-2756-BBA4A4CD0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80" name="ZoneTexte 79">
            <a:extLst>
              <a:ext uri="{FF2B5EF4-FFF2-40B4-BE49-F238E27FC236}">
                <a16:creationId xmlns:a16="http://schemas.microsoft.com/office/drawing/2014/main" id="{E356624C-62A8-83B7-CC92-CA1AE94A5569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</p:spTree>
    <p:extLst>
      <p:ext uri="{BB962C8B-B14F-4D97-AF65-F5344CB8AC3E}">
        <p14:creationId xmlns:p14="http://schemas.microsoft.com/office/powerpoint/2010/main" val="109788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9B66EE-43D2-49FF-898E-DCD517785142}">
  <ds:schemaRefs>
    <ds:schemaRef ds:uri="http://schemas.microsoft.com/office/2006/metadata/properties"/>
    <ds:schemaRef ds:uri="http://schemas.microsoft.com/office/infopath/2007/PartnerControls"/>
    <ds:schemaRef ds:uri="2d8829ac-d7a6-47bf-913f-17470f5814bd"/>
    <ds:schemaRef ds:uri="d2aa4942-3767-4fb4-b828-61a76fcbf9df"/>
  </ds:schemaRefs>
</ds:datastoreItem>
</file>

<file path=customXml/itemProps3.xml><?xml version="1.0" encoding="utf-8"?>
<ds:datastoreItem xmlns:ds="http://schemas.openxmlformats.org/officeDocument/2006/customXml" ds:itemID="{3340203F-1322-4266-B59D-C3502A690188}"/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4</TotalTime>
  <Words>126</Words>
  <Application>Microsoft Macintosh PowerPoint</Application>
  <PresentationFormat>Grand écran</PresentationFormat>
  <Paragraphs>46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4</cp:revision>
  <dcterms:created xsi:type="dcterms:W3CDTF">2026-08-04T15:19:18Z</dcterms:created>
  <dcterms:modified xsi:type="dcterms:W3CDTF">2026-08-05T13:28:07Z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</Properties>
</file>