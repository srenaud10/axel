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17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8E077-5180-0F40-A04C-772F5982F70F}" v="1" dt="2026-08-06T07:42:42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43:07.394" v="36" actId="1076"/>
      <pc:docMkLst>
        <pc:docMk/>
      </pc:docMkLst>
      <pc:sldChg chg="addSp delSp modSp mod">
        <pc:chgData name="Lucas Genty" userId="0ff89410-5e71-4be0-bd77-4c071ba329e4" providerId="ADAL" clId="{299A151C-5B74-5660-9229-42BC38DFE690}" dt="2026-08-06T07:43:07.394" v="36" actId="1076"/>
        <pc:sldMkLst>
          <pc:docMk/>
          <pc:sldMk cId="317212457" sldId="317"/>
        </pc:sldMkLst>
        <pc:spChg chg="add mod">
          <ac:chgData name="Lucas Genty" userId="0ff89410-5e71-4be0-bd77-4c071ba329e4" providerId="ADAL" clId="{299A151C-5B74-5660-9229-42BC38DFE690}" dt="2026-08-06T07:42:49.889" v="17" actId="20577"/>
          <ac:spMkLst>
            <pc:docMk/>
            <pc:sldMk cId="317212457" sldId="317"/>
            <ac:spMk id="25" creationId="{5844FE7B-A6AE-1F40-E5E7-93F458296358}"/>
          </ac:spMkLst>
        </pc:spChg>
        <pc:spChg chg="add mod">
          <ac:chgData name="Lucas Genty" userId="0ff89410-5e71-4be0-bd77-4c071ba329e4" providerId="ADAL" clId="{299A151C-5B74-5660-9229-42BC38DFE690}" dt="2026-08-06T07:43:04.565" v="35" actId="1076"/>
          <ac:spMkLst>
            <pc:docMk/>
            <pc:sldMk cId="317212457" sldId="317"/>
            <ac:spMk id="26" creationId="{5794CC95-3373-857E-9538-6325A68293F0}"/>
          </ac:spMkLst>
        </pc:spChg>
        <pc:spChg chg="add mod">
          <ac:chgData name="Lucas Genty" userId="0ff89410-5e71-4be0-bd77-4c071ba329e4" providerId="ADAL" clId="{299A151C-5B74-5660-9229-42BC38DFE690}" dt="2026-08-06T07:42:57.679" v="28" actId="20577"/>
          <ac:spMkLst>
            <pc:docMk/>
            <pc:sldMk cId="317212457" sldId="317"/>
            <ac:spMk id="29" creationId="{991A47CD-3007-56EF-F0A2-E0B77D56BD05}"/>
          </ac:spMkLst>
        </pc:spChg>
        <pc:spChg chg="add mod">
          <ac:chgData name="Lucas Genty" userId="0ff89410-5e71-4be0-bd77-4c071ba329e4" providerId="ADAL" clId="{299A151C-5B74-5660-9229-42BC38DFE690}" dt="2026-08-06T07:43:07.394" v="36" actId="1076"/>
          <ac:spMkLst>
            <pc:docMk/>
            <pc:sldMk cId="317212457" sldId="317"/>
            <ac:spMk id="33" creationId="{7D836556-8368-B7C3-F46A-5D721AF9C671}"/>
          </ac:spMkLst>
        </pc:spChg>
        <pc:spChg chg="del">
          <ac:chgData name="Lucas Genty" userId="0ff89410-5e71-4be0-bd77-4c071ba329e4" providerId="ADAL" clId="{299A151C-5B74-5660-9229-42BC38DFE690}" dt="2026-08-06T07:42:42.188" v="2" actId="478"/>
          <ac:spMkLst>
            <pc:docMk/>
            <pc:sldMk cId="317212457" sldId="317"/>
            <ac:spMk id="36" creationId="{52BE9BFA-89BC-534B-71F9-31A3C1F2F9FE}"/>
          </ac:spMkLst>
        </pc:spChg>
        <pc:spChg chg="del">
          <ac:chgData name="Lucas Genty" userId="0ff89410-5e71-4be0-bd77-4c071ba329e4" providerId="ADAL" clId="{299A151C-5B74-5660-9229-42BC38DFE690}" dt="2026-08-06T07:42:36.052" v="1" actId="478"/>
          <ac:spMkLst>
            <pc:docMk/>
            <pc:sldMk cId="317212457" sldId="317"/>
            <ac:spMk id="37" creationId="{C3095F19-13AF-4B5E-43E0-C2710372082C}"/>
          </ac:spMkLst>
        </pc:spChg>
        <pc:spChg chg="del">
          <ac:chgData name="Lucas Genty" userId="0ff89410-5e71-4be0-bd77-4c071ba329e4" providerId="ADAL" clId="{299A151C-5B74-5660-9229-42BC38DFE690}" dt="2026-08-06T07:42:42.188" v="2" actId="478"/>
          <ac:spMkLst>
            <pc:docMk/>
            <pc:sldMk cId="317212457" sldId="317"/>
            <ac:spMk id="41" creationId="{7133E56B-55A4-0197-B0F9-97C083118DDB}"/>
          </ac:spMkLst>
        </pc:spChg>
        <pc:spChg chg="del">
          <ac:chgData name="Lucas Genty" userId="0ff89410-5e71-4be0-bd77-4c071ba329e4" providerId="ADAL" clId="{299A151C-5B74-5660-9229-42BC38DFE690}" dt="2026-08-06T07:42:36.052" v="1" actId="478"/>
          <ac:spMkLst>
            <pc:docMk/>
            <pc:sldMk cId="317212457" sldId="317"/>
            <ac:spMk id="44" creationId="{BD1E491A-D532-717E-842A-89E82DCE91DD}"/>
          </ac:spMkLst>
        </pc:spChg>
        <pc:spChg chg="del">
          <ac:chgData name="Lucas Genty" userId="0ff89410-5e71-4be0-bd77-4c071ba329e4" providerId="ADAL" clId="{299A151C-5B74-5660-9229-42BC38DFE690}" dt="2026-08-06T07:42:42.188" v="2" actId="478"/>
          <ac:spMkLst>
            <pc:docMk/>
            <pc:sldMk cId="317212457" sldId="317"/>
            <ac:spMk id="87" creationId="{124B1301-72F9-DB93-C648-4526640CDE28}"/>
          </ac:spMkLst>
        </pc:spChg>
        <pc:spChg chg="del">
          <ac:chgData name="Lucas Genty" userId="0ff89410-5e71-4be0-bd77-4c071ba329e4" providerId="ADAL" clId="{299A151C-5B74-5660-9229-42BC38DFE690}" dt="2026-08-06T07:42:36.052" v="1" actId="478"/>
          <ac:spMkLst>
            <pc:docMk/>
            <pc:sldMk cId="317212457" sldId="317"/>
            <ac:spMk id="88" creationId="{20E2FBCB-82C8-B32C-4220-F2B2EF7E8759}"/>
          </ac:spMkLst>
        </pc:spChg>
        <pc:spChg chg="del">
          <ac:chgData name="Lucas Genty" userId="0ff89410-5e71-4be0-bd77-4c071ba329e4" providerId="ADAL" clId="{299A151C-5B74-5660-9229-42BC38DFE690}" dt="2026-08-06T07:42:32.766" v="0" actId="478"/>
          <ac:spMkLst>
            <pc:docMk/>
            <pc:sldMk cId="317212457" sldId="317"/>
            <ac:spMk id="89" creationId="{CD1C0668-2EC2-FCE6-2102-55172B131403}"/>
          </ac:spMkLst>
        </pc:spChg>
        <pc:spChg chg="del">
          <ac:chgData name="Lucas Genty" userId="0ff89410-5e71-4be0-bd77-4c071ba329e4" providerId="ADAL" clId="{299A151C-5B74-5660-9229-42BC38DFE690}" dt="2026-08-06T07:42:32.766" v="0" actId="478"/>
          <ac:spMkLst>
            <pc:docMk/>
            <pc:sldMk cId="317212457" sldId="317"/>
            <ac:spMk id="90" creationId="{7140540E-90E7-8E7B-DF1E-70B004B0082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SAMY BEDJA – 2010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1096-196A-F876-5D5D-CF6D768D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D443B948-0426-EC99-6FEE-C3289BDED7F1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4AE32F92-28D9-A485-0C13-10D0F9EEE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5CA2A58-83DB-C44F-F529-30B27CBB1C80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54CB5D75-78D8-21E1-ABBE-1D6F59FDCCA0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8A08377-216E-3554-2C8A-535A2C090B6C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F1E1735-A650-0F52-4B58-26429416712B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FD6676E-4992-B476-7423-A617334F71E8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F60C3638-9E6F-10F2-3E73-323115653C46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756D27DF-65F6-EFA7-9A0B-63675DEB6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A8A3108A-8052-7B7E-730B-24893098B6B5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70A9E5A-3FFE-99A3-F95B-5E3C372500EF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CA8B0E1-EB1B-ADCF-DF57-CF163EB67735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6E742F1-93D8-3202-E261-25A0530919B7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2960C7F-EAC7-BBA9-CA37-D7679B51B28C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C510887-C824-3D86-4F8F-1FB05C5ECC49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4D7B380-0D8E-34A8-938C-CB4921D4923B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9AF3C925-A800-5D91-1DD7-3CBA904B4224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BFFE9AA7-4376-FAA5-23BB-DC60CB3BB71D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F207AEEF-D36B-39E5-5DF5-CBD300705443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EEC774CF-47B6-D067-C080-C671C535E848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E91A05D1-E7EA-B4DF-C882-AD38177FA30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F3D8440-A3D4-3449-DD41-87A7BB3CB1D5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892CBC1-35FB-3C07-01AE-9F4498B5FFBB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012B1-225C-5C83-615F-1DB74453E4C7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948D83E-8135-1183-3929-8CF3E2452068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93CD18-8DDF-D319-362C-DA35B177047D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AB106AE-2AFB-2424-1C67-CDCCA1602E1A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1FB5C2-94B3-9ABC-B3A4-52390C8C2E8F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9DC555-FAB1-0BCB-9FC9-D8606FDF5215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044EA76-FF78-6686-2890-24ADF9933F7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8F3E333E-777C-3749-12C9-8DC9DD1B49C1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0E9E8BF-A528-457E-5355-FC17BF84D3A2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2768FD6-EC1B-CDF2-15FF-812BC9428B99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96A39CB9-2946-E7CF-7070-1F95BD6C3ECB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8" name="Picture 2" descr="France • Fabio’s LifeTour">
            <a:extLst>
              <a:ext uri="{FF2B5EF4-FFF2-40B4-BE49-F238E27FC236}">
                <a16:creationId xmlns:a16="http://schemas.microsoft.com/office/drawing/2014/main" id="{E724E3F3-8B6B-7482-D78E-5B3FA027D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7" y="2354795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925FE50-F854-B889-B84C-A8569CF74EFC}"/>
              </a:ext>
            </a:extLst>
          </p:cNvPr>
          <p:cNvSpPr/>
          <p:nvPr/>
        </p:nvSpPr>
        <p:spPr>
          <a:xfrm>
            <a:off x="2732536" y="3133547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169F4EEF-11E9-8272-4382-B0F322012D94}"/>
              </a:ext>
            </a:extLst>
          </p:cNvPr>
          <p:cNvSpPr txBox="1"/>
          <p:nvPr/>
        </p:nvSpPr>
        <p:spPr>
          <a:xfrm>
            <a:off x="2768750" y="3152758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52B30DF-84A3-C308-7DFB-35200FD367B3}"/>
              </a:ext>
            </a:extLst>
          </p:cNvPr>
          <p:cNvSpPr/>
          <p:nvPr/>
        </p:nvSpPr>
        <p:spPr>
          <a:xfrm>
            <a:off x="5558032" y="3129574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7BCD063-B296-62AD-4561-F65BD043DFE6}"/>
              </a:ext>
            </a:extLst>
          </p:cNvPr>
          <p:cNvSpPr/>
          <p:nvPr/>
        </p:nvSpPr>
        <p:spPr>
          <a:xfrm>
            <a:off x="8383528" y="3133547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D7EF4A3-1B4D-1CCB-A012-8167719E4A90}"/>
              </a:ext>
            </a:extLst>
          </p:cNvPr>
          <p:cNvSpPr txBox="1"/>
          <p:nvPr/>
        </p:nvSpPr>
        <p:spPr>
          <a:xfrm>
            <a:off x="5596129" y="3164950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E24D16F8-D2B8-DBE8-8C7A-31A0DE4D16F9}"/>
              </a:ext>
            </a:extLst>
          </p:cNvPr>
          <p:cNvSpPr txBox="1"/>
          <p:nvPr/>
        </p:nvSpPr>
        <p:spPr>
          <a:xfrm>
            <a:off x="8419742" y="3164950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A04B7236-6FC5-A3C2-08A1-3DAED4530C39}"/>
              </a:ext>
            </a:extLst>
          </p:cNvPr>
          <p:cNvSpPr txBox="1"/>
          <p:nvPr/>
        </p:nvSpPr>
        <p:spPr>
          <a:xfrm>
            <a:off x="2967814" y="349427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30199C5-F6D5-CC37-DF3C-01DCC8FE109E}"/>
              </a:ext>
            </a:extLst>
          </p:cNvPr>
          <p:cNvSpPr/>
          <p:nvPr/>
        </p:nvSpPr>
        <p:spPr>
          <a:xfrm>
            <a:off x="2760037" y="350950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C625CB-40E0-064F-8FC7-FE07BDBC7D61}"/>
              </a:ext>
            </a:extLst>
          </p:cNvPr>
          <p:cNvSpPr/>
          <p:nvPr/>
        </p:nvSpPr>
        <p:spPr>
          <a:xfrm>
            <a:off x="8415115" y="3447784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D6BE278-1CC5-60D2-E24E-C5A655DDCCC6}"/>
              </a:ext>
            </a:extLst>
          </p:cNvPr>
          <p:cNvSpPr txBox="1"/>
          <p:nvPr/>
        </p:nvSpPr>
        <p:spPr>
          <a:xfrm>
            <a:off x="8653319" y="343255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D065D763-DA43-CADC-611B-F090B1C53B2B}"/>
              </a:ext>
            </a:extLst>
          </p:cNvPr>
          <p:cNvSpPr txBox="1"/>
          <p:nvPr/>
        </p:nvSpPr>
        <p:spPr>
          <a:xfrm>
            <a:off x="2961718" y="37407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F98BDBBA-B2F3-6BE2-FFD3-4B05C935EAF3}"/>
              </a:ext>
            </a:extLst>
          </p:cNvPr>
          <p:cNvSpPr txBox="1"/>
          <p:nvPr/>
        </p:nvSpPr>
        <p:spPr>
          <a:xfrm>
            <a:off x="2961718" y="419587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59D7470A-E793-513E-0520-236FFC2432A2}"/>
              </a:ext>
            </a:extLst>
          </p:cNvPr>
          <p:cNvSpPr txBox="1"/>
          <p:nvPr/>
        </p:nvSpPr>
        <p:spPr>
          <a:xfrm>
            <a:off x="5730161" y="349427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9053DB87-F314-37E3-4FE6-05237913B244}"/>
              </a:ext>
            </a:extLst>
          </p:cNvPr>
          <p:cNvSpPr txBox="1"/>
          <p:nvPr/>
        </p:nvSpPr>
        <p:spPr>
          <a:xfrm>
            <a:off x="5721773" y="372648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0DC5704A-12D1-22D7-15AA-6286D66F5170}"/>
              </a:ext>
            </a:extLst>
          </p:cNvPr>
          <p:cNvSpPr txBox="1"/>
          <p:nvPr/>
        </p:nvSpPr>
        <p:spPr>
          <a:xfrm>
            <a:off x="5724065" y="395014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C8DF39BD-5C2D-DD32-3077-3894C25EDE5F}"/>
              </a:ext>
            </a:extLst>
          </p:cNvPr>
          <p:cNvSpPr txBox="1"/>
          <p:nvPr/>
        </p:nvSpPr>
        <p:spPr>
          <a:xfrm>
            <a:off x="8653319" y="363027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AEE11E73-F042-954B-2FCA-B7AA18DA0012}"/>
              </a:ext>
            </a:extLst>
          </p:cNvPr>
          <p:cNvSpPr txBox="1"/>
          <p:nvPr/>
        </p:nvSpPr>
        <p:spPr>
          <a:xfrm>
            <a:off x="8666497" y="54984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99B35F77-65CE-51D2-CEE3-5257579E86B9}"/>
              </a:ext>
            </a:extLst>
          </p:cNvPr>
          <p:cNvSpPr txBox="1"/>
          <p:nvPr/>
        </p:nvSpPr>
        <p:spPr>
          <a:xfrm>
            <a:off x="8655611" y="380231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B5FF7A61-F952-3905-50A3-0268547E6316}"/>
              </a:ext>
            </a:extLst>
          </p:cNvPr>
          <p:cNvSpPr txBox="1"/>
          <p:nvPr/>
        </p:nvSpPr>
        <p:spPr>
          <a:xfrm>
            <a:off x="8655611" y="40051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AA05C9EF-7955-0373-CE14-5780A51FB221}"/>
              </a:ext>
            </a:extLst>
          </p:cNvPr>
          <p:cNvSpPr txBox="1"/>
          <p:nvPr/>
        </p:nvSpPr>
        <p:spPr>
          <a:xfrm>
            <a:off x="2961718" y="44341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B720DC53-5A06-05B6-F38C-BFDE5FD7B490}"/>
              </a:ext>
            </a:extLst>
          </p:cNvPr>
          <p:cNvSpPr txBox="1"/>
          <p:nvPr/>
        </p:nvSpPr>
        <p:spPr>
          <a:xfrm>
            <a:off x="2967814" y="46596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6FCEDD37-4624-8F3F-D571-C0D917C5E82E}"/>
              </a:ext>
            </a:extLst>
          </p:cNvPr>
          <p:cNvSpPr txBox="1"/>
          <p:nvPr/>
        </p:nvSpPr>
        <p:spPr>
          <a:xfrm>
            <a:off x="8655611" y="42211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A053C80C-A977-1B15-F578-4819C5CB66AD}"/>
              </a:ext>
            </a:extLst>
          </p:cNvPr>
          <p:cNvSpPr txBox="1"/>
          <p:nvPr/>
        </p:nvSpPr>
        <p:spPr>
          <a:xfrm>
            <a:off x="8655611" y="442922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1500D2BC-CFD5-A17D-B711-300CBD43B693}"/>
              </a:ext>
            </a:extLst>
          </p:cNvPr>
          <p:cNvSpPr txBox="1"/>
          <p:nvPr/>
        </p:nvSpPr>
        <p:spPr>
          <a:xfrm>
            <a:off x="5724065" y="42007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F115B95-D5EE-ED50-3133-7BA4665F9D73}"/>
              </a:ext>
            </a:extLst>
          </p:cNvPr>
          <p:cNvSpPr txBox="1"/>
          <p:nvPr/>
        </p:nvSpPr>
        <p:spPr>
          <a:xfrm>
            <a:off x="8655611" y="46403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A2646AB0-410F-5634-8E3C-329AAC320F4F}"/>
              </a:ext>
            </a:extLst>
          </p:cNvPr>
          <p:cNvSpPr txBox="1"/>
          <p:nvPr/>
        </p:nvSpPr>
        <p:spPr>
          <a:xfrm>
            <a:off x="5724065" y="44555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FC770FC-437F-D358-B60F-B706E547C6DE}"/>
              </a:ext>
            </a:extLst>
          </p:cNvPr>
          <p:cNvSpPr txBox="1"/>
          <p:nvPr/>
        </p:nvSpPr>
        <p:spPr>
          <a:xfrm>
            <a:off x="5724065" y="46950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F997DD46-301B-236E-15F3-1AF654BA47CF}"/>
              </a:ext>
            </a:extLst>
          </p:cNvPr>
          <p:cNvSpPr txBox="1"/>
          <p:nvPr/>
        </p:nvSpPr>
        <p:spPr>
          <a:xfrm>
            <a:off x="8666497" y="485727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35D8D7BC-0A60-888A-D28D-0F30D23B69F3}"/>
              </a:ext>
            </a:extLst>
          </p:cNvPr>
          <p:cNvSpPr txBox="1"/>
          <p:nvPr/>
        </p:nvSpPr>
        <p:spPr>
          <a:xfrm>
            <a:off x="8666497" y="507464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ED69778B-C8DB-50AF-B111-E4F0D38ECE87}"/>
              </a:ext>
            </a:extLst>
          </p:cNvPr>
          <p:cNvSpPr txBox="1"/>
          <p:nvPr/>
        </p:nvSpPr>
        <p:spPr>
          <a:xfrm>
            <a:off x="2961718" y="48922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00AC6F7-A90E-94E8-ABA0-6D49C8928885}"/>
              </a:ext>
            </a:extLst>
          </p:cNvPr>
          <p:cNvSpPr txBox="1"/>
          <p:nvPr/>
        </p:nvSpPr>
        <p:spPr>
          <a:xfrm>
            <a:off x="2961718" y="510991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71D9DBEF-817F-A72C-BAAF-647D9122F2B5}"/>
              </a:ext>
            </a:extLst>
          </p:cNvPr>
          <p:cNvSpPr txBox="1"/>
          <p:nvPr/>
        </p:nvSpPr>
        <p:spPr>
          <a:xfrm>
            <a:off x="2950832" y="39781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0CD6554-AF35-4A66-88AD-2D229FEEA7DA}"/>
              </a:ext>
            </a:extLst>
          </p:cNvPr>
          <p:cNvSpPr txBox="1"/>
          <p:nvPr/>
        </p:nvSpPr>
        <p:spPr>
          <a:xfrm>
            <a:off x="2950832" y="532762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14CAA9D1-CEAE-26F8-19F9-FF57C32952E3}"/>
              </a:ext>
            </a:extLst>
          </p:cNvPr>
          <p:cNvSpPr txBox="1"/>
          <p:nvPr/>
        </p:nvSpPr>
        <p:spPr>
          <a:xfrm>
            <a:off x="8666497" y="53029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48C5A5AE-CCED-0AF4-19DE-657E116EE874}"/>
              </a:ext>
            </a:extLst>
          </p:cNvPr>
          <p:cNvSpPr txBox="1"/>
          <p:nvPr/>
        </p:nvSpPr>
        <p:spPr>
          <a:xfrm>
            <a:off x="8666497" y="572344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5603F34-A960-A25B-8B38-19A0DC9D94EF}"/>
              </a:ext>
            </a:extLst>
          </p:cNvPr>
          <p:cNvSpPr txBox="1"/>
          <p:nvPr/>
        </p:nvSpPr>
        <p:spPr>
          <a:xfrm>
            <a:off x="8666497" y="5944074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DDC14985-CA5C-387E-4BD9-212BAA7C0A97}"/>
              </a:ext>
            </a:extLst>
          </p:cNvPr>
          <p:cNvSpPr txBox="1"/>
          <p:nvPr/>
        </p:nvSpPr>
        <p:spPr>
          <a:xfrm>
            <a:off x="2939947" y="556711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D6918342-B6D2-DFF0-509F-6C9F00A9A912}"/>
              </a:ext>
            </a:extLst>
          </p:cNvPr>
          <p:cNvSpPr txBox="1"/>
          <p:nvPr/>
        </p:nvSpPr>
        <p:spPr>
          <a:xfrm>
            <a:off x="2939947" y="578482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0C89A3E8-47A6-5762-2B0A-E1B65C9F69A3}"/>
              </a:ext>
            </a:extLst>
          </p:cNvPr>
          <p:cNvSpPr txBox="1"/>
          <p:nvPr/>
        </p:nvSpPr>
        <p:spPr>
          <a:xfrm>
            <a:off x="2961718" y="60018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A77F5D10-D12A-6041-B5C2-171DEEC114A4}"/>
              </a:ext>
            </a:extLst>
          </p:cNvPr>
          <p:cNvSpPr txBox="1"/>
          <p:nvPr/>
        </p:nvSpPr>
        <p:spPr>
          <a:xfrm>
            <a:off x="5721773" y="49259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1CD22EA6-80E9-C805-5FA5-EE8545AC4D4C}"/>
              </a:ext>
            </a:extLst>
          </p:cNvPr>
          <p:cNvSpPr txBox="1"/>
          <p:nvPr/>
        </p:nvSpPr>
        <p:spPr>
          <a:xfrm>
            <a:off x="5715796" y="51470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6657A14-8A76-5A5F-B992-5774FE132B0D}"/>
              </a:ext>
            </a:extLst>
          </p:cNvPr>
          <p:cNvSpPr/>
          <p:nvPr/>
        </p:nvSpPr>
        <p:spPr>
          <a:xfrm>
            <a:off x="2776224" y="536565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7348DB8-A2B6-8E43-A06C-6141095350E9}"/>
              </a:ext>
            </a:extLst>
          </p:cNvPr>
          <p:cNvSpPr/>
          <p:nvPr/>
        </p:nvSpPr>
        <p:spPr>
          <a:xfrm>
            <a:off x="2752886" y="3755975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8A177E2-D3BD-E3BD-A2C5-D44AFBE18DA9}"/>
              </a:ext>
            </a:extLst>
          </p:cNvPr>
          <p:cNvSpPr/>
          <p:nvPr/>
        </p:nvSpPr>
        <p:spPr>
          <a:xfrm>
            <a:off x="2772865" y="4444454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6A9025D-5525-FF76-6B36-ECE54BB537EA}"/>
              </a:ext>
            </a:extLst>
          </p:cNvPr>
          <p:cNvSpPr/>
          <p:nvPr/>
        </p:nvSpPr>
        <p:spPr>
          <a:xfrm>
            <a:off x="2759600" y="4230749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1FDB385-1867-CF3C-B340-EC7328C13110}"/>
              </a:ext>
            </a:extLst>
          </p:cNvPr>
          <p:cNvSpPr/>
          <p:nvPr/>
        </p:nvSpPr>
        <p:spPr>
          <a:xfrm>
            <a:off x="2760037" y="4000921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E446FFB6-56BC-8B78-9605-4591F03A9C61}"/>
              </a:ext>
            </a:extLst>
          </p:cNvPr>
          <p:cNvSpPr/>
          <p:nvPr/>
        </p:nvSpPr>
        <p:spPr>
          <a:xfrm>
            <a:off x="8450860" y="4885519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43CF46C-6AA7-535C-7729-C0DB7B0C53E4}"/>
              </a:ext>
            </a:extLst>
          </p:cNvPr>
          <p:cNvSpPr/>
          <p:nvPr/>
        </p:nvSpPr>
        <p:spPr>
          <a:xfrm>
            <a:off x="2768750" y="4928044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DCD22A4-6EA8-29F2-4D75-C63AB8D357D6}"/>
              </a:ext>
            </a:extLst>
          </p:cNvPr>
          <p:cNvSpPr/>
          <p:nvPr/>
        </p:nvSpPr>
        <p:spPr>
          <a:xfrm>
            <a:off x="2776224" y="5578244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786770-F9E2-99D7-316C-7758BDA7598B}"/>
              </a:ext>
            </a:extLst>
          </p:cNvPr>
          <p:cNvSpPr/>
          <p:nvPr/>
        </p:nvSpPr>
        <p:spPr>
          <a:xfrm>
            <a:off x="2776224" y="578108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345A524-5BE4-001E-2DA6-5F20421373AB}"/>
              </a:ext>
            </a:extLst>
          </p:cNvPr>
          <p:cNvSpPr/>
          <p:nvPr/>
        </p:nvSpPr>
        <p:spPr>
          <a:xfrm>
            <a:off x="2781675" y="601708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07647C4-9A62-5D82-0845-7A5033EA6EB3}"/>
              </a:ext>
            </a:extLst>
          </p:cNvPr>
          <p:cNvSpPr/>
          <p:nvPr/>
        </p:nvSpPr>
        <p:spPr>
          <a:xfrm>
            <a:off x="5558032" y="3738175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74E510B-2107-8E8B-A8B4-E05C3907892F}"/>
              </a:ext>
            </a:extLst>
          </p:cNvPr>
          <p:cNvSpPr/>
          <p:nvPr/>
        </p:nvSpPr>
        <p:spPr>
          <a:xfrm>
            <a:off x="5538886" y="4242047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39DA685-46D4-F1D5-CA53-F1337B1F0081}"/>
              </a:ext>
            </a:extLst>
          </p:cNvPr>
          <p:cNvSpPr/>
          <p:nvPr/>
        </p:nvSpPr>
        <p:spPr>
          <a:xfrm>
            <a:off x="2780037" y="467083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8BE31F9-E1E2-CE5B-A448-E8C768AFF18A}"/>
              </a:ext>
            </a:extLst>
          </p:cNvPr>
          <p:cNvSpPr/>
          <p:nvPr/>
        </p:nvSpPr>
        <p:spPr>
          <a:xfrm>
            <a:off x="2768682" y="5115943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233961B-7D84-57E0-9541-364B4B086038}"/>
              </a:ext>
            </a:extLst>
          </p:cNvPr>
          <p:cNvSpPr/>
          <p:nvPr/>
        </p:nvSpPr>
        <p:spPr>
          <a:xfrm>
            <a:off x="5555106" y="352362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AA57851-A1E6-4D65-F891-C5F8286E0143}"/>
              </a:ext>
            </a:extLst>
          </p:cNvPr>
          <p:cNvSpPr/>
          <p:nvPr/>
        </p:nvSpPr>
        <p:spPr>
          <a:xfrm>
            <a:off x="5558032" y="493422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F9FC76F-28A7-9C1E-166F-43CF363538A4}"/>
              </a:ext>
            </a:extLst>
          </p:cNvPr>
          <p:cNvSpPr/>
          <p:nvPr/>
        </p:nvSpPr>
        <p:spPr>
          <a:xfrm>
            <a:off x="5558716" y="5156159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4355A2F-0F58-80AB-EBAC-B50663A9DB54}"/>
              </a:ext>
            </a:extLst>
          </p:cNvPr>
          <p:cNvSpPr/>
          <p:nvPr/>
        </p:nvSpPr>
        <p:spPr>
          <a:xfrm>
            <a:off x="5551938" y="471022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6DFDC3E-EF30-29A4-5B48-56C2E684D2AB}"/>
              </a:ext>
            </a:extLst>
          </p:cNvPr>
          <p:cNvSpPr/>
          <p:nvPr/>
        </p:nvSpPr>
        <p:spPr>
          <a:xfrm>
            <a:off x="5551938" y="395261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73DEE7E-11A8-7789-6404-CFC210A85217}"/>
              </a:ext>
            </a:extLst>
          </p:cNvPr>
          <p:cNvSpPr/>
          <p:nvPr/>
        </p:nvSpPr>
        <p:spPr>
          <a:xfrm>
            <a:off x="8426658" y="571514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E7DCAC4-3040-AC65-0A2B-6605AA54CCDB}"/>
              </a:ext>
            </a:extLst>
          </p:cNvPr>
          <p:cNvSpPr/>
          <p:nvPr/>
        </p:nvSpPr>
        <p:spPr>
          <a:xfrm>
            <a:off x="8428293" y="595930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DAFF8EF-8464-E24F-91C2-CEE4DF520EBD}"/>
              </a:ext>
            </a:extLst>
          </p:cNvPr>
          <p:cNvSpPr/>
          <p:nvPr/>
        </p:nvSpPr>
        <p:spPr>
          <a:xfrm>
            <a:off x="8447064" y="464038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6B44C79-0232-3495-3E80-2C8108A803E7}"/>
              </a:ext>
            </a:extLst>
          </p:cNvPr>
          <p:cNvSpPr/>
          <p:nvPr/>
        </p:nvSpPr>
        <p:spPr>
          <a:xfrm>
            <a:off x="8415743" y="3814391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7FB2B83-60F1-ABDC-444B-CAFB0C3EF823}"/>
              </a:ext>
            </a:extLst>
          </p:cNvPr>
          <p:cNvSpPr/>
          <p:nvPr/>
        </p:nvSpPr>
        <p:spPr>
          <a:xfrm>
            <a:off x="8425114" y="4014115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64766F3-1647-3424-880F-0B38F95F1492}"/>
              </a:ext>
            </a:extLst>
          </p:cNvPr>
          <p:cNvSpPr/>
          <p:nvPr/>
        </p:nvSpPr>
        <p:spPr>
          <a:xfrm>
            <a:off x="8415115" y="4221167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55453CD-D3F7-9015-8931-132AAD8B2B54}"/>
              </a:ext>
            </a:extLst>
          </p:cNvPr>
          <p:cNvSpPr/>
          <p:nvPr/>
        </p:nvSpPr>
        <p:spPr>
          <a:xfrm>
            <a:off x="8424858" y="3633879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2FD6E63-2164-C49C-682C-5188E0C6A9AC}"/>
              </a:ext>
            </a:extLst>
          </p:cNvPr>
          <p:cNvSpPr/>
          <p:nvPr/>
        </p:nvSpPr>
        <p:spPr>
          <a:xfrm>
            <a:off x="8415115" y="444213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397E85D-B615-E5FB-21DC-6B3AA00F6836}"/>
              </a:ext>
            </a:extLst>
          </p:cNvPr>
          <p:cNvSpPr/>
          <p:nvPr/>
        </p:nvSpPr>
        <p:spPr>
          <a:xfrm>
            <a:off x="8437089" y="5080517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83EECDF-CD5B-02E5-A9E2-8D73BB2AECA2}"/>
              </a:ext>
            </a:extLst>
          </p:cNvPr>
          <p:cNvSpPr/>
          <p:nvPr/>
        </p:nvSpPr>
        <p:spPr>
          <a:xfrm>
            <a:off x="8435242" y="5300931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D8D9DD7-97D1-A339-3ED4-4BD6D8F2D6DF}"/>
              </a:ext>
            </a:extLst>
          </p:cNvPr>
          <p:cNvSpPr/>
          <p:nvPr/>
        </p:nvSpPr>
        <p:spPr>
          <a:xfrm>
            <a:off x="8426658" y="5517607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9C9022A-377B-9CC7-AA77-C2435C501FEA}"/>
              </a:ext>
            </a:extLst>
          </p:cNvPr>
          <p:cNvSpPr/>
          <p:nvPr/>
        </p:nvSpPr>
        <p:spPr>
          <a:xfrm>
            <a:off x="5538886" y="445943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EE6DA3E2-1777-64A1-A93C-4CDA5EE83B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50B54C1-D480-9A81-B017-D0A7CD956744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43EB0A-A2B6-8BAE-2416-952748C10DF6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E58DAE2-EC6A-58B7-0A33-E519FA8DF81D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E903EA-4027-78C9-9398-0056E37489C6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BBF4A86-0EDD-63C8-1B03-28FEA107FF07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9" name="Graphique 78">
            <a:extLst>
              <a:ext uri="{FF2B5EF4-FFF2-40B4-BE49-F238E27FC236}">
                <a16:creationId xmlns:a16="http://schemas.microsoft.com/office/drawing/2014/main" id="{5D67B455-80E2-FDCC-4869-7E9CDE440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3377D020-BF3C-5A8C-82BA-FF101FE6B285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4F7417A-2B94-7D9B-FC4E-9F83230B7C13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B6761CE-0A7A-C6F2-FF53-542E3EA4E63D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D46259D-F844-6BDE-0C8F-1614384B8359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66EC5B8-C1BE-BD44-513A-CA8D932E6614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4142D0C-EDA6-2148-EA66-D899A8417C50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187E353-EB96-AA4D-3453-4AFAC6EC28E8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9EDFA2-319D-3F36-396F-6828DDD9E92E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50C9BA6-BA90-90F3-78B9-EAB608D97F08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18E4EBF-4AC4-C09B-38F3-A5E20E4D4CD7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5AB2C65-2ADF-508A-FA5E-92F8BE1A40C1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C9DCE78-640B-FD42-DD71-D4054CF01C62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3799EA89-CEA8-4853-C879-2A5408BB371D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198D4EE-644E-2699-97AA-A1D38942E853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DC14F73-5926-C5EE-501E-D07B0C0D7B0E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03" name="Image 202">
            <a:extLst>
              <a:ext uri="{FF2B5EF4-FFF2-40B4-BE49-F238E27FC236}">
                <a16:creationId xmlns:a16="http://schemas.microsoft.com/office/drawing/2014/main" id="{1F8C3C86-5CFC-B0E1-C147-472BF50D14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204" name="Image 203">
            <a:extLst>
              <a:ext uri="{FF2B5EF4-FFF2-40B4-BE49-F238E27FC236}">
                <a16:creationId xmlns:a16="http://schemas.microsoft.com/office/drawing/2014/main" id="{5AB5FE0F-F39A-57FF-89CA-0A31F5AB30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2CFD581-F9C9-6D80-2177-56F09F4552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2A0B7B-7C61-F6F6-E9A4-F4A7ABFB83C8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74D028-DCBD-3D18-7689-6DBCE6CCD14C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C17D1D-6EF3-BA78-D400-2FE9C05D39B3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388B0A-67F2-45F0-5F76-D42C88230719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E13B5-B54E-C3C0-6D06-67733C8C3100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E5673DFC-B6AC-9F29-661E-B31B74863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2F05FBC-DDA9-140A-5B04-BB261AB6A887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25" name="ZoneTexte 22">
            <a:extLst>
              <a:ext uri="{FF2B5EF4-FFF2-40B4-BE49-F238E27FC236}">
                <a16:creationId xmlns:a16="http://schemas.microsoft.com/office/drawing/2014/main" id="{5844FE7B-A6AE-1F40-E5E7-93F458296358}"/>
              </a:ext>
            </a:extLst>
          </p:cNvPr>
          <p:cNvSpPr txBox="1"/>
          <p:nvPr/>
        </p:nvSpPr>
        <p:spPr>
          <a:xfrm>
            <a:off x="1322041" y="3030961"/>
            <a:ext cx="7181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21.07.2010</a:t>
            </a:r>
            <a:endParaRPr dirty="0"/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5794CC95-3373-857E-9538-6325A68293F0}"/>
              </a:ext>
            </a:extLst>
          </p:cNvPr>
          <p:cNvSpPr txBox="1"/>
          <p:nvPr/>
        </p:nvSpPr>
        <p:spPr>
          <a:xfrm>
            <a:off x="1387204" y="3392524"/>
            <a:ext cx="56746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Gauche</a:t>
            </a:r>
            <a:endParaRPr dirty="0"/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991A47CD-3007-56EF-F0A2-E0B77D56BD05}"/>
              </a:ext>
            </a:extLst>
          </p:cNvPr>
          <p:cNvSpPr txBox="1"/>
          <p:nvPr/>
        </p:nvSpPr>
        <p:spPr>
          <a:xfrm>
            <a:off x="1399146" y="3765633"/>
            <a:ext cx="49372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168CM</a:t>
            </a:r>
            <a:endParaRPr dirty="0"/>
          </a:p>
        </p:txBody>
      </p:sp>
      <p:sp>
        <p:nvSpPr>
          <p:cNvPr id="33" name="ZoneTexte 22">
            <a:extLst>
              <a:ext uri="{FF2B5EF4-FFF2-40B4-BE49-F238E27FC236}">
                <a16:creationId xmlns:a16="http://schemas.microsoft.com/office/drawing/2014/main" id="{7D836556-8368-B7C3-F46A-5D721AF9C671}"/>
              </a:ext>
            </a:extLst>
          </p:cNvPr>
          <p:cNvSpPr txBox="1"/>
          <p:nvPr/>
        </p:nvSpPr>
        <p:spPr>
          <a:xfrm>
            <a:off x="1363949" y="4190389"/>
            <a:ext cx="54341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60.9KG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1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B66EE-43D2-49FF-898E-DCD517785142}">
  <ds:schemaRefs>
    <ds:schemaRef ds:uri="1d40e6f8-d294-4e0a-a4ec-60755aee44ca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d2aa4942-3767-4fb4-b828-61a76fcbf9df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6DA0578-220B-446F-9FAE-9A10CAAE43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5</TotalTime>
  <Words>182</Words>
  <Application>Microsoft Macintosh PowerPoint</Application>
  <PresentationFormat>Grand écran</PresentationFormat>
  <Paragraphs>61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2026-08-04T15:51:49Z</dcterms:created>
  <dcterms:modified xsi:type="dcterms:W3CDTF">2026-08-06T07:43:10Z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