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67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44:18.474" v="11" actId="1076"/>
      <pc:docMkLst>
        <pc:docMk/>
      </pc:docMkLst>
      <pc:sldChg chg="modSp mod">
        <pc:chgData name="Lucas Genty" userId="0ff89410-5e71-4be0-bd77-4c071ba329e4" providerId="ADAL" clId="{299A151C-5B74-5660-9229-42BC38DFE690}" dt="2026-08-06T07:44:18.474" v="11" actId="1076"/>
        <pc:sldMkLst>
          <pc:docMk/>
          <pc:sldMk cId="0" sldId="267"/>
        </pc:sldMkLst>
        <pc:spChg chg="mod">
          <ac:chgData name="Lucas Genty" userId="0ff89410-5e71-4be0-bd77-4c071ba329e4" providerId="ADAL" clId="{299A151C-5B74-5660-9229-42BC38DFE690}" dt="2026-08-06T07:44:14.449" v="10" actId="1076"/>
          <ac:spMkLst>
            <pc:docMk/>
            <pc:sldMk cId="0" sldId="267"/>
            <ac:spMk id="1245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44:18.474" v="11" actId="1076"/>
          <ac:spMkLst>
            <pc:docMk/>
            <pc:sldMk cId="0" sldId="267"/>
            <ac:spMk id="1266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44:07.433" v="9" actId="20577"/>
          <ac:spMkLst>
            <pc:docMk/>
            <pc:sldMk cId="0" sldId="267"/>
            <ac:spMk id="126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159C-AB4A-B44C-1CC76BC364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541613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tif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SAID REMADNIA - 2009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AC4E1C60-71CC-86F4-EFC0-79FAF47A375B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69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697792" y="6318605"/>
            <a:ext cx="141784" cy="1828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171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1172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3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1174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5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1176" name="Connecteur droit 20"/>
          <p:cNvSpPr/>
          <p:nvPr/>
        </p:nvSpPr>
        <p:spPr>
          <a:xfrm flipH="1">
            <a:off x="7187977" y="206733"/>
            <a:ext cx="2" cy="2824226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9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1180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1181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2" name="Ellipse 34"/>
          <p:cNvSpPr/>
          <p:nvPr/>
        </p:nvSpPr>
        <p:spPr>
          <a:xfrm>
            <a:off x="1599741" y="1020603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3" name="Ellipse 3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4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5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6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7" name="Ellipse 43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93" name="ZoneTexte 56"/>
          <p:cNvSpPr txBox="1"/>
          <p:nvPr/>
        </p:nvSpPr>
        <p:spPr>
          <a:xfrm>
            <a:off x="3930517" y="297593"/>
            <a:ext cx="39870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MIN’</a:t>
            </a:r>
          </a:p>
        </p:txBody>
      </p:sp>
      <p:sp>
        <p:nvSpPr>
          <p:cNvPr id="1194" name="ZoneTexte 57"/>
          <p:cNvSpPr txBox="1"/>
          <p:nvPr/>
        </p:nvSpPr>
        <p:spPr>
          <a:xfrm>
            <a:off x="4657857" y="296991"/>
            <a:ext cx="3985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T / R</a:t>
            </a:r>
          </a:p>
        </p:txBody>
      </p:sp>
      <p:sp>
        <p:nvSpPr>
          <p:cNvPr id="1195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1196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1197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1198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1199" name="ZoneTexte 1"/>
          <p:cNvSpPr txBox="1"/>
          <p:nvPr/>
        </p:nvSpPr>
        <p:spPr>
          <a:xfrm>
            <a:off x="5377784" y="290429"/>
            <a:ext cx="4171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B / A</a:t>
            </a:r>
          </a:p>
        </p:txBody>
      </p:sp>
      <p:sp>
        <p:nvSpPr>
          <p:cNvPr id="1200" name="ZoneTexte 4"/>
          <p:cNvSpPr txBox="1"/>
          <p:nvPr/>
        </p:nvSpPr>
        <p:spPr>
          <a:xfrm>
            <a:off x="3298900" y="290429"/>
            <a:ext cx="149251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G</a:t>
            </a:r>
          </a:p>
        </p:txBody>
      </p:sp>
      <p:sp>
        <p:nvSpPr>
          <p:cNvPr id="1206" name="ZoneTexte 29"/>
          <p:cNvSpPr txBox="1"/>
          <p:nvPr/>
        </p:nvSpPr>
        <p:spPr>
          <a:xfrm>
            <a:off x="5984009" y="304527"/>
            <a:ext cx="6668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CJ / CR</a:t>
            </a:r>
          </a:p>
        </p:txBody>
      </p:sp>
      <p:sp>
        <p:nvSpPr>
          <p:cNvPr id="1207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3" name="Ellipse 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4" name="Ellipse 10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5" name="Ellipse 11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6" name="Ellipse 13"/>
          <p:cNvSpPr/>
          <p:nvPr/>
        </p:nvSpPr>
        <p:spPr>
          <a:xfrm>
            <a:off x="1991897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7" name="ZoneTexte 17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1238" name="ZoneTexte 18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1239" name="ZoneTexte 24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1240" name="ZoneTexte 25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1241" name="ZoneTexte 42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1244" name="ZoneTexte 22"/>
          <p:cNvSpPr txBox="1"/>
          <p:nvPr/>
        </p:nvSpPr>
        <p:spPr>
          <a:xfrm>
            <a:off x="1322041" y="3030961"/>
            <a:ext cx="74498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27/3/2009</a:t>
            </a:r>
          </a:p>
        </p:txBody>
      </p:sp>
      <p:sp>
        <p:nvSpPr>
          <p:cNvPr id="1245" name="ZoneTexte 22"/>
          <p:cNvSpPr txBox="1"/>
          <p:nvPr/>
        </p:nvSpPr>
        <p:spPr>
          <a:xfrm>
            <a:off x="1461868" y="3394510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1266" name="ZoneTexte 22"/>
          <p:cNvSpPr txBox="1"/>
          <p:nvPr/>
        </p:nvSpPr>
        <p:spPr>
          <a:xfrm>
            <a:off x="1522548" y="3780908"/>
            <a:ext cx="214174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177</a:t>
            </a:r>
          </a:p>
        </p:txBody>
      </p:sp>
      <p:sp>
        <p:nvSpPr>
          <p:cNvPr id="1267" name="ZoneTexte 22"/>
          <p:cNvSpPr txBox="1"/>
          <p:nvPr/>
        </p:nvSpPr>
        <p:spPr>
          <a:xfrm>
            <a:off x="1426892" y="4142660"/>
            <a:ext cx="50975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73.5KG</a:t>
            </a:r>
            <a:endParaRPr dirty="0"/>
          </a:p>
        </p:txBody>
      </p:sp>
      <p:pic>
        <p:nvPicPr>
          <p:cNvPr id="126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151" y="2340515"/>
            <a:ext cx="355601" cy="23754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AAA7DFE2-5BDC-FF0B-C00C-D9D2FEDE1743}"/>
              </a:ext>
            </a:extLst>
          </p:cNvPr>
          <p:cNvSpPr/>
          <p:nvPr/>
        </p:nvSpPr>
        <p:spPr>
          <a:xfrm>
            <a:off x="2575037" y="3174781"/>
            <a:ext cx="2719447" cy="3045341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DA39B39E-E414-78B3-DB83-04A9A2FC61FD}"/>
              </a:ext>
            </a:extLst>
          </p:cNvPr>
          <p:cNvSpPr txBox="1"/>
          <p:nvPr/>
        </p:nvSpPr>
        <p:spPr>
          <a:xfrm>
            <a:off x="2611252" y="3193992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0223D41-ED59-033C-0A93-3E02AE8F4024}"/>
              </a:ext>
            </a:extLst>
          </p:cNvPr>
          <p:cNvSpPr/>
          <p:nvPr/>
        </p:nvSpPr>
        <p:spPr>
          <a:xfrm>
            <a:off x="5400534" y="3170808"/>
            <a:ext cx="2719447" cy="3045341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89DB63CA-B733-2AE3-D4AA-673A99342A68}"/>
              </a:ext>
            </a:extLst>
          </p:cNvPr>
          <p:cNvSpPr/>
          <p:nvPr/>
        </p:nvSpPr>
        <p:spPr>
          <a:xfrm>
            <a:off x="8226029" y="3174781"/>
            <a:ext cx="2719447" cy="3045341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ZoneTexte 13">
            <a:extLst>
              <a:ext uri="{FF2B5EF4-FFF2-40B4-BE49-F238E27FC236}">
                <a16:creationId xmlns:a16="http://schemas.microsoft.com/office/drawing/2014/main" id="{FB863CDA-E4B1-436E-910B-6A2CFB05FDE5}"/>
              </a:ext>
            </a:extLst>
          </p:cNvPr>
          <p:cNvSpPr txBox="1"/>
          <p:nvPr/>
        </p:nvSpPr>
        <p:spPr>
          <a:xfrm>
            <a:off x="5438631" y="3206185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0A625941-0936-E239-8C29-6E1CF3819221}"/>
              </a:ext>
            </a:extLst>
          </p:cNvPr>
          <p:cNvSpPr txBox="1"/>
          <p:nvPr/>
        </p:nvSpPr>
        <p:spPr>
          <a:xfrm>
            <a:off x="8262243" y="3206185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9" name="ZoneTexte 30">
            <a:extLst>
              <a:ext uri="{FF2B5EF4-FFF2-40B4-BE49-F238E27FC236}">
                <a16:creationId xmlns:a16="http://schemas.microsoft.com/office/drawing/2014/main" id="{A9A0BA37-B93A-4657-B49E-98C6B6399F0B}"/>
              </a:ext>
            </a:extLst>
          </p:cNvPr>
          <p:cNvSpPr txBox="1"/>
          <p:nvPr/>
        </p:nvSpPr>
        <p:spPr>
          <a:xfrm>
            <a:off x="2810942" y="3550736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10" name="Rectangle 93">
            <a:extLst>
              <a:ext uri="{FF2B5EF4-FFF2-40B4-BE49-F238E27FC236}">
                <a16:creationId xmlns:a16="http://schemas.microsoft.com/office/drawing/2014/main" id="{B67C36D9-582D-F033-F375-B36A32628917}"/>
              </a:ext>
            </a:extLst>
          </p:cNvPr>
          <p:cNvSpPr/>
          <p:nvPr/>
        </p:nvSpPr>
        <p:spPr>
          <a:xfrm>
            <a:off x="2611252" y="3791329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94">
            <a:extLst>
              <a:ext uri="{FF2B5EF4-FFF2-40B4-BE49-F238E27FC236}">
                <a16:creationId xmlns:a16="http://schemas.microsoft.com/office/drawing/2014/main" id="{7E94E24F-0A98-0A8A-9A49-5B8306587A01}"/>
              </a:ext>
            </a:extLst>
          </p:cNvPr>
          <p:cNvSpPr/>
          <p:nvPr/>
        </p:nvSpPr>
        <p:spPr>
          <a:xfrm>
            <a:off x="2611252" y="355073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ZoneTexte 97">
            <a:extLst>
              <a:ext uri="{FF2B5EF4-FFF2-40B4-BE49-F238E27FC236}">
                <a16:creationId xmlns:a16="http://schemas.microsoft.com/office/drawing/2014/main" id="{67F87681-B277-9A3D-679B-0F08291BE80F}"/>
              </a:ext>
            </a:extLst>
          </p:cNvPr>
          <p:cNvSpPr txBox="1"/>
          <p:nvPr/>
        </p:nvSpPr>
        <p:spPr>
          <a:xfrm>
            <a:off x="2810942" y="3776847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13" name="ZoneTexte 98">
            <a:extLst>
              <a:ext uri="{FF2B5EF4-FFF2-40B4-BE49-F238E27FC236}">
                <a16:creationId xmlns:a16="http://schemas.microsoft.com/office/drawing/2014/main" id="{B0B66BAC-A820-8F5C-A3DF-E219536A88C2}"/>
              </a:ext>
            </a:extLst>
          </p:cNvPr>
          <p:cNvSpPr txBox="1"/>
          <p:nvPr/>
        </p:nvSpPr>
        <p:spPr>
          <a:xfrm>
            <a:off x="2810942" y="401459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4" name="ZoneTexte 100">
            <a:extLst>
              <a:ext uri="{FF2B5EF4-FFF2-40B4-BE49-F238E27FC236}">
                <a16:creationId xmlns:a16="http://schemas.microsoft.com/office/drawing/2014/main" id="{9AFCB5D7-8F66-53EE-8B8B-8E33F2D5DB2B}"/>
              </a:ext>
            </a:extLst>
          </p:cNvPr>
          <p:cNvSpPr txBox="1"/>
          <p:nvPr/>
        </p:nvSpPr>
        <p:spPr>
          <a:xfrm>
            <a:off x="5595860" y="375942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Pressing </a:t>
            </a:r>
          </a:p>
        </p:txBody>
      </p:sp>
      <p:sp>
        <p:nvSpPr>
          <p:cNvPr id="15" name="ZoneTexte 103">
            <a:extLst>
              <a:ext uri="{FF2B5EF4-FFF2-40B4-BE49-F238E27FC236}">
                <a16:creationId xmlns:a16="http://schemas.microsoft.com/office/drawing/2014/main" id="{8000A32D-0764-8EA7-8FB3-7A58DA4BC792}"/>
              </a:ext>
            </a:extLst>
          </p:cNvPr>
          <p:cNvSpPr txBox="1"/>
          <p:nvPr/>
        </p:nvSpPr>
        <p:spPr>
          <a:xfrm>
            <a:off x="8495820" y="3489019"/>
            <a:ext cx="25863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Compréhension des espaces à utiliser</a:t>
            </a:r>
          </a:p>
        </p:txBody>
      </p:sp>
      <p:sp>
        <p:nvSpPr>
          <p:cNvPr id="16" name="ZoneTexte 104">
            <a:extLst>
              <a:ext uri="{FF2B5EF4-FFF2-40B4-BE49-F238E27FC236}">
                <a16:creationId xmlns:a16="http://schemas.microsoft.com/office/drawing/2014/main" id="{75D9FB5D-C21A-7661-387A-DC481FEEFCE7}"/>
              </a:ext>
            </a:extLst>
          </p:cNvPr>
          <p:cNvSpPr txBox="1"/>
          <p:nvPr/>
        </p:nvSpPr>
        <p:spPr>
          <a:xfrm>
            <a:off x="8489724" y="3724074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S’associer a ses partenaires</a:t>
            </a:r>
          </a:p>
        </p:txBody>
      </p:sp>
      <p:sp>
        <p:nvSpPr>
          <p:cNvPr id="17" name="ZoneTexte 105">
            <a:extLst>
              <a:ext uri="{FF2B5EF4-FFF2-40B4-BE49-F238E27FC236}">
                <a16:creationId xmlns:a16="http://schemas.microsoft.com/office/drawing/2014/main" id="{894F9A2B-0DB0-34A4-6DBF-554B07755EEB}"/>
              </a:ext>
            </a:extLst>
          </p:cNvPr>
          <p:cNvSpPr txBox="1"/>
          <p:nvPr/>
        </p:nvSpPr>
        <p:spPr>
          <a:xfrm>
            <a:off x="5595860" y="354955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Fermer les lignes de passes</a:t>
            </a:r>
          </a:p>
        </p:txBody>
      </p:sp>
      <p:sp>
        <p:nvSpPr>
          <p:cNvPr id="18" name="ZoneTexte 108">
            <a:extLst>
              <a:ext uri="{FF2B5EF4-FFF2-40B4-BE49-F238E27FC236}">
                <a16:creationId xmlns:a16="http://schemas.microsoft.com/office/drawing/2014/main" id="{8A626FFC-2F15-4E00-DFD9-C2529AFAFD1E}"/>
              </a:ext>
            </a:extLst>
          </p:cNvPr>
          <p:cNvSpPr txBox="1"/>
          <p:nvPr/>
        </p:nvSpPr>
        <p:spPr>
          <a:xfrm>
            <a:off x="8489724" y="3975655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19" name="ZoneTexte 109">
            <a:extLst>
              <a:ext uri="{FF2B5EF4-FFF2-40B4-BE49-F238E27FC236}">
                <a16:creationId xmlns:a16="http://schemas.microsoft.com/office/drawing/2014/main" id="{1A948597-E9AE-1CE6-B6B4-F409937304D1}"/>
              </a:ext>
            </a:extLst>
          </p:cNvPr>
          <p:cNvSpPr txBox="1"/>
          <p:nvPr/>
        </p:nvSpPr>
        <p:spPr>
          <a:xfrm>
            <a:off x="2810941" y="4252829"/>
            <a:ext cx="25365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</a:t>
            </a:r>
          </a:p>
        </p:txBody>
      </p:sp>
      <p:sp>
        <p:nvSpPr>
          <p:cNvPr id="20" name="ZoneTexte 110">
            <a:extLst>
              <a:ext uri="{FF2B5EF4-FFF2-40B4-BE49-F238E27FC236}">
                <a16:creationId xmlns:a16="http://schemas.microsoft.com/office/drawing/2014/main" id="{5ABD9A40-5C7F-5A1E-92D6-3E6CD17C0B45}"/>
              </a:ext>
            </a:extLst>
          </p:cNvPr>
          <p:cNvSpPr txBox="1"/>
          <p:nvPr/>
        </p:nvSpPr>
        <p:spPr>
          <a:xfrm>
            <a:off x="2817039" y="447838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21" name="ZoneTexte 2">
            <a:extLst>
              <a:ext uri="{FF2B5EF4-FFF2-40B4-BE49-F238E27FC236}">
                <a16:creationId xmlns:a16="http://schemas.microsoft.com/office/drawing/2014/main" id="{EA97AA02-FC40-315A-1C38-BBB7E00C3A45}"/>
              </a:ext>
            </a:extLst>
          </p:cNvPr>
          <p:cNvSpPr txBox="1"/>
          <p:nvPr/>
        </p:nvSpPr>
        <p:spPr>
          <a:xfrm>
            <a:off x="2817039" y="4703934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Efficacité en 1c1</a:t>
            </a:r>
          </a:p>
        </p:txBody>
      </p:sp>
      <p:sp>
        <p:nvSpPr>
          <p:cNvPr id="22" name="ZoneTexte 6">
            <a:extLst>
              <a:ext uri="{FF2B5EF4-FFF2-40B4-BE49-F238E27FC236}">
                <a16:creationId xmlns:a16="http://schemas.microsoft.com/office/drawing/2014/main" id="{3B8C17CB-D122-3C8F-002C-B6376F0EB241}"/>
              </a:ext>
            </a:extLst>
          </p:cNvPr>
          <p:cNvSpPr txBox="1"/>
          <p:nvPr/>
        </p:nvSpPr>
        <p:spPr>
          <a:xfrm>
            <a:off x="8489724" y="4211185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23" name="ZoneTexte 1">
            <a:extLst>
              <a:ext uri="{FF2B5EF4-FFF2-40B4-BE49-F238E27FC236}">
                <a16:creationId xmlns:a16="http://schemas.microsoft.com/office/drawing/2014/main" id="{D7921436-D4B0-698A-27D9-0679BC556217}"/>
              </a:ext>
            </a:extLst>
          </p:cNvPr>
          <p:cNvSpPr txBox="1"/>
          <p:nvPr/>
        </p:nvSpPr>
        <p:spPr>
          <a:xfrm>
            <a:off x="2817039" y="491076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Avant dernière et dernière passe</a:t>
            </a:r>
          </a:p>
        </p:txBody>
      </p:sp>
      <p:sp>
        <p:nvSpPr>
          <p:cNvPr id="24" name="ZoneTexte 25">
            <a:extLst>
              <a:ext uri="{FF2B5EF4-FFF2-40B4-BE49-F238E27FC236}">
                <a16:creationId xmlns:a16="http://schemas.microsoft.com/office/drawing/2014/main" id="{4FC18178-4FF9-3558-822E-613F650109E8}"/>
              </a:ext>
            </a:extLst>
          </p:cNvPr>
          <p:cNvSpPr txBox="1"/>
          <p:nvPr/>
        </p:nvSpPr>
        <p:spPr>
          <a:xfrm>
            <a:off x="2827924" y="513936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Finition</a:t>
            </a:r>
          </a:p>
        </p:txBody>
      </p:sp>
      <p:sp>
        <p:nvSpPr>
          <p:cNvPr id="25" name="ZoneTexte 26">
            <a:extLst>
              <a:ext uri="{FF2B5EF4-FFF2-40B4-BE49-F238E27FC236}">
                <a16:creationId xmlns:a16="http://schemas.microsoft.com/office/drawing/2014/main" id="{1DACE1A1-8E8E-1B80-8474-5C73081A7B80}"/>
              </a:ext>
            </a:extLst>
          </p:cNvPr>
          <p:cNvSpPr txBox="1"/>
          <p:nvPr/>
        </p:nvSpPr>
        <p:spPr>
          <a:xfrm>
            <a:off x="2827924" y="535707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Attaque du but / de la surface</a:t>
            </a:r>
          </a:p>
        </p:txBody>
      </p:sp>
      <p:sp>
        <p:nvSpPr>
          <p:cNvPr id="26" name="ZoneTexte 27">
            <a:extLst>
              <a:ext uri="{FF2B5EF4-FFF2-40B4-BE49-F238E27FC236}">
                <a16:creationId xmlns:a16="http://schemas.microsoft.com/office/drawing/2014/main" id="{D71DFB63-C885-4A0A-D8F0-DF2A160BEB15}"/>
              </a:ext>
            </a:extLst>
          </p:cNvPr>
          <p:cNvSpPr txBox="1"/>
          <p:nvPr/>
        </p:nvSpPr>
        <p:spPr>
          <a:xfrm>
            <a:off x="8477610" y="444267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Fermeture sur centre</a:t>
            </a:r>
          </a:p>
        </p:txBody>
      </p:sp>
      <p:sp>
        <p:nvSpPr>
          <p:cNvPr id="27" name="ZoneTexte 28">
            <a:extLst>
              <a:ext uri="{FF2B5EF4-FFF2-40B4-BE49-F238E27FC236}">
                <a16:creationId xmlns:a16="http://schemas.microsoft.com/office/drawing/2014/main" id="{165CA379-41E4-0079-5185-973C82C53ABD}"/>
              </a:ext>
            </a:extLst>
          </p:cNvPr>
          <p:cNvSpPr txBox="1"/>
          <p:nvPr/>
        </p:nvSpPr>
        <p:spPr>
          <a:xfrm>
            <a:off x="8477610" y="467953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Changement de statut</a:t>
            </a:r>
          </a:p>
        </p:txBody>
      </p:sp>
      <p:sp>
        <p:nvSpPr>
          <p:cNvPr id="28" name="ZoneTexte 29">
            <a:extLst>
              <a:ext uri="{FF2B5EF4-FFF2-40B4-BE49-F238E27FC236}">
                <a16:creationId xmlns:a16="http://schemas.microsoft.com/office/drawing/2014/main" id="{98808927-FEE8-2EFF-6A5E-691FFD5FD131}"/>
              </a:ext>
            </a:extLst>
          </p:cNvPr>
          <p:cNvSpPr txBox="1"/>
          <p:nvPr/>
        </p:nvSpPr>
        <p:spPr>
          <a:xfrm>
            <a:off x="5603782" y="397196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Aide défensive à son latéral</a:t>
            </a:r>
          </a:p>
        </p:txBody>
      </p:sp>
      <p:sp>
        <p:nvSpPr>
          <p:cNvPr id="29" name="ZoneTexte 32">
            <a:extLst>
              <a:ext uri="{FF2B5EF4-FFF2-40B4-BE49-F238E27FC236}">
                <a16:creationId xmlns:a16="http://schemas.microsoft.com/office/drawing/2014/main" id="{91C264C1-D0EC-09C0-B511-96608C8F6A69}"/>
              </a:ext>
            </a:extLst>
          </p:cNvPr>
          <p:cNvSpPr txBox="1"/>
          <p:nvPr/>
        </p:nvSpPr>
        <p:spPr>
          <a:xfrm>
            <a:off x="2827924" y="5571744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de centre</a:t>
            </a:r>
          </a:p>
        </p:txBody>
      </p:sp>
      <p:sp>
        <p:nvSpPr>
          <p:cNvPr id="30" name="ZoneTexte 37">
            <a:extLst>
              <a:ext uri="{FF2B5EF4-FFF2-40B4-BE49-F238E27FC236}">
                <a16:creationId xmlns:a16="http://schemas.microsoft.com/office/drawing/2014/main" id="{F2C2CC0C-FA7F-9152-7F36-E39F5B8A868D}"/>
              </a:ext>
            </a:extLst>
          </p:cNvPr>
          <p:cNvSpPr txBox="1"/>
          <p:nvPr/>
        </p:nvSpPr>
        <p:spPr>
          <a:xfrm>
            <a:off x="2827924" y="581427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31" name="ZoneTexte 3">
            <a:extLst>
              <a:ext uri="{FF2B5EF4-FFF2-40B4-BE49-F238E27FC236}">
                <a16:creationId xmlns:a16="http://schemas.microsoft.com/office/drawing/2014/main" id="{A9A9E477-5190-6EB7-368A-5F4C621BD89E}"/>
              </a:ext>
            </a:extLst>
          </p:cNvPr>
          <p:cNvSpPr txBox="1"/>
          <p:nvPr/>
        </p:nvSpPr>
        <p:spPr>
          <a:xfrm>
            <a:off x="2827924" y="603455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Vitesse d’enchainement</a:t>
            </a:r>
          </a:p>
        </p:txBody>
      </p:sp>
      <p:sp>
        <p:nvSpPr>
          <p:cNvPr id="32" name="Rectangle 93">
            <a:extLst>
              <a:ext uri="{FF2B5EF4-FFF2-40B4-BE49-F238E27FC236}">
                <a16:creationId xmlns:a16="http://schemas.microsoft.com/office/drawing/2014/main" id="{370E5F3F-9239-BDAE-F8B8-D27E43613177}"/>
              </a:ext>
            </a:extLst>
          </p:cNvPr>
          <p:cNvSpPr/>
          <p:nvPr/>
        </p:nvSpPr>
        <p:spPr>
          <a:xfrm>
            <a:off x="2611252" y="403252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" name="Rectangle 93">
            <a:extLst>
              <a:ext uri="{FF2B5EF4-FFF2-40B4-BE49-F238E27FC236}">
                <a16:creationId xmlns:a16="http://schemas.microsoft.com/office/drawing/2014/main" id="{115E49BD-B2A5-4940-C5E5-1E34627BD14A}"/>
              </a:ext>
            </a:extLst>
          </p:cNvPr>
          <p:cNvSpPr/>
          <p:nvPr/>
        </p:nvSpPr>
        <p:spPr>
          <a:xfrm>
            <a:off x="2611252" y="426731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" name="Rectangle 94">
            <a:extLst>
              <a:ext uri="{FF2B5EF4-FFF2-40B4-BE49-F238E27FC236}">
                <a16:creationId xmlns:a16="http://schemas.microsoft.com/office/drawing/2014/main" id="{5CCDDEDB-B618-98F0-EA82-AF6736CA3DD0}"/>
              </a:ext>
            </a:extLst>
          </p:cNvPr>
          <p:cNvSpPr/>
          <p:nvPr/>
        </p:nvSpPr>
        <p:spPr>
          <a:xfrm>
            <a:off x="2611252" y="4492864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Rectangle 93">
            <a:extLst>
              <a:ext uri="{FF2B5EF4-FFF2-40B4-BE49-F238E27FC236}">
                <a16:creationId xmlns:a16="http://schemas.microsoft.com/office/drawing/2014/main" id="{18558C04-A92E-C1C4-0DC1-71795300475C}"/>
              </a:ext>
            </a:extLst>
          </p:cNvPr>
          <p:cNvSpPr/>
          <p:nvPr/>
        </p:nvSpPr>
        <p:spPr>
          <a:xfrm>
            <a:off x="2611252" y="4718416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" name="Rectangle 93">
            <a:extLst>
              <a:ext uri="{FF2B5EF4-FFF2-40B4-BE49-F238E27FC236}">
                <a16:creationId xmlns:a16="http://schemas.microsoft.com/office/drawing/2014/main" id="{EA7E48FE-E37E-D945-D3EC-F2D9295DE717}"/>
              </a:ext>
            </a:extLst>
          </p:cNvPr>
          <p:cNvSpPr/>
          <p:nvPr/>
        </p:nvSpPr>
        <p:spPr>
          <a:xfrm>
            <a:off x="2611252" y="4941339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 93">
            <a:extLst>
              <a:ext uri="{FF2B5EF4-FFF2-40B4-BE49-F238E27FC236}">
                <a16:creationId xmlns:a16="http://schemas.microsoft.com/office/drawing/2014/main" id="{10EE4EC8-2182-A9FA-3B4E-6D3DC27DE5F3}"/>
              </a:ext>
            </a:extLst>
          </p:cNvPr>
          <p:cNvSpPr/>
          <p:nvPr/>
        </p:nvSpPr>
        <p:spPr>
          <a:xfrm>
            <a:off x="2637137" y="5153845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Rectangle 93">
            <a:extLst>
              <a:ext uri="{FF2B5EF4-FFF2-40B4-BE49-F238E27FC236}">
                <a16:creationId xmlns:a16="http://schemas.microsoft.com/office/drawing/2014/main" id="{2B8CEB05-EB4F-6228-44F5-8D87D628A566}"/>
              </a:ext>
            </a:extLst>
          </p:cNvPr>
          <p:cNvSpPr/>
          <p:nvPr/>
        </p:nvSpPr>
        <p:spPr>
          <a:xfrm>
            <a:off x="2637137" y="5371788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" name="Rectangle 94">
            <a:extLst>
              <a:ext uri="{FF2B5EF4-FFF2-40B4-BE49-F238E27FC236}">
                <a16:creationId xmlns:a16="http://schemas.microsoft.com/office/drawing/2014/main" id="{C6B55399-81A5-1165-064B-77727FB60F98}"/>
              </a:ext>
            </a:extLst>
          </p:cNvPr>
          <p:cNvSpPr/>
          <p:nvPr/>
        </p:nvSpPr>
        <p:spPr>
          <a:xfrm>
            <a:off x="2650503" y="559027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Rectangle 93">
            <a:extLst>
              <a:ext uri="{FF2B5EF4-FFF2-40B4-BE49-F238E27FC236}">
                <a16:creationId xmlns:a16="http://schemas.microsoft.com/office/drawing/2014/main" id="{B9CC679E-7FBF-F880-E0B9-5AB511EB2CCF}"/>
              </a:ext>
            </a:extLst>
          </p:cNvPr>
          <p:cNvSpPr/>
          <p:nvPr/>
        </p:nvSpPr>
        <p:spPr>
          <a:xfrm>
            <a:off x="2642913" y="5828758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Rectangle 93">
            <a:extLst>
              <a:ext uri="{FF2B5EF4-FFF2-40B4-BE49-F238E27FC236}">
                <a16:creationId xmlns:a16="http://schemas.microsoft.com/office/drawing/2014/main" id="{AA40409D-304F-D3A7-67E5-2167E2634011}"/>
              </a:ext>
            </a:extLst>
          </p:cNvPr>
          <p:cNvSpPr/>
          <p:nvPr/>
        </p:nvSpPr>
        <p:spPr>
          <a:xfrm>
            <a:off x="2642913" y="6069951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" name="Rectangle 95">
            <a:extLst>
              <a:ext uri="{FF2B5EF4-FFF2-40B4-BE49-F238E27FC236}">
                <a16:creationId xmlns:a16="http://schemas.microsoft.com/office/drawing/2014/main" id="{7D02506C-3770-1674-0C25-042EE7C7EF73}"/>
              </a:ext>
            </a:extLst>
          </p:cNvPr>
          <p:cNvSpPr/>
          <p:nvPr/>
        </p:nvSpPr>
        <p:spPr>
          <a:xfrm>
            <a:off x="5413878" y="3990137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" name="Rectangle 94">
            <a:extLst>
              <a:ext uri="{FF2B5EF4-FFF2-40B4-BE49-F238E27FC236}">
                <a16:creationId xmlns:a16="http://schemas.microsoft.com/office/drawing/2014/main" id="{366FB55D-27E2-E292-F75E-C55527E308C4}"/>
              </a:ext>
            </a:extLst>
          </p:cNvPr>
          <p:cNvSpPr/>
          <p:nvPr/>
        </p:nvSpPr>
        <p:spPr>
          <a:xfrm>
            <a:off x="5417193" y="356521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" name="Rectangle 94">
            <a:extLst>
              <a:ext uri="{FF2B5EF4-FFF2-40B4-BE49-F238E27FC236}">
                <a16:creationId xmlns:a16="http://schemas.microsoft.com/office/drawing/2014/main" id="{B7761189-9FE4-E8B3-E634-8DF712D6ACE7}"/>
              </a:ext>
            </a:extLst>
          </p:cNvPr>
          <p:cNvSpPr/>
          <p:nvPr/>
        </p:nvSpPr>
        <p:spPr>
          <a:xfrm>
            <a:off x="5417193" y="377390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3F3DD0F6-BBB2-259E-50B3-19E67890CBF7}"/>
              </a:ext>
            </a:extLst>
          </p:cNvPr>
          <p:cNvSpPr/>
          <p:nvPr/>
        </p:nvSpPr>
        <p:spPr>
          <a:xfrm>
            <a:off x="8305485" y="350350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4">
            <a:extLst>
              <a:ext uri="{FF2B5EF4-FFF2-40B4-BE49-F238E27FC236}">
                <a16:creationId xmlns:a16="http://schemas.microsoft.com/office/drawing/2014/main" id="{BEE086C2-BF65-CE4D-50F7-B993AB382C3B}"/>
              </a:ext>
            </a:extLst>
          </p:cNvPr>
          <p:cNvSpPr/>
          <p:nvPr/>
        </p:nvSpPr>
        <p:spPr>
          <a:xfrm>
            <a:off x="8303557" y="373855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94">
            <a:extLst>
              <a:ext uri="{FF2B5EF4-FFF2-40B4-BE49-F238E27FC236}">
                <a16:creationId xmlns:a16="http://schemas.microsoft.com/office/drawing/2014/main" id="{06AB9813-530C-4F73-24D3-7B4CE4D5EBD1}"/>
              </a:ext>
            </a:extLst>
          </p:cNvPr>
          <p:cNvSpPr/>
          <p:nvPr/>
        </p:nvSpPr>
        <p:spPr>
          <a:xfrm>
            <a:off x="8303557" y="402907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 94">
            <a:extLst>
              <a:ext uri="{FF2B5EF4-FFF2-40B4-BE49-F238E27FC236}">
                <a16:creationId xmlns:a16="http://schemas.microsoft.com/office/drawing/2014/main" id="{FC3101F9-0DE3-7A7E-630D-5D61F6DB39FB}"/>
              </a:ext>
            </a:extLst>
          </p:cNvPr>
          <p:cNvSpPr/>
          <p:nvPr/>
        </p:nvSpPr>
        <p:spPr>
          <a:xfrm>
            <a:off x="8305485" y="425811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Rectangle 94">
            <a:extLst>
              <a:ext uri="{FF2B5EF4-FFF2-40B4-BE49-F238E27FC236}">
                <a16:creationId xmlns:a16="http://schemas.microsoft.com/office/drawing/2014/main" id="{E050611C-58CE-F626-8DE8-B01AF52B7F0E}"/>
              </a:ext>
            </a:extLst>
          </p:cNvPr>
          <p:cNvSpPr/>
          <p:nvPr/>
        </p:nvSpPr>
        <p:spPr>
          <a:xfrm>
            <a:off x="8305485" y="445715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Rectangle 94">
            <a:extLst>
              <a:ext uri="{FF2B5EF4-FFF2-40B4-BE49-F238E27FC236}">
                <a16:creationId xmlns:a16="http://schemas.microsoft.com/office/drawing/2014/main" id="{B4D8E1BF-D821-62EF-D832-E02F14EC63A5}"/>
              </a:ext>
            </a:extLst>
          </p:cNvPr>
          <p:cNvSpPr/>
          <p:nvPr/>
        </p:nvSpPr>
        <p:spPr>
          <a:xfrm>
            <a:off x="8305485" y="469401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E353C0A5-00C6-2547-B326-23AECA54E0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A429708-2C72-0A80-AC68-B23E587BCB11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CC65F8-8441-F728-CDA6-1882CDB58160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153B4E-184B-A11F-F4EE-22BEDFF915E9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91C420-EC7E-8679-4828-E5FC20BB47F1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F664F6-0435-A5D1-35FE-F8831114912B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57" name="Graphique 56">
            <a:extLst>
              <a:ext uri="{FF2B5EF4-FFF2-40B4-BE49-F238E27FC236}">
                <a16:creationId xmlns:a16="http://schemas.microsoft.com/office/drawing/2014/main" id="{7042E80E-0146-3A03-9051-3871CE4EE4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F55B5E2-C52A-CC1C-40B5-62DF6A045DDC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FF9754F-8621-AD8E-3059-25826DB6F152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42E95DC-2177-6C39-8113-6025429C5A59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D9448F-A7AA-69A9-31B1-2CDAD2BEF377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2FFB89-07DD-3E69-8FA8-8A6A6422EAD8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F92446-2DE8-1FD2-D298-F5C514648C8C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112E75A1-85D4-7CD2-7E62-014AFD5C9368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30D7FB7E-139B-9B50-9835-8C1EB660BC06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D8B4E3D8-BF40-E26A-234B-814E8EC6DA42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5" name="Rectangle 1154">
            <a:extLst>
              <a:ext uri="{FF2B5EF4-FFF2-40B4-BE49-F238E27FC236}">
                <a16:creationId xmlns:a16="http://schemas.microsoft.com/office/drawing/2014/main" id="{E05BC99D-442D-5183-0F6E-F29D044A33FB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703E5C9D-D113-69F9-DEFF-7D30A3C7BDB9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45A222CB-24BB-1D17-D0E5-6715A738C0A6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8" name="Rectangle 1157">
            <a:extLst>
              <a:ext uri="{FF2B5EF4-FFF2-40B4-BE49-F238E27FC236}">
                <a16:creationId xmlns:a16="http://schemas.microsoft.com/office/drawing/2014/main" id="{8E989871-B3E4-8069-B383-8CE020BCA2C6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9" name="Rectangle 1158">
            <a:extLst>
              <a:ext uri="{FF2B5EF4-FFF2-40B4-BE49-F238E27FC236}">
                <a16:creationId xmlns:a16="http://schemas.microsoft.com/office/drawing/2014/main" id="{38853191-AFF6-D782-0DE6-295A6CFE64D1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60" name="Rectangle 1159">
            <a:extLst>
              <a:ext uri="{FF2B5EF4-FFF2-40B4-BE49-F238E27FC236}">
                <a16:creationId xmlns:a16="http://schemas.microsoft.com/office/drawing/2014/main" id="{DF50B18A-0BAE-B74C-80B5-86F8AF14E568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272" name="Image 1271">
            <a:extLst>
              <a:ext uri="{FF2B5EF4-FFF2-40B4-BE49-F238E27FC236}">
                <a16:creationId xmlns:a16="http://schemas.microsoft.com/office/drawing/2014/main" id="{3774042A-5450-5606-57CB-4ACFEBF71F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1273" name="Image 1272">
            <a:extLst>
              <a:ext uri="{FF2B5EF4-FFF2-40B4-BE49-F238E27FC236}">
                <a16:creationId xmlns:a16="http://schemas.microsoft.com/office/drawing/2014/main" id="{E04E2069-75CC-0534-6168-AFE1BEF3A1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1188" name="Image 1187">
            <a:extLst>
              <a:ext uri="{FF2B5EF4-FFF2-40B4-BE49-F238E27FC236}">
                <a16:creationId xmlns:a16="http://schemas.microsoft.com/office/drawing/2014/main" id="{9228F2F4-5155-FF93-CE35-120C105188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1189" name="Rectangle 1188">
            <a:extLst>
              <a:ext uri="{FF2B5EF4-FFF2-40B4-BE49-F238E27FC236}">
                <a16:creationId xmlns:a16="http://schemas.microsoft.com/office/drawing/2014/main" id="{89017357-6AAD-E003-613E-B303327CE13B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FEE41BE6-9604-54B3-F11B-01AEC0F5C6C5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76734E84-BF0A-00B7-E16B-E2C52935E971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6ED95917-6122-A9E9-CF88-D010E26A4303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01" name="Rectangle 1200">
            <a:extLst>
              <a:ext uri="{FF2B5EF4-FFF2-40B4-BE49-F238E27FC236}">
                <a16:creationId xmlns:a16="http://schemas.microsoft.com/office/drawing/2014/main" id="{70E7DF07-7E4D-EBEF-A09D-91FEE090E575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202" name="Graphique 1201">
            <a:extLst>
              <a:ext uri="{FF2B5EF4-FFF2-40B4-BE49-F238E27FC236}">
                <a16:creationId xmlns:a16="http://schemas.microsoft.com/office/drawing/2014/main" id="{6D6B76F4-1CC4-C3C9-F14C-05917B1E4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1203" name="ZoneTexte 1202">
            <a:extLst>
              <a:ext uri="{FF2B5EF4-FFF2-40B4-BE49-F238E27FC236}">
                <a16:creationId xmlns:a16="http://schemas.microsoft.com/office/drawing/2014/main" id="{AD99793D-AE18-84A9-6BAE-29DDFE50685A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d2aa4942-3767-4fb4-b828-61a76fcbf9df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1d40e6f8-d294-4e0a-a4ec-60755aee44ca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790DA-12AC-43E5-AEF4-66935BDF67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134</Words>
  <Application>Microsoft Macintosh PowerPoint</Application>
  <PresentationFormat>Grand écran</PresentationFormat>
  <Paragraphs>50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2026-08-04T15:58:04Z</dcterms:created>
  <dcterms:modified xsi:type="dcterms:W3CDTF">2026-08-06T07:44:21Z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