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1" r:id="rId5"/>
    <p:sldId id="283" r:id="rId6"/>
  </p:sldIdLst>
  <p:sldSz cx="12192000" cy="6858000"/>
  <p:notesSz cx="6858000" cy="9144000"/>
  <p:embeddedFontLst>
    <p:embeddedFont>
      <p:font typeface="OM Marseille Light" pitchFamily="2" charset="77"/>
      <p:regular r:id="rId9"/>
    </p:embeddedFont>
    <p:embeddedFont>
      <p:font typeface="OM Marseille Medium" pitchFamily="2" charset="77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5ACEB7-A4C6-734C-8ACC-E8BB9F44C3BC}" v="1" dt="2026-08-06T07:43:25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Genty" userId="0ff89410-5e71-4be0-bd77-4c071ba329e4" providerId="ADAL" clId="{299A151C-5B74-5660-9229-42BC38DFE690}"/>
    <pc:docChg chg="custSel modSld">
      <pc:chgData name="Lucas Genty" userId="0ff89410-5e71-4be0-bd77-4c071ba329e4" providerId="ADAL" clId="{299A151C-5B74-5660-9229-42BC38DFE690}" dt="2026-08-06T07:43:41.638" v="24" actId="20577"/>
      <pc:docMkLst>
        <pc:docMk/>
      </pc:docMkLst>
      <pc:sldChg chg="addSp delSp modSp mod">
        <pc:chgData name="Lucas Genty" userId="0ff89410-5e71-4be0-bd77-4c071ba329e4" providerId="ADAL" clId="{299A151C-5B74-5660-9229-42BC38DFE690}" dt="2026-08-06T07:43:41.638" v="24" actId="20577"/>
        <pc:sldMkLst>
          <pc:docMk/>
          <pc:sldMk cId="3593594503" sldId="283"/>
        </pc:sldMkLst>
        <pc:spChg chg="del">
          <ac:chgData name="Lucas Genty" userId="0ff89410-5e71-4be0-bd77-4c071ba329e4" providerId="ADAL" clId="{299A151C-5B74-5660-9229-42BC38DFE690}" dt="2026-08-06T07:43:24.885" v="0" actId="478"/>
          <ac:spMkLst>
            <pc:docMk/>
            <pc:sldMk cId="3593594503" sldId="283"/>
            <ac:spMk id="31" creationId="{329880CA-F610-9EE9-A49E-C42594EDDEAD}"/>
          </ac:spMkLst>
        </pc:spChg>
        <pc:spChg chg="add mod">
          <ac:chgData name="Lucas Genty" userId="0ff89410-5e71-4be0-bd77-4c071ba329e4" providerId="ADAL" clId="{299A151C-5B74-5660-9229-42BC38DFE690}" dt="2026-08-06T07:43:31.703" v="11" actId="20577"/>
          <ac:spMkLst>
            <pc:docMk/>
            <pc:sldMk cId="3593594503" sldId="283"/>
            <ac:spMk id="43" creationId="{07D891EA-5BCE-74CF-0994-84FE3CC290D0}"/>
          </ac:spMkLst>
        </pc:spChg>
        <pc:spChg chg="add mod">
          <ac:chgData name="Lucas Genty" userId="0ff89410-5e71-4be0-bd77-4c071ba329e4" providerId="ADAL" clId="{299A151C-5B74-5660-9229-42BC38DFE690}" dt="2026-08-06T07:43:25.197" v="1"/>
          <ac:spMkLst>
            <pc:docMk/>
            <pc:sldMk cId="3593594503" sldId="283"/>
            <ac:spMk id="45" creationId="{58C7E652-EBA8-0EFA-3825-ACD00412B788}"/>
          </ac:spMkLst>
        </pc:spChg>
        <pc:spChg chg="add mod">
          <ac:chgData name="Lucas Genty" userId="0ff89410-5e71-4be0-bd77-4c071ba329e4" providerId="ADAL" clId="{299A151C-5B74-5660-9229-42BC38DFE690}" dt="2026-08-06T07:43:36.872" v="18" actId="20577"/>
          <ac:spMkLst>
            <pc:docMk/>
            <pc:sldMk cId="3593594503" sldId="283"/>
            <ac:spMk id="46" creationId="{1317A874-8396-862D-51CB-7195BD7CF9BF}"/>
          </ac:spMkLst>
        </pc:spChg>
        <pc:spChg chg="add mod">
          <ac:chgData name="Lucas Genty" userId="0ff89410-5e71-4be0-bd77-4c071ba329e4" providerId="ADAL" clId="{299A151C-5B74-5660-9229-42BC38DFE690}" dt="2026-08-06T07:43:41.638" v="24" actId="20577"/>
          <ac:spMkLst>
            <pc:docMk/>
            <pc:sldMk cId="3593594503" sldId="283"/>
            <ac:spMk id="47" creationId="{B7F90B9F-E971-1ED6-0FB2-F95BB48EB0FA}"/>
          </ac:spMkLst>
        </pc:spChg>
        <pc:spChg chg="del">
          <ac:chgData name="Lucas Genty" userId="0ff89410-5e71-4be0-bd77-4c071ba329e4" providerId="ADAL" clId="{299A151C-5B74-5660-9229-42BC38DFE690}" dt="2026-08-06T07:43:24.885" v="0" actId="478"/>
          <ac:spMkLst>
            <pc:docMk/>
            <pc:sldMk cId="3593594503" sldId="283"/>
            <ac:spMk id="93" creationId="{58B63D77-466A-234F-9638-B46E6ADB4A05}"/>
          </ac:spMkLst>
        </pc:spChg>
        <pc:spChg chg="del">
          <ac:chgData name="Lucas Genty" userId="0ff89410-5e71-4be0-bd77-4c071ba329e4" providerId="ADAL" clId="{299A151C-5B74-5660-9229-42BC38DFE690}" dt="2026-08-06T07:43:24.885" v="0" actId="478"/>
          <ac:spMkLst>
            <pc:docMk/>
            <pc:sldMk cId="3593594503" sldId="283"/>
            <ac:spMk id="94" creationId="{87F84E6D-CD70-71A6-6725-ED14718A4B95}"/>
          </ac:spMkLst>
        </pc:spChg>
        <pc:spChg chg="del">
          <ac:chgData name="Lucas Genty" userId="0ff89410-5e71-4be0-bd77-4c071ba329e4" providerId="ADAL" clId="{299A151C-5B74-5660-9229-42BC38DFE690}" dt="2026-08-06T07:43:24.885" v="0" actId="478"/>
          <ac:spMkLst>
            <pc:docMk/>
            <pc:sldMk cId="3593594503" sldId="283"/>
            <ac:spMk id="95" creationId="{C1701DFC-93A2-4FB7-2C8F-FA63D6C96567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TOP 5 EU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29D7-884A-A11D-9FFF3A11DA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1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hart" Target="../charts/chart1.xml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SACHA LUNG – 2008</a:t>
            </a:r>
          </a:p>
          <a:p>
            <a:r>
              <a:rPr lang="fr-FR" dirty="0"/>
              <a:t>SAISON 2026/2027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26846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3975F-4C3F-5A47-EC84-89513732B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6FB00E2F-AF98-17DE-2EF0-C4944614C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19" y="112547"/>
            <a:ext cx="2162755" cy="2162755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27B3FD12-9CDE-2965-DE18-2C1B27A3DC88}"/>
              </a:ext>
            </a:extLst>
          </p:cNvPr>
          <p:cNvCxnSpPr/>
          <p:nvPr/>
        </p:nvCxnSpPr>
        <p:spPr>
          <a:xfrm>
            <a:off x="2409245" y="206733"/>
            <a:ext cx="0" cy="56533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330B4C09-A02D-4C10-6C25-B2094033D5DD}"/>
              </a:ext>
            </a:extLst>
          </p:cNvPr>
          <p:cNvSpPr txBox="1"/>
          <p:nvPr/>
        </p:nvSpPr>
        <p:spPr>
          <a:xfrm>
            <a:off x="552555" y="48962"/>
            <a:ext cx="13208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FICHE JOUEUR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FF5B1C01-6759-E214-16B9-0CD292CF5143}"/>
              </a:ext>
            </a:extLst>
          </p:cNvPr>
          <p:cNvCxnSpPr>
            <a:cxnSpLocks/>
          </p:cNvCxnSpPr>
          <p:nvPr/>
        </p:nvCxnSpPr>
        <p:spPr>
          <a:xfrm flipH="1">
            <a:off x="2593437" y="3033421"/>
            <a:ext cx="897702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A38FEA18-0E19-EA24-BDBC-EA7ED7D0A79A}"/>
              </a:ext>
            </a:extLst>
          </p:cNvPr>
          <p:cNvSpPr txBox="1"/>
          <p:nvPr/>
        </p:nvSpPr>
        <p:spPr>
          <a:xfrm>
            <a:off x="2593437" y="49648"/>
            <a:ext cx="10852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FICHE SAISON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068E8DFC-3DE2-091E-D58F-819C92239652}"/>
              </a:ext>
            </a:extLst>
          </p:cNvPr>
          <p:cNvCxnSpPr>
            <a:cxnSpLocks/>
          </p:cNvCxnSpPr>
          <p:nvPr/>
        </p:nvCxnSpPr>
        <p:spPr>
          <a:xfrm>
            <a:off x="7187978" y="206733"/>
            <a:ext cx="0" cy="28116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C7351044-63DF-9265-FCBD-385CD157A071}"/>
              </a:ext>
            </a:extLst>
          </p:cNvPr>
          <p:cNvSpPr txBox="1"/>
          <p:nvPr/>
        </p:nvSpPr>
        <p:spPr>
          <a:xfrm>
            <a:off x="7311224" y="74051"/>
            <a:ext cx="18450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PROJECTION CARRIÈRE </a:t>
            </a:r>
          </a:p>
        </p:txBody>
      </p:sp>
      <p:graphicFrame>
        <p:nvGraphicFramePr>
          <p:cNvPr id="28" name="Graphique 27">
            <a:extLst>
              <a:ext uri="{FF2B5EF4-FFF2-40B4-BE49-F238E27FC236}">
                <a16:creationId xmlns:a16="http://schemas.microsoft.com/office/drawing/2014/main" id="{71773297-E9F1-78BB-2764-9EBB063264CC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2" name="Image 31">
            <a:extLst>
              <a:ext uri="{FF2B5EF4-FFF2-40B4-BE49-F238E27FC236}">
                <a16:creationId xmlns:a16="http://schemas.microsoft.com/office/drawing/2014/main" id="{BF54F655-B13C-FE07-5D6C-EEE524CB6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4"/>
            <a:ext cx="1130867" cy="1718917"/>
          </a:xfrm>
          <a:prstGeom prst="rect">
            <a:avLst/>
          </a:prstGeom>
        </p:spPr>
      </p:pic>
      <p:sp>
        <p:nvSpPr>
          <p:cNvPr id="34" name="Ellipse 33">
            <a:extLst>
              <a:ext uri="{FF2B5EF4-FFF2-40B4-BE49-F238E27FC236}">
                <a16:creationId xmlns:a16="http://schemas.microsoft.com/office/drawing/2014/main" id="{B9E51AAD-B94D-DF1F-F665-445B66B5C34C}"/>
              </a:ext>
            </a:extLst>
          </p:cNvPr>
          <p:cNvSpPr>
            <a:spLocks noChangeAspect="1"/>
          </p:cNvSpPr>
          <p:nvPr/>
        </p:nvSpPr>
        <p:spPr>
          <a:xfrm>
            <a:off x="1599742" y="68664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E0B271A2-95C5-45C9-F939-B15858951C50}"/>
              </a:ext>
            </a:extLst>
          </p:cNvPr>
          <p:cNvSpPr>
            <a:spLocks noChangeAspect="1"/>
          </p:cNvSpPr>
          <p:nvPr/>
        </p:nvSpPr>
        <p:spPr>
          <a:xfrm>
            <a:off x="1599742" y="1020604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55DE5DBD-BD97-50DC-5EB8-63BBFC045F16}"/>
              </a:ext>
            </a:extLst>
          </p:cNvPr>
          <p:cNvSpPr>
            <a:spLocks noChangeAspect="1"/>
          </p:cNvSpPr>
          <p:nvPr/>
        </p:nvSpPr>
        <p:spPr>
          <a:xfrm>
            <a:off x="14377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2FB2A2C1-7076-923F-88B1-6C7235C724D3}"/>
              </a:ext>
            </a:extLst>
          </p:cNvPr>
          <p:cNvSpPr>
            <a:spLocks noChangeAspect="1"/>
          </p:cNvSpPr>
          <p:nvPr/>
        </p:nvSpPr>
        <p:spPr>
          <a:xfrm>
            <a:off x="1213192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7693E4FF-7075-78A5-BFC2-EAE18202D5B7}"/>
              </a:ext>
            </a:extLst>
          </p:cNvPr>
          <p:cNvSpPr>
            <a:spLocks noChangeAspect="1"/>
          </p:cNvSpPr>
          <p:nvPr/>
        </p:nvSpPr>
        <p:spPr>
          <a:xfrm>
            <a:off x="1216896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B4EC58FE-AA6D-871F-13FD-D1C16F2AE27E}"/>
              </a:ext>
            </a:extLst>
          </p:cNvPr>
          <p:cNvSpPr>
            <a:spLocks noChangeAspect="1"/>
          </p:cNvSpPr>
          <p:nvPr/>
        </p:nvSpPr>
        <p:spPr>
          <a:xfrm>
            <a:off x="1594267" y="200438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A37DF242-07AA-E62E-0EBB-CE08F63CB2E2}"/>
              </a:ext>
            </a:extLst>
          </p:cNvPr>
          <p:cNvSpPr>
            <a:spLocks noChangeAspect="1"/>
          </p:cNvSpPr>
          <p:nvPr/>
        </p:nvSpPr>
        <p:spPr>
          <a:xfrm>
            <a:off x="17508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FDEC1E1F-AD09-780F-1FAF-2734AD254CFB}"/>
              </a:ext>
            </a:extLst>
          </p:cNvPr>
          <p:cNvSpPr txBox="1"/>
          <p:nvPr/>
        </p:nvSpPr>
        <p:spPr>
          <a:xfrm>
            <a:off x="3930517" y="297593"/>
            <a:ext cx="3879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MIN’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92E72695-6E44-F67B-EAFC-F4B2A308A41B}"/>
              </a:ext>
            </a:extLst>
          </p:cNvPr>
          <p:cNvSpPr txBox="1"/>
          <p:nvPr/>
        </p:nvSpPr>
        <p:spPr>
          <a:xfrm>
            <a:off x="4657858" y="296991"/>
            <a:ext cx="4023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 err="1">
                <a:solidFill>
                  <a:schemeClr val="bg1"/>
                </a:solidFill>
              </a:rPr>
              <a:t>T</a:t>
            </a:r>
            <a:r>
              <a:rPr lang="fr-FR" sz="1400" dirty="0">
                <a:solidFill>
                  <a:schemeClr val="bg1"/>
                </a:solidFill>
              </a:rPr>
              <a:t> / R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1ED8D8CF-2542-936E-236A-6D97D07802BF}"/>
              </a:ext>
            </a:extLst>
          </p:cNvPr>
          <p:cNvSpPr txBox="1"/>
          <p:nvPr/>
        </p:nvSpPr>
        <p:spPr>
          <a:xfrm>
            <a:off x="329064" y="4656249"/>
            <a:ext cx="175689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u="sng" dirty="0">
                <a:solidFill>
                  <a:schemeClr val="bg1"/>
                </a:solidFill>
              </a:rPr>
              <a:t>PROJECTION CLUB 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4792D852-3B26-3D6B-9BBC-58D50A67A776}"/>
              </a:ext>
            </a:extLst>
          </p:cNvPr>
          <p:cNvSpPr txBox="1"/>
          <p:nvPr/>
        </p:nvSpPr>
        <p:spPr>
          <a:xfrm>
            <a:off x="126293" y="5143939"/>
            <a:ext cx="5145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L1 OM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B0268E43-7AB0-9515-7778-B2EBE51B7207}"/>
              </a:ext>
            </a:extLst>
          </p:cNvPr>
          <p:cNvSpPr txBox="1"/>
          <p:nvPr/>
        </p:nvSpPr>
        <p:spPr>
          <a:xfrm>
            <a:off x="105317" y="5523907"/>
            <a:ext cx="4472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PRÊT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757B164C-872D-DB37-CAC1-602044B4B048}"/>
              </a:ext>
            </a:extLst>
          </p:cNvPr>
          <p:cNvSpPr txBox="1"/>
          <p:nvPr/>
        </p:nvSpPr>
        <p:spPr>
          <a:xfrm>
            <a:off x="120148" y="5903875"/>
            <a:ext cx="78867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VENTE %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DF82041-2018-A12B-4894-8B5CE650C962}"/>
              </a:ext>
            </a:extLst>
          </p:cNvPr>
          <p:cNvSpPr txBox="1"/>
          <p:nvPr/>
        </p:nvSpPr>
        <p:spPr>
          <a:xfrm>
            <a:off x="5377785" y="290430"/>
            <a:ext cx="42159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B / 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9B3CF35-B955-CB66-55F1-ED397F118B77}"/>
              </a:ext>
            </a:extLst>
          </p:cNvPr>
          <p:cNvSpPr txBox="1"/>
          <p:nvPr/>
        </p:nvSpPr>
        <p:spPr>
          <a:xfrm>
            <a:off x="3298900" y="290430"/>
            <a:ext cx="13785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691562C5-6008-5039-E3F6-EA38F9061606}"/>
              </a:ext>
            </a:extLst>
          </p:cNvPr>
          <p:cNvSpPr txBox="1"/>
          <p:nvPr/>
        </p:nvSpPr>
        <p:spPr>
          <a:xfrm>
            <a:off x="5984009" y="304527"/>
            <a:ext cx="6668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CJ / CR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6F2FECE-A008-9535-647E-794222D48060}"/>
              </a:ext>
            </a:extLst>
          </p:cNvPr>
          <p:cNvSpPr>
            <a:spLocks noChangeAspect="1"/>
          </p:cNvSpPr>
          <p:nvPr/>
        </p:nvSpPr>
        <p:spPr>
          <a:xfrm>
            <a:off x="1451463" y="1753851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D5962E4D-76C7-3E21-EF15-82902840435A}"/>
              </a:ext>
            </a:extLst>
          </p:cNvPr>
          <p:cNvSpPr>
            <a:spLocks noChangeAspect="1"/>
          </p:cNvSpPr>
          <p:nvPr/>
        </p:nvSpPr>
        <p:spPr>
          <a:xfrm>
            <a:off x="1722163" y="1755947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C739EBA-D742-3ADE-79DE-68DE136F4E1E}"/>
              </a:ext>
            </a:extLst>
          </p:cNvPr>
          <p:cNvSpPr>
            <a:spLocks noChangeAspect="1"/>
          </p:cNvSpPr>
          <p:nvPr/>
        </p:nvSpPr>
        <p:spPr>
          <a:xfrm>
            <a:off x="1997307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E7406A80-F36D-E10D-17CC-AFC4537CCC5B}"/>
              </a:ext>
            </a:extLst>
          </p:cNvPr>
          <p:cNvSpPr>
            <a:spLocks noChangeAspect="1"/>
          </p:cNvSpPr>
          <p:nvPr/>
        </p:nvSpPr>
        <p:spPr>
          <a:xfrm>
            <a:off x="1991897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7C998BC-3822-ED7E-53C5-BF8E412DD540}"/>
              </a:ext>
            </a:extLst>
          </p:cNvPr>
          <p:cNvSpPr txBox="1"/>
          <p:nvPr/>
        </p:nvSpPr>
        <p:spPr>
          <a:xfrm>
            <a:off x="444489" y="3818549"/>
            <a:ext cx="3382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TAILLE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59E20F5-FA7E-4F3E-9996-DA9CCE3B68D3}"/>
              </a:ext>
            </a:extLst>
          </p:cNvPr>
          <p:cNvSpPr txBox="1"/>
          <p:nvPr/>
        </p:nvSpPr>
        <p:spPr>
          <a:xfrm>
            <a:off x="454908" y="4208495"/>
            <a:ext cx="3173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POIDS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EA66F5A-581B-04B5-C6F9-7D17E91EA087}"/>
              </a:ext>
            </a:extLst>
          </p:cNvPr>
          <p:cNvSpPr txBox="1"/>
          <p:nvPr/>
        </p:nvSpPr>
        <p:spPr>
          <a:xfrm>
            <a:off x="83012" y="3068169"/>
            <a:ext cx="10611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DATE DE NAISSANCE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F4F5A93-694A-DFC1-D551-312D7E988FD4}"/>
              </a:ext>
            </a:extLst>
          </p:cNvPr>
          <p:cNvSpPr txBox="1"/>
          <p:nvPr/>
        </p:nvSpPr>
        <p:spPr>
          <a:xfrm>
            <a:off x="350968" y="3440174"/>
            <a:ext cx="5370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PIED FORT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82927467-AA10-87AC-0134-B3E969E648CF}"/>
              </a:ext>
            </a:extLst>
          </p:cNvPr>
          <p:cNvSpPr txBox="1"/>
          <p:nvPr/>
        </p:nvSpPr>
        <p:spPr>
          <a:xfrm>
            <a:off x="296774" y="2391492"/>
            <a:ext cx="57547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SÉLÉCTION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9095B9-339E-03A7-456C-1BD5DC0302BF}"/>
              </a:ext>
            </a:extLst>
          </p:cNvPr>
          <p:cNvSpPr/>
          <p:nvPr/>
        </p:nvSpPr>
        <p:spPr>
          <a:xfrm>
            <a:off x="2708895" y="3143903"/>
            <a:ext cx="2719446" cy="291834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AE2C4109-106C-3DE5-04C5-80FB8445FCAD}"/>
              </a:ext>
            </a:extLst>
          </p:cNvPr>
          <p:cNvSpPr txBox="1"/>
          <p:nvPr/>
        </p:nvSpPr>
        <p:spPr>
          <a:xfrm>
            <a:off x="2745109" y="3163114"/>
            <a:ext cx="12583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OFF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A91D44E-CB34-9E99-05B3-790B41682544}"/>
              </a:ext>
            </a:extLst>
          </p:cNvPr>
          <p:cNvSpPr/>
          <p:nvPr/>
        </p:nvSpPr>
        <p:spPr>
          <a:xfrm>
            <a:off x="5534391" y="3139930"/>
            <a:ext cx="2719446" cy="291834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073D015-95BD-04BD-15DC-3C4D61AC1F78}"/>
              </a:ext>
            </a:extLst>
          </p:cNvPr>
          <p:cNvSpPr/>
          <p:nvPr/>
        </p:nvSpPr>
        <p:spPr>
          <a:xfrm>
            <a:off x="8359887" y="3143903"/>
            <a:ext cx="2719446" cy="291834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43744C1F-4EB6-7436-6675-1F7A43E6D4F7}"/>
              </a:ext>
            </a:extLst>
          </p:cNvPr>
          <p:cNvSpPr txBox="1"/>
          <p:nvPr/>
        </p:nvSpPr>
        <p:spPr>
          <a:xfrm>
            <a:off x="5572488" y="3175306"/>
            <a:ext cx="12551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DEF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9D9F3B39-0035-6AD8-9A95-8B38D0FC9A11}"/>
              </a:ext>
            </a:extLst>
          </p:cNvPr>
          <p:cNvSpPr txBox="1"/>
          <p:nvPr/>
        </p:nvSpPr>
        <p:spPr>
          <a:xfrm>
            <a:off x="8396101" y="3175306"/>
            <a:ext cx="7790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TACTIQUE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08C10715-1D0A-F5DD-004F-1C1AFE2070F4}"/>
              </a:ext>
            </a:extLst>
          </p:cNvPr>
          <p:cNvSpPr txBox="1"/>
          <p:nvPr/>
        </p:nvSpPr>
        <p:spPr>
          <a:xfrm>
            <a:off x="2944800" y="351985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jouer sous pression en Z1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628D3CF-FBF9-A403-5A16-F1625E69B9AF}"/>
              </a:ext>
            </a:extLst>
          </p:cNvPr>
          <p:cNvSpPr/>
          <p:nvPr/>
        </p:nvSpPr>
        <p:spPr>
          <a:xfrm>
            <a:off x="4364413" y="3228931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3B3F625-4910-176B-A43E-ECEEA7B0697F}"/>
              </a:ext>
            </a:extLst>
          </p:cNvPr>
          <p:cNvSpPr/>
          <p:nvPr/>
        </p:nvSpPr>
        <p:spPr>
          <a:xfrm>
            <a:off x="4115293" y="3222964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2D0BAA4A-B174-D3EE-C8A7-C193830CD034}"/>
              </a:ext>
            </a:extLst>
          </p:cNvPr>
          <p:cNvSpPr txBox="1"/>
          <p:nvPr/>
        </p:nvSpPr>
        <p:spPr>
          <a:xfrm>
            <a:off x="2944800" y="374596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court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33200B6-3902-CCF0-9F07-7A092B73C3FC}"/>
              </a:ext>
            </a:extLst>
          </p:cNvPr>
          <p:cNvSpPr txBox="1"/>
          <p:nvPr/>
        </p:nvSpPr>
        <p:spPr>
          <a:xfrm>
            <a:off x="2944800" y="417194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1</a:t>
            </a:r>
            <a:r>
              <a:rPr lang="fr-FR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ère</a:t>
            </a:r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touche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E2B344D8-3BD3-BA13-ED1A-74692EDED72F}"/>
              </a:ext>
            </a:extLst>
          </p:cNvPr>
          <p:cNvSpPr txBox="1"/>
          <p:nvPr/>
        </p:nvSpPr>
        <p:spPr>
          <a:xfrm>
            <a:off x="5742237" y="348690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Duel 1c1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593041D-DD1C-7394-1B94-C2A9D4D9FA47}"/>
              </a:ext>
            </a:extLst>
          </p:cNvPr>
          <p:cNvSpPr txBox="1"/>
          <p:nvPr/>
        </p:nvSpPr>
        <p:spPr>
          <a:xfrm>
            <a:off x="5729718" y="372854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Cadrage porteur / Orientation 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F016D4F8-C460-F767-1F7C-809E8C8E9E92}"/>
              </a:ext>
            </a:extLst>
          </p:cNvPr>
          <p:cNvSpPr txBox="1"/>
          <p:nvPr/>
        </p:nvSpPr>
        <p:spPr>
          <a:xfrm>
            <a:off x="5729718" y="394477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aérien </a:t>
            </a:r>
          </a:p>
        </p:txBody>
      </p:sp>
      <p:sp>
        <p:nvSpPr>
          <p:cNvPr id="107" name="ZoneTexte 106">
            <a:extLst>
              <a:ext uri="{FF2B5EF4-FFF2-40B4-BE49-F238E27FC236}">
                <a16:creationId xmlns:a16="http://schemas.microsoft.com/office/drawing/2014/main" id="{9FD57501-BA66-276F-F34D-8219CCBE2AD8}"/>
              </a:ext>
            </a:extLst>
          </p:cNvPr>
          <p:cNvSpPr txBox="1"/>
          <p:nvPr/>
        </p:nvSpPr>
        <p:spPr>
          <a:xfrm>
            <a:off x="5729718" y="419892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Interception </a:t>
            </a:r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DB4EDCE3-6023-CFEB-FF22-A5266414B300}"/>
              </a:ext>
            </a:extLst>
          </p:cNvPr>
          <p:cNvSpPr txBox="1"/>
          <p:nvPr/>
        </p:nvSpPr>
        <p:spPr>
          <a:xfrm>
            <a:off x="8629678" y="345814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offensives</a:t>
            </a:r>
          </a:p>
        </p:txBody>
      </p:sp>
      <p:sp>
        <p:nvSpPr>
          <p:cNvPr id="109" name="ZoneTexte 108">
            <a:extLst>
              <a:ext uri="{FF2B5EF4-FFF2-40B4-BE49-F238E27FC236}">
                <a16:creationId xmlns:a16="http://schemas.microsoft.com/office/drawing/2014/main" id="{EE14879C-D639-C720-F89E-B094322C14F6}"/>
              </a:ext>
            </a:extLst>
          </p:cNvPr>
          <p:cNvSpPr txBox="1"/>
          <p:nvPr/>
        </p:nvSpPr>
        <p:spPr>
          <a:xfrm>
            <a:off x="8623582" y="402974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défensives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142A157D-6FF6-8ABF-3C97-E5ACA42662BB}"/>
              </a:ext>
            </a:extLst>
          </p:cNvPr>
          <p:cNvSpPr txBox="1"/>
          <p:nvPr/>
        </p:nvSpPr>
        <p:spPr>
          <a:xfrm>
            <a:off x="5725909" y="540848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Défense sur centre</a:t>
            </a:r>
          </a:p>
        </p:txBody>
      </p:sp>
      <p:sp>
        <p:nvSpPr>
          <p:cNvPr id="111" name="ZoneTexte 110">
            <a:extLst>
              <a:ext uri="{FF2B5EF4-FFF2-40B4-BE49-F238E27FC236}">
                <a16:creationId xmlns:a16="http://schemas.microsoft.com/office/drawing/2014/main" id="{E7AA27C3-9D08-1DBE-786C-C70A4256FCFA}"/>
              </a:ext>
            </a:extLst>
          </p:cNvPr>
          <p:cNvSpPr txBox="1"/>
          <p:nvPr/>
        </p:nvSpPr>
        <p:spPr>
          <a:xfrm>
            <a:off x="8623582" y="422063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Gestion de la profondeur </a:t>
            </a:r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852E4099-CF2E-E77F-B7D7-B4E86EA907F6}"/>
              </a:ext>
            </a:extLst>
          </p:cNvPr>
          <p:cNvSpPr txBox="1"/>
          <p:nvPr/>
        </p:nvSpPr>
        <p:spPr>
          <a:xfrm>
            <a:off x="8623582" y="365160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Prise d’informations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77AA98FB-DB76-35E1-1B79-F928E2319434}"/>
              </a:ext>
            </a:extLst>
          </p:cNvPr>
          <p:cNvSpPr txBox="1"/>
          <p:nvPr/>
        </p:nvSpPr>
        <p:spPr>
          <a:xfrm>
            <a:off x="2944800" y="4391804"/>
            <a:ext cx="253656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conduite de balle/Fixation</a:t>
            </a:r>
          </a:p>
        </p:txBody>
      </p:sp>
      <p:sp>
        <p:nvSpPr>
          <p:cNvPr id="114" name="ZoneTexte 113">
            <a:extLst>
              <a:ext uri="{FF2B5EF4-FFF2-40B4-BE49-F238E27FC236}">
                <a16:creationId xmlns:a16="http://schemas.microsoft.com/office/drawing/2014/main" id="{3C987F2E-B3AD-8792-6C70-13F0734ED2EA}"/>
              </a:ext>
            </a:extLst>
          </p:cNvPr>
          <p:cNvSpPr txBox="1"/>
          <p:nvPr/>
        </p:nvSpPr>
        <p:spPr>
          <a:xfrm>
            <a:off x="2950897" y="461735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sous pression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CBE2D2E6-2446-F6B0-C109-2E14C8BBA908}"/>
              </a:ext>
            </a:extLst>
          </p:cNvPr>
          <p:cNvSpPr txBox="1"/>
          <p:nvPr/>
        </p:nvSpPr>
        <p:spPr>
          <a:xfrm>
            <a:off x="2950897" y="484290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faire avancer l’équipe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02B11FA0-1C58-0206-5F34-081EE80AD62A}"/>
              </a:ext>
            </a:extLst>
          </p:cNvPr>
          <p:cNvSpPr txBox="1"/>
          <p:nvPr/>
        </p:nvSpPr>
        <p:spPr>
          <a:xfrm>
            <a:off x="8623582" y="465222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Couverture et alignement</a:t>
            </a:r>
          </a:p>
        </p:txBody>
      </p:sp>
      <p:sp>
        <p:nvSpPr>
          <p:cNvPr id="117" name="ZoneTexte 116">
            <a:extLst>
              <a:ext uri="{FF2B5EF4-FFF2-40B4-BE49-F238E27FC236}">
                <a16:creationId xmlns:a16="http://schemas.microsoft.com/office/drawing/2014/main" id="{13DFC70B-02B6-2A3C-C8A7-9F0E24B7E7B9}"/>
              </a:ext>
            </a:extLst>
          </p:cNvPr>
          <p:cNvSpPr txBox="1"/>
          <p:nvPr/>
        </p:nvSpPr>
        <p:spPr>
          <a:xfrm>
            <a:off x="8623582" y="486454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Détacher son regard du ballon</a:t>
            </a:r>
          </a:p>
        </p:txBody>
      </p:sp>
      <p:sp>
        <p:nvSpPr>
          <p:cNvPr id="118" name="ZoneTexte 117">
            <a:extLst>
              <a:ext uri="{FF2B5EF4-FFF2-40B4-BE49-F238E27FC236}">
                <a16:creationId xmlns:a16="http://schemas.microsoft.com/office/drawing/2014/main" id="{2C3BC627-2459-730B-02ED-FEBCC157F06C}"/>
              </a:ext>
            </a:extLst>
          </p:cNvPr>
          <p:cNvSpPr txBox="1"/>
          <p:nvPr/>
        </p:nvSpPr>
        <p:spPr>
          <a:xfrm>
            <a:off x="8623582" y="505967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Défense préventive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89D5B481-885B-E880-8970-279AF197E9D9}"/>
              </a:ext>
            </a:extLst>
          </p:cNvPr>
          <p:cNvSpPr txBox="1"/>
          <p:nvPr/>
        </p:nvSpPr>
        <p:spPr>
          <a:xfrm>
            <a:off x="5725909" y="443029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de dégagement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9D17D716-E7DD-33D0-F080-EC0A63FBDF1A}"/>
              </a:ext>
            </a:extLst>
          </p:cNvPr>
          <p:cNvSpPr txBox="1"/>
          <p:nvPr/>
        </p:nvSpPr>
        <p:spPr>
          <a:xfrm>
            <a:off x="5725909" y="466522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Utilisation de son corps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0CF28187-09FD-7C0C-7BA4-211E90724797}"/>
              </a:ext>
            </a:extLst>
          </p:cNvPr>
          <p:cNvSpPr txBox="1"/>
          <p:nvPr/>
        </p:nvSpPr>
        <p:spPr>
          <a:xfrm>
            <a:off x="5725909" y="490239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Défendre en avançant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4B46C726-CAE1-0C08-7A36-7B8DD8572744}"/>
              </a:ext>
            </a:extLst>
          </p:cNvPr>
          <p:cNvSpPr txBox="1"/>
          <p:nvPr/>
        </p:nvSpPr>
        <p:spPr>
          <a:xfrm>
            <a:off x="2944800" y="506846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changer de décision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65534A56-35DA-487C-CC68-5A02F291A7CC}"/>
              </a:ext>
            </a:extLst>
          </p:cNvPr>
          <p:cNvSpPr txBox="1"/>
          <p:nvPr/>
        </p:nvSpPr>
        <p:spPr>
          <a:xfrm>
            <a:off x="8623582" y="443990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Gestion des joueurs entre les lignes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018EB5A0-E122-FC5B-D56B-3D96AA692553}"/>
              </a:ext>
            </a:extLst>
          </p:cNvPr>
          <p:cNvSpPr txBox="1"/>
          <p:nvPr/>
        </p:nvSpPr>
        <p:spPr>
          <a:xfrm>
            <a:off x="2944800" y="529202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Utilisation des deux pieds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68FFDAAF-814B-7ED6-8B08-AE72E61AE36E}"/>
              </a:ext>
            </a:extLst>
          </p:cNvPr>
          <p:cNvSpPr txBox="1"/>
          <p:nvPr/>
        </p:nvSpPr>
        <p:spPr>
          <a:xfrm>
            <a:off x="2944800" y="395279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long</a:t>
            </a:r>
          </a:p>
        </p:txBody>
      </p:sp>
      <p:sp>
        <p:nvSpPr>
          <p:cNvPr id="126" name="ZoneTexte 125">
            <a:extLst>
              <a:ext uri="{FF2B5EF4-FFF2-40B4-BE49-F238E27FC236}">
                <a16:creationId xmlns:a16="http://schemas.microsoft.com/office/drawing/2014/main" id="{D4B48F59-A64A-AE91-D059-E8F2C29A95E3}"/>
              </a:ext>
            </a:extLst>
          </p:cNvPr>
          <p:cNvSpPr txBox="1"/>
          <p:nvPr/>
        </p:nvSpPr>
        <p:spPr>
          <a:xfrm>
            <a:off x="5725909" y="516684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Engagement dans le duel 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4649EC4F-ADAC-B3DD-8FFE-B21442498157}"/>
              </a:ext>
            </a:extLst>
          </p:cNvPr>
          <p:cNvSpPr txBox="1"/>
          <p:nvPr/>
        </p:nvSpPr>
        <p:spPr>
          <a:xfrm>
            <a:off x="8623582" y="384249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Analyse de l’adversaire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A9CE4C99-8681-3EC5-1C99-A0A4FCFEBD79}"/>
              </a:ext>
            </a:extLst>
          </p:cNvPr>
          <p:cNvSpPr txBox="1"/>
          <p:nvPr/>
        </p:nvSpPr>
        <p:spPr>
          <a:xfrm>
            <a:off x="2944800" y="549679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CPA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15C6AFB1-A13F-C624-D09F-67F7235CB325}"/>
              </a:ext>
            </a:extLst>
          </p:cNvPr>
          <p:cNvSpPr txBox="1"/>
          <p:nvPr/>
        </p:nvSpPr>
        <p:spPr>
          <a:xfrm>
            <a:off x="5742237" y="562716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CPA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BDCEFE19-CC80-0B29-2E02-56543B5B33BD}"/>
              </a:ext>
            </a:extLst>
          </p:cNvPr>
          <p:cNvSpPr txBox="1"/>
          <p:nvPr/>
        </p:nvSpPr>
        <p:spPr>
          <a:xfrm>
            <a:off x="5742237" y="584610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Efficacité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A15EEFB-CEEE-FFAA-DCBF-1DB826E5A0BD}"/>
              </a:ext>
            </a:extLst>
          </p:cNvPr>
          <p:cNvSpPr/>
          <p:nvPr/>
        </p:nvSpPr>
        <p:spPr>
          <a:xfrm>
            <a:off x="4588409" y="3247111"/>
            <a:ext cx="132154" cy="893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9" name="ZoneTexte 158">
            <a:extLst>
              <a:ext uri="{FF2B5EF4-FFF2-40B4-BE49-F238E27FC236}">
                <a16:creationId xmlns:a16="http://schemas.microsoft.com/office/drawing/2014/main" id="{6F1F24F2-C27B-7384-07EE-6EBFE1529F99}"/>
              </a:ext>
            </a:extLst>
          </p:cNvPr>
          <p:cNvSpPr txBox="1"/>
          <p:nvPr/>
        </p:nvSpPr>
        <p:spPr>
          <a:xfrm>
            <a:off x="8623582" y="524494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Communication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A46371C3-AFF9-806D-C576-51A1BB9BD0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576" y="870628"/>
            <a:ext cx="463437" cy="44895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943AC43E-59A2-E4C2-C955-C826DF98B2B6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C1B2FF-86B8-9A59-373E-1F50F10BF86D}"/>
              </a:ext>
            </a:extLst>
          </p:cNvPr>
          <p:cNvSpPr/>
          <p:nvPr/>
        </p:nvSpPr>
        <p:spPr>
          <a:xfrm>
            <a:off x="3874544" y="57391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1CED7ED-A263-21F6-D543-D24D6C3D36DB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9DDFABA7-05C5-D546-01AA-98B3ABCB46FB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544DA14E-E91F-4D72-C6C4-77E07364B495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63" name="Graphique 162">
            <a:extLst>
              <a:ext uri="{FF2B5EF4-FFF2-40B4-BE49-F238E27FC236}">
                <a16:creationId xmlns:a16="http://schemas.microsoft.com/office/drawing/2014/main" id="{80EAF60C-CE06-50C7-D31B-2855CAAC8C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4742" y="563556"/>
            <a:ext cx="307072" cy="307072"/>
          </a:xfrm>
          <a:prstGeom prst="rect">
            <a:avLst/>
          </a:prstGeom>
        </p:spPr>
      </p:pic>
      <p:sp>
        <p:nvSpPr>
          <p:cNvPr id="164" name="Rectangle 163">
            <a:extLst>
              <a:ext uri="{FF2B5EF4-FFF2-40B4-BE49-F238E27FC236}">
                <a16:creationId xmlns:a16="http://schemas.microsoft.com/office/drawing/2014/main" id="{1154571B-B4F8-DFE1-4490-EE8B99BBD2C0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CB6C20A7-7D14-ABC0-E770-72F6B3BCFA32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479C0A36-08C7-CCE7-EFD6-738B773F2CF7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DA36B86A-77DE-CE7A-A578-D12A08C1CCD5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0E3ACAB7-629A-A330-875C-6E8F858DD709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1FA43293-A785-9C81-1DC4-C9B45C913704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C55173EF-88CA-73EC-C87A-0513B87525F1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880BE27-9119-4D1E-BA7F-C52316F14FB8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F9925344-590D-9097-A666-6841A325827C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E974079B-7326-2B46-9C7E-1110617F8A32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79CC3CFA-F11B-C604-5522-04C75290EF15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381573F5-3EFC-E8BC-908A-8530142125BE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453407ED-A324-C84F-7549-5DBDB03BB01C}"/>
              </a:ext>
            </a:extLst>
          </p:cNvPr>
          <p:cNvSpPr/>
          <p:nvPr/>
        </p:nvSpPr>
        <p:spPr>
          <a:xfrm>
            <a:off x="4609099" y="182968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5EB4CC97-1543-AB69-5365-157CB47558D1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0973C9DA-0C92-C369-8FEE-232BF71B040C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95" name="Image 194">
            <a:extLst>
              <a:ext uri="{FF2B5EF4-FFF2-40B4-BE49-F238E27FC236}">
                <a16:creationId xmlns:a16="http://schemas.microsoft.com/office/drawing/2014/main" id="{1F9BA8AD-D967-A286-25C7-D780C994DC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2463" y="1369788"/>
            <a:ext cx="293945" cy="277870"/>
          </a:xfrm>
          <a:prstGeom prst="rect">
            <a:avLst/>
          </a:prstGeom>
        </p:spPr>
      </p:pic>
      <p:pic>
        <p:nvPicPr>
          <p:cNvPr id="196" name="Image 195">
            <a:extLst>
              <a:ext uri="{FF2B5EF4-FFF2-40B4-BE49-F238E27FC236}">
                <a16:creationId xmlns:a16="http://schemas.microsoft.com/office/drawing/2014/main" id="{5D1CA027-C888-B0D0-725D-BA89447998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424" y="1729743"/>
            <a:ext cx="464634" cy="44895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97131AD-78D7-AE81-CBDF-30231707F4E1}"/>
              </a:ext>
            </a:extLst>
          </p:cNvPr>
          <p:cNvSpPr/>
          <p:nvPr/>
        </p:nvSpPr>
        <p:spPr>
          <a:xfrm>
            <a:off x="3140917" y="2247468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899435-B22E-1AB2-601B-88CDCB6897B7}"/>
              </a:ext>
            </a:extLst>
          </p:cNvPr>
          <p:cNvSpPr/>
          <p:nvPr/>
        </p:nvSpPr>
        <p:spPr>
          <a:xfrm>
            <a:off x="3870462" y="224137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32D6B5-D16E-2A0D-25C3-7E8B181CD09C}"/>
              </a:ext>
            </a:extLst>
          </p:cNvPr>
          <p:cNvSpPr/>
          <p:nvPr/>
        </p:nvSpPr>
        <p:spPr>
          <a:xfrm>
            <a:off x="4605017" y="2235275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6BC602-2374-BAEA-0507-37F5173E248B}"/>
              </a:ext>
            </a:extLst>
          </p:cNvPr>
          <p:cNvSpPr/>
          <p:nvPr/>
        </p:nvSpPr>
        <p:spPr>
          <a:xfrm>
            <a:off x="5334562" y="2247468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C827FC-2282-ADBA-9E2D-5051FF51B6F7}"/>
              </a:ext>
            </a:extLst>
          </p:cNvPr>
          <p:cNvSpPr/>
          <p:nvPr/>
        </p:nvSpPr>
        <p:spPr>
          <a:xfrm>
            <a:off x="6063416" y="2247468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AC8FB9B4-AE76-729A-5C8B-2AF816858D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78346" y="2240982"/>
            <a:ext cx="222863" cy="278579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46E0C70C-6B4F-3D28-3997-51E96F06F58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716" y="2214954"/>
            <a:ext cx="296513" cy="298061"/>
          </a:xfrm>
          <a:prstGeom prst="rect">
            <a:avLst/>
          </a:prstGeom>
        </p:spPr>
      </p:pic>
      <p:pic>
        <p:nvPicPr>
          <p:cNvPr id="40" name="Graphique 39">
            <a:extLst>
              <a:ext uri="{FF2B5EF4-FFF2-40B4-BE49-F238E27FC236}">
                <a16:creationId xmlns:a16="http://schemas.microsoft.com/office/drawing/2014/main" id="{3E2A3880-20C4-B99D-8AEB-3470E3AD60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5040" y="2732750"/>
            <a:ext cx="211222" cy="211222"/>
          </a:xfrm>
          <a:prstGeom prst="rect">
            <a:avLst/>
          </a:prstGeom>
        </p:spPr>
      </p:pic>
      <p:sp>
        <p:nvSpPr>
          <p:cNvPr id="41" name="ZoneTexte 40">
            <a:extLst>
              <a:ext uri="{FF2B5EF4-FFF2-40B4-BE49-F238E27FC236}">
                <a16:creationId xmlns:a16="http://schemas.microsoft.com/office/drawing/2014/main" id="{524E49FA-3E13-82CC-1517-9DF601D7684E}"/>
              </a:ext>
            </a:extLst>
          </p:cNvPr>
          <p:cNvSpPr txBox="1"/>
          <p:nvPr/>
        </p:nvSpPr>
        <p:spPr>
          <a:xfrm>
            <a:off x="2881791" y="2767753"/>
            <a:ext cx="272645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Hors compétitions officielles</a:t>
            </a:r>
          </a:p>
        </p:txBody>
      </p:sp>
      <p:sp>
        <p:nvSpPr>
          <p:cNvPr id="43" name="ZoneTexte 22">
            <a:extLst>
              <a:ext uri="{FF2B5EF4-FFF2-40B4-BE49-F238E27FC236}">
                <a16:creationId xmlns:a16="http://schemas.microsoft.com/office/drawing/2014/main" id="{07D891EA-5BCE-74CF-0994-84FE3CC290D0}"/>
              </a:ext>
            </a:extLst>
          </p:cNvPr>
          <p:cNvSpPr txBox="1"/>
          <p:nvPr/>
        </p:nvSpPr>
        <p:spPr>
          <a:xfrm>
            <a:off x="1322041" y="3030961"/>
            <a:ext cx="799899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10.05.2008</a:t>
            </a:r>
            <a:endParaRPr dirty="0"/>
          </a:p>
        </p:txBody>
      </p:sp>
      <p:sp>
        <p:nvSpPr>
          <p:cNvPr id="45" name="ZoneTexte 22">
            <a:extLst>
              <a:ext uri="{FF2B5EF4-FFF2-40B4-BE49-F238E27FC236}">
                <a16:creationId xmlns:a16="http://schemas.microsoft.com/office/drawing/2014/main" id="{58C7E652-EBA8-0EFA-3825-ACD00412B788}"/>
              </a:ext>
            </a:extLst>
          </p:cNvPr>
          <p:cNvSpPr txBox="1"/>
          <p:nvPr/>
        </p:nvSpPr>
        <p:spPr>
          <a:xfrm>
            <a:off x="1482925" y="3385101"/>
            <a:ext cx="376022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Droit</a:t>
            </a:r>
          </a:p>
        </p:txBody>
      </p:sp>
      <p:sp>
        <p:nvSpPr>
          <p:cNvPr id="46" name="ZoneTexte 22">
            <a:extLst>
              <a:ext uri="{FF2B5EF4-FFF2-40B4-BE49-F238E27FC236}">
                <a16:creationId xmlns:a16="http://schemas.microsoft.com/office/drawing/2014/main" id="{1317A874-8396-862D-51CB-7195BD7CF9BF}"/>
              </a:ext>
            </a:extLst>
          </p:cNvPr>
          <p:cNvSpPr txBox="1"/>
          <p:nvPr/>
        </p:nvSpPr>
        <p:spPr>
          <a:xfrm>
            <a:off x="1399146" y="3765633"/>
            <a:ext cx="620363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188.2CM</a:t>
            </a:r>
            <a:endParaRPr dirty="0"/>
          </a:p>
        </p:txBody>
      </p:sp>
      <p:sp>
        <p:nvSpPr>
          <p:cNvPr id="47" name="ZoneTexte 22">
            <a:extLst>
              <a:ext uri="{FF2B5EF4-FFF2-40B4-BE49-F238E27FC236}">
                <a16:creationId xmlns:a16="http://schemas.microsoft.com/office/drawing/2014/main" id="{B7F90B9F-E971-1ED6-0FB2-F95BB48EB0FA}"/>
              </a:ext>
            </a:extLst>
          </p:cNvPr>
          <p:cNvSpPr txBox="1"/>
          <p:nvPr/>
        </p:nvSpPr>
        <p:spPr>
          <a:xfrm>
            <a:off x="1428487" y="4180555"/>
            <a:ext cx="482504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81.3KG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3594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ée un document." ma:contentTypeScope="" ma:versionID="6944943d1de8f9ba8dc321df97983e02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711673d70673af0f64fe2a8d88156ea9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9B66EE-43D2-49FF-898E-DCD517785142}">
  <ds:schemaRefs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metadata/properties"/>
    <ds:schemaRef ds:uri="d2aa4942-3767-4fb4-b828-61a76fcbf9df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1d40e6f8-d294-4e0a-a4ec-60755aee44ca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F6DBFE6-8698-4176-B9CF-B84C1E1A11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40e6f8-d294-4e0a-a4ec-60755aee44ca"/>
    <ds:schemaRef ds:uri="d2aa4942-3767-4fb4-b828-61a76fcbf9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4</TotalTime>
  <Words>158</Words>
  <Application>Microsoft Macintosh PowerPoint</Application>
  <PresentationFormat>Grand écran</PresentationFormat>
  <Paragraphs>59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OM Marseille Medium</vt:lpstr>
      <vt:lpstr>OM Marseille Light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Lucas Genty</cp:lastModifiedBy>
  <cp:revision>5</cp:revision>
  <dcterms:created xsi:type="dcterms:W3CDTF">2026-08-04T15:56:38Z</dcterms:created>
  <dcterms:modified xsi:type="dcterms:W3CDTF">2026-08-06T07:43:43Z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  <property fmtid="{D5CDD505-2E9C-101B-9397-08002B2CF9AE}" pid="3" name="MediaServiceImageTags">
    <vt:lpwstr/>
  </property>
</Properties>
</file>